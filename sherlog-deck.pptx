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35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5"/>
    <p:sldMasterId id="2147483683" r:id="rId6"/>
  </p:sldMasterIdLst>
  <p:notesMasterIdLst>
    <p:notesMasterId r:id="rId7"/>
  </p:notesMasterIdLst>
  <p:sldIdLst>
    <p:sldId id="313" r:id="rId95"/>
    <p:sldId id="314" r:id="rId96"/>
    <p:sldId id="315" r:id="rId97"/>
    <p:sldId id="316" r:id="rId98"/>
    <p:sldId id="317" r:id="rId99"/>
    <p:sldId id="318" r:id="rId100"/>
    <p:sldId id="319" r:id="rId101"/>
    <p:sldId id="320" r:id="rId102"/>
    <p:sldId id="321" r:id="rId103"/>
    <p:sldId id="290" r:id="rId42"/>
  </p:sldIdLst>
  <p:sldSz cy="5143500" cx="9144000"/>
  <p:notesSz cx="6858000" cy="9144000"/>
  <p:embeddedFontLst>
    <p:embeddedFont>
      <p:font typeface="MuseoModerno Medium"/>
      <p:regular r:id="rId65"/>
      <p:bold r:id="rId66"/>
      <p:italic r:id="rId67"/>
      <p:boldItalic r:id="rId68"/>
    </p:embeddedFont>
    <p:embeddedFont>
      <p:font typeface="Proxima Nova"/>
      <p:regular r:id="rId69"/>
      <p:bold r:id="rId70"/>
      <p:italic r:id="rId71"/>
      <p:boldItalic r:id="rId72"/>
    </p:embeddedFont>
    <p:embeddedFont>
      <p:font typeface="Roboto Medium"/>
      <p:regular r:id="rId73"/>
      <p:bold r:id="rId74"/>
      <p:italic r:id="rId75"/>
      <p:boldItalic r:id="rId76"/>
    </p:embeddedFont>
    <p:embeddedFont>
      <p:font typeface="Amatic SC"/>
      <p:regular r:id="rId77"/>
      <p:bold r:id="rId78"/>
    </p:embeddedFont>
    <p:embeddedFont>
      <p:font typeface="Anaheim"/>
      <p:regular r:id="rId79"/>
      <p:bold r:id="rId80"/>
    </p:embeddedFont>
    <p:embeddedFont>
      <p:font typeface="Lato"/>
      <p:regular r:id="rId81"/>
      <p:bold r:id="rId82"/>
      <p:italic r:id="rId83"/>
      <p:boldItalic r:id="rId84"/>
    </p:embeddedFont>
    <p:embeddedFont>
      <p:font typeface="Bebas Neue"/>
      <p:regular r:id="rId85"/>
    </p:embeddedFont>
    <p:embeddedFont>
      <p:font typeface="Maven Pro"/>
      <p:regular r:id="rId86"/>
      <p:bold r:id="rId87"/>
    </p:embeddedFont>
    <p:embeddedFont>
      <p:font typeface="Proxima Nova Semibold"/>
      <p:regular r:id="rId88"/>
      <p:bold r:id="rId89"/>
      <p:boldItalic r:id="rId90"/>
    </p:embeddedFont>
    <p:embeddedFont>
      <p:font typeface="DM Sans"/>
      <p:regular r:id="rId91"/>
      <p:bold r:id="rId92"/>
      <p:italic r:id="rId93"/>
      <p:boldItalic r:id="rId9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F66BE3-2B35-4F8A-B220-73DAFB01544D}">
  <a:tblStyle styleId="{52F66BE3-2B35-4F8A-B220-73DAFB0154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42" Type="http://schemas.openxmlformats.org/officeDocument/2006/relationships/slide" Target="slides/slide35.xml"/><Relationship Id="rId65" Type="http://schemas.openxmlformats.org/officeDocument/2006/relationships/font" Target="fonts/MuseoModernoMedium-regular.fntdata"/><Relationship Id="rId66" Type="http://schemas.openxmlformats.org/officeDocument/2006/relationships/font" Target="fonts/MuseoModernoMedium-bold.fntdata"/><Relationship Id="rId67" Type="http://schemas.openxmlformats.org/officeDocument/2006/relationships/font" Target="fonts/MuseoModernoMedium-italic.fntdata"/><Relationship Id="rId68" Type="http://schemas.openxmlformats.org/officeDocument/2006/relationships/font" Target="fonts/MuseoModernoMedium-boldItalic.fntdata"/><Relationship Id="rId69" Type="http://schemas.openxmlformats.org/officeDocument/2006/relationships/font" Target="fonts/ProximaNova-regular.fntdata"/><Relationship Id="rId70" Type="http://schemas.openxmlformats.org/officeDocument/2006/relationships/font" Target="fonts/ProximaNova-bold.fntdata"/><Relationship Id="rId71" Type="http://schemas.openxmlformats.org/officeDocument/2006/relationships/font" Target="fonts/ProximaNova-italic.fntdata"/><Relationship Id="rId72" Type="http://schemas.openxmlformats.org/officeDocument/2006/relationships/font" Target="fonts/ProximaNova-boldItalic.fntdata"/><Relationship Id="rId73" Type="http://schemas.openxmlformats.org/officeDocument/2006/relationships/font" Target="fonts/RobotoMedium-regular.fntdata"/><Relationship Id="rId74" Type="http://schemas.openxmlformats.org/officeDocument/2006/relationships/font" Target="fonts/RobotoMedium-bold.fntdata"/><Relationship Id="rId75" Type="http://schemas.openxmlformats.org/officeDocument/2006/relationships/font" Target="fonts/RobotoMedium-italic.fntdata"/><Relationship Id="rId76" Type="http://schemas.openxmlformats.org/officeDocument/2006/relationships/font" Target="fonts/RobotoMedium-boldItalic.fntdata"/><Relationship Id="rId77" Type="http://schemas.openxmlformats.org/officeDocument/2006/relationships/font" Target="fonts/AmaticSC-regular.fntdata"/><Relationship Id="rId78" Type="http://schemas.openxmlformats.org/officeDocument/2006/relationships/font" Target="fonts/AmaticSC-bold.fntdata"/><Relationship Id="rId79" Type="http://schemas.openxmlformats.org/officeDocument/2006/relationships/font" Target="fonts/Anaheim-regular.fntdata"/><Relationship Id="rId80" Type="http://schemas.openxmlformats.org/officeDocument/2006/relationships/font" Target="fonts/Anaheim-bold.fntdata"/><Relationship Id="rId81" Type="http://schemas.openxmlformats.org/officeDocument/2006/relationships/font" Target="fonts/Lato-regular.fntdata"/><Relationship Id="rId82" Type="http://schemas.openxmlformats.org/officeDocument/2006/relationships/font" Target="fonts/Lato-bold.fntdata"/><Relationship Id="rId83" Type="http://schemas.openxmlformats.org/officeDocument/2006/relationships/font" Target="fonts/Lato-italic.fntdata"/><Relationship Id="rId84" Type="http://schemas.openxmlformats.org/officeDocument/2006/relationships/font" Target="fonts/Lato-boldItalic.fntdata"/><Relationship Id="rId85" Type="http://schemas.openxmlformats.org/officeDocument/2006/relationships/font" Target="fonts/BebasNeue-regular.fntdata"/><Relationship Id="rId86" Type="http://schemas.openxmlformats.org/officeDocument/2006/relationships/font" Target="fonts/MavenPro-regular.fntdata"/><Relationship Id="rId87" Type="http://schemas.openxmlformats.org/officeDocument/2006/relationships/font" Target="fonts/MavenPro-bold.fntdata"/><Relationship Id="rId88" Type="http://schemas.openxmlformats.org/officeDocument/2006/relationships/font" Target="fonts/ProximaNovaSemibold-regular.fntdata"/><Relationship Id="rId89" Type="http://schemas.openxmlformats.org/officeDocument/2006/relationships/font" Target="fonts/ProximaNovaSemibold-bold.fntdata"/><Relationship Id="rId90" Type="http://schemas.openxmlformats.org/officeDocument/2006/relationships/font" Target="fonts/ProximaNovaSemibold-boldItalic.fntdata"/><Relationship Id="rId91" Type="http://schemas.openxmlformats.org/officeDocument/2006/relationships/font" Target="fonts/DMSans-regular.fntdata"/><Relationship Id="rId92" Type="http://schemas.openxmlformats.org/officeDocument/2006/relationships/font" Target="fonts/DMSans-bold.fntdata"/><Relationship Id="rId93" Type="http://schemas.openxmlformats.org/officeDocument/2006/relationships/font" Target="fonts/DMSans-italic.fntdata"/><Relationship Id="rId94" Type="http://schemas.openxmlformats.org/officeDocument/2006/relationships/font" Target="fonts/DMSans-boldItalic.fntdata"/><Relationship Id="rId95" Type="http://schemas.openxmlformats.org/officeDocument/2006/relationships/slide" Target="slides/slide58.xml"/><Relationship Id="rId96" Type="http://schemas.openxmlformats.org/officeDocument/2006/relationships/slide" Target="slides/slide59.xml"/><Relationship Id="rId97" Type="http://schemas.openxmlformats.org/officeDocument/2006/relationships/slide" Target="slides/slide60.xml"/><Relationship Id="rId98" Type="http://schemas.openxmlformats.org/officeDocument/2006/relationships/slide" Target="slides/slide61.xml"/><Relationship Id="rId99" Type="http://schemas.openxmlformats.org/officeDocument/2006/relationships/slide" Target="slides/slide62.xml"/><Relationship Id="rId100" Type="http://schemas.openxmlformats.org/officeDocument/2006/relationships/slide" Target="slides/slide63.xml"/><Relationship Id="rId101" Type="http://schemas.openxmlformats.org/officeDocument/2006/relationships/slide" Target="slides/slide64.xml"/><Relationship Id="rId102" Type="http://schemas.openxmlformats.org/officeDocument/2006/relationships/slide" Target="slides/slide65.xml"/><Relationship Id="rId103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1" name="Shape 3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2" name="Google Shape;3222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3" name="Google Shape;3223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539500"/>
            <a:ext cx="3928800" cy="25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076875"/>
            <a:ext cx="39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249375" y="2717600"/>
            <a:ext cx="4181400" cy="151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5514025" y="1720050"/>
            <a:ext cx="16521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4249375" y="4229000"/>
            <a:ext cx="41814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8" name="Google Shape;18;p4"/>
          <p:cNvGrpSpPr/>
          <p:nvPr/>
        </p:nvGrpSpPr>
        <p:grpSpPr>
          <a:xfrm rot="5400000">
            <a:off x="8320800" y="4025275"/>
            <a:ext cx="1009703" cy="130500"/>
            <a:chOff x="5461400" y="616025"/>
            <a:chExt cx="1009703" cy="130500"/>
          </a:xfrm>
        </p:grpSpPr>
        <p:sp>
          <p:nvSpPr>
            <p:cNvPr id="19" name="Google Shape;19;p4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4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4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4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subTitle"/>
          </p:nvPr>
        </p:nvSpPr>
        <p:spPr>
          <a:xfrm>
            <a:off x="5055284" y="403129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" name="Google Shape;27;p5"/>
          <p:cNvSpPr txBox="1"/>
          <p:nvPr>
            <p:ph idx="2" type="subTitle"/>
          </p:nvPr>
        </p:nvSpPr>
        <p:spPr>
          <a:xfrm>
            <a:off x="1583300" y="403129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" name="Google Shape;28;p5"/>
          <p:cNvSpPr txBox="1"/>
          <p:nvPr>
            <p:ph idx="3" type="subTitle"/>
          </p:nvPr>
        </p:nvSpPr>
        <p:spPr>
          <a:xfrm>
            <a:off x="5055275" y="3458600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4" type="subTitle"/>
          </p:nvPr>
        </p:nvSpPr>
        <p:spPr>
          <a:xfrm>
            <a:off x="1583075" y="3458600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30" name="Google Shape;30;p5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31" name="Google Shape;31;p5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" name="Google Shape;36;p5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37" name="Google Shape;37;p5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5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44" name="Google Shape;44;p6"/>
          <p:cNvGrpSpPr/>
          <p:nvPr/>
        </p:nvGrpSpPr>
        <p:grpSpPr>
          <a:xfrm rot="5400000">
            <a:off x="8320800" y="4025275"/>
            <a:ext cx="1009703" cy="130500"/>
            <a:chOff x="5461400" y="616025"/>
            <a:chExt cx="1009703" cy="130500"/>
          </a:xfrm>
        </p:grpSpPr>
        <p:sp>
          <p:nvSpPr>
            <p:cNvPr id="45" name="Google Shape;45;p6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6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6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6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/>
          <p:nvPr>
            <p:ph type="title"/>
          </p:nvPr>
        </p:nvSpPr>
        <p:spPr>
          <a:xfrm>
            <a:off x="4385575" y="1177400"/>
            <a:ext cx="4045200" cy="12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" type="subTitle"/>
          </p:nvPr>
        </p:nvSpPr>
        <p:spPr>
          <a:xfrm>
            <a:off x="4385575" y="2432600"/>
            <a:ext cx="4045200" cy="21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348675" y="539500"/>
            <a:ext cx="4082100" cy="19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713225" y="2414775"/>
            <a:ext cx="33267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713225" y="3576200"/>
            <a:ext cx="33267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720000" y="2917875"/>
            <a:ext cx="4586100" cy="118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subTitle"/>
          </p:nvPr>
        </p:nvSpPr>
        <p:spPr>
          <a:xfrm>
            <a:off x="720000" y="4106900"/>
            <a:ext cx="45861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720000" y="22091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2" type="subTitle"/>
          </p:nvPr>
        </p:nvSpPr>
        <p:spPr>
          <a:xfrm>
            <a:off x="3419271" y="22091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3" type="subTitle"/>
          </p:nvPr>
        </p:nvSpPr>
        <p:spPr>
          <a:xfrm>
            <a:off x="720000" y="40313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4" type="subTitle"/>
          </p:nvPr>
        </p:nvSpPr>
        <p:spPr>
          <a:xfrm>
            <a:off x="3419271" y="40313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hasCustomPrompt="1" idx="5" type="title"/>
          </p:nvPr>
        </p:nvSpPr>
        <p:spPr>
          <a:xfrm>
            <a:off x="1505400" y="1245075"/>
            <a:ext cx="734700" cy="63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/>
          <p:nvPr>
            <p:ph hasCustomPrompt="1" idx="6" type="title"/>
          </p:nvPr>
        </p:nvSpPr>
        <p:spPr>
          <a:xfrm>
            <a:off x="1505400" y="3066797"/>
            <a:ext cx="734700" cy="63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/>
          <p:nvPr>
            <p:ph hasCustomPrompt="1" idx="7" type="title"/>
          </p:nvPr>
        </p:nvSpPr>
        <p:spPr>
          <a:xfrm>
            <a:off x="4204671" y="1245075"/>
            <a:ext cx="734700" cy="63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/>
          <p:nvPr>
            <p:ph hasCustomPrompt="1" idx="8" type="title"/>
          </p:nvPr>
        </p:nvSpPr>
        <p:spPr>
          <a:xfrm>
            <a:off x="4204671" y="3066797"/>
            <a:ext cx="734700" cy="63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/>
          <p:nvPr>
            <p:ph idx="9" type="subTitle"/>
          </p:nvPr>
        </p:nvSpPr>
        <p:spPr>
          <a:xfrm>
            <a:off x="720000" y="18773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13" type="subTitle"/>
          </p:nvPr>
        </p:nvSpPr>
        <p:spPr>
          <a:xfrm>
            <a:off x="3419271" y="18773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14" type="subTitle"/>
          </p:nvPr>
        </p:nvSpPr>
        <p:spPr>
          <a:xfrm>
            <a:off x="720000" y="36989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8" name="Google Shape;78;p13"/>
          <p:cNvSpPr txBox="1"/>
          <p:nvPr>
            <p:ph idx="15" type="subTitle"/>
          </p:nvPr>
        </p:nvSpPr>
        <p:spPr>
          <a:xfrm>
            <a:off x="3419271" y="36989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16" type="subTitle"/>
          </p:nvPr>
        </p:nvSpPr>
        <p:spPr>
          <a:xfrm>
            <a:off x="6118546" y="2209193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7" type="subTitle"/>
          </p:nvPr>
        </p:nvSpPr>
        <p:spPr>
          <a:xfrm>
            <a:off x="6118546" y="40313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hasCustomPrompt="1" idx="18" type="title"/>
          </p:nvPr>
        </p:nvSpPr>
        <p:spPr>
          <a:xfrm>
            <a:off x="6903946" y="1245074"/>
            <a:ext cx="734700" cy="63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hasCustomPrompt="1" idx="19" type="title"/>
          </p:nvPr>
        </p:nvSpPr>
        <p:spPr>
          <a:xfrm>
            <a:off x="6903946" y="3066800"/>
            <a:ext cx="734700" cy="632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idx="20" type="subTitle"/>
          </p:nvPr>
        </p:nvSpPr>
        <p:spPr>
          <a:xfrm>
            <a:off x="6118546" y="1877312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21" type="subTitle"/>
          </p:nvPr>
        </p:nvSpPr>
        <p:spPr>
          <a:xfrm>
            <a:off x="6118546" y="3698900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85" name="Google Shape;85;p13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86" name="Google Shape;86;p1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" name="Google Shape;91;p13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92" name="Google Shape;92;p1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4277865" y="3942200"/>
            <a:ext cx="41529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9" name="Google Shape;99;p14"/>
          <p:cNvSpPr txBox="1"/>
          <p:nvPr>
            <p:ph idx="1" type="subTitle"/>
          </p:nvPr>
        </p:nvSpPr>
        <p:spPr>
          <a:xfrm>
            <a:off x="4277850" y="1104750"/>
            <a:ext cx="4152900" cy="283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0000" y="1368875"/>
            <a:ext cx="3724500" cy="22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720000" y="3664925"/>
            <a:ext cx="3724500" cy="9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5"/>
          <p:cNvSpPr/>
          <p:nvPr>
            <p:ph idx="2" type="pic"/>
          </p:nvPr>
        </p:nvSpPr>
        <p:spPr>
          <a:xfrm>
            <a:off x="4875300" y="-731275"/>
            <a:ext cx="6484200" cy="64965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1090250" y="1619588"/>
            <a:ext cx="2824500" cy="119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" type="subTitle"/>
          </p:nvPr>
        </p:nvSpPr>
        <p:spPr>
          <a:xfrm>
            <a:off x="1090250" y="2815313"/>
            <a:ext cx="2824500" cy="114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1540550" y="1817525"/>
            <a:ext cx="2824500" cy="119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1" type="subTitle"/>
          </p:nvPr>
        </p:nvSpPr>
        <p:spPr>
          <a:xfrm>
            <a:off x="1540550" y="3013250"/>
            <a:ext cx="2824500" cy="10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5012875" y="1817525"/>
            <a:ext cx="2824200" cy="119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" type="subTitle"/>
          </p:nvPr>
        </p:nvSpPr>
        <p:spPr>
          <a:xfrm>
            <a:off x="5013050" y="3013250"/>
            <a:ext cx="2824200" cy="10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" type="subTitle"/>
          </p:nvPr>
        </p:nvSpPr>
        <p:spPr>
          <a:xfrm>
            <a:off x="4929774" y="3158975"/>
            <a:ext cx="2690400" cy="11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2" type="subTitle"/>
          </p:nvPr>
        </p:nvSpPr>
        <p:spPr>
          <a:xfrm>
            <a:off x="1523825" y="3158975"/>
            <a:ext cx="2690400" cy="11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3" type="subTitle"/>
          </p:nvPr>
        </p:nvSpPr>
        <p:spPr>
          <a:xfrm>
            <a:off x="1523825" y="2600075"/>
            <a:ext cx="26904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8" name="Google Shape;118;p19"/>
          <p:cNvSpPr txBox="1"/>
          <p:nvPr>
            <p:ph idx="4" type="subTitle"/>
          </p:nvPr>
        </p:nvSpPr>
        <p:spPr>
          <a:xfrm>
            <a:off x="4929776" y="2600075"/>
            <a:ext cx="26904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19" name="Google Shape;119;p19"/>
          <p:cNvGrpSpPr/>
          <p:nvPr/>
        </p:nvGrpSpPr>
        <p:grpSpPr>
          <a:xfrm flipH="1" rot="-5400000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120" name="Google Shape;120;p19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9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9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9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9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" name="Google Shape;125;p19"/>
          <p:cNvGrpSpPr/>
          <p:nvPr/>
        </p:nvGrpSpPr>
        <p:grpSpPr>
          <a:xfrm flipH="1" rot="-5400000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126" name="Google Shape;126;p19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9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9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1" type="subTitle"/>
          </p:nvPr>
        </p:nvSpPr>
        <p:spPr>
          <a:xfrm>
            <a:off x="4176598" y="1637600"/>
            <a:ext cx="2980200" cy="21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2" type="subTitle"/>
          </p:nvPr>
        </p:nvSpPr>
        <p:spPr>
          <a:xfrm>
            <a:off x="720000" y="1637600"/>
            <a:ext cx="2980200" cy="219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7" name="Google Shape;137;p21"/>
          <p:cNvSpPr txBox="1"/>
          <p:nvPr>
            <p:ph idx="1" type="subTitle"/>
          </p:nvPr>
        </p:nvSpPr>
        <p:spPr>
          <a:xfrm>
            <a:off x="825400" y="3235706"/>
            <a:ext cx="22425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2" type="subTitle"/>
          </p:nvPr>
        </p:nvSpPr>
        <p:spPr>
          <a:xfrm>
            <a:off x="3450744" y="3235706"/>
            <a:ext cx="22425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3" type="subTitle"/>
          </p:nvPr>
        </p:nvSpPr>
        <p:spPr>
          <a:xfrm>
            <a:off x="6076094" y="3235706"/>
            <a:ext cx="2242500" cy="10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1"/>
          <p:cNvSpPr txBox="1"/>
          <p:nvPr>
            <p:ph idx="4" type="subTitle"/>
          </p:nvPr>
        </p:nvSpPr>
        <p:spPr>
          <a:xfrm>
            <a:off x="825400" y="2575700"/>
            <a:ext cx="22425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" name="Google Shape;141;p21"/>
          <p:cNvSpPr txBox="1"/>
          <p:nvPr>
            <p:ph idx="5" type="subTitle"/>
          </p:nvPr>
        </p:nvSpPr>
        <p:spPr>
          <a:xfrm>
            <a:off x="3450747" y="2575700"/>
            <a:ext cx="22425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2" name="Google Shape;142;p21"/>
          <p:cNvSpPr txBox="1"/>
          <p:nvPr>
            <p:ph idx="6" type="subTitle"/>
          </p:nvPr>
        </p:nvSpPr>
        <p:spPr>
          <a:xfrm>
            <a:off x="6076094" y="2575700"/>
            <a:ext cx="2242500" cy="66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43" name="Google Shape;143;p21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144" name="Google Shape;144;p21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1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1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1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1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" name="Google Shape;149;p21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150" name="Google Shape;150;p21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1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1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1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1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7" name="Google Shape;157;p22"/>
          <p:cNvSpPr txBox="1"/>
          <p:nvPr>
            <p:ph idx="1" type="subTitle"/>
          </p:nvPr>
        </p:nvSpPr>
        <p:spPr>
          <a:xfrm>
            <a:off x="1690036" y="199415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2"/>
          <p:cNvSpPr txBox="1"/>
          <p:nvPr>
            <p:ph idx="2" type="subTitle"/>
          </p:nvPr>
        </p:nvSpPr>
        <p:spPr>
          <a:xfrm>
            <a:off x="4755314" y="1994150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2"/>
          <p:cNvSpPr txBox="1"/>
          <p:nvPr>
            <p:ph idx="3" type="subTitle"/>
          </p:nvPr>
        </p:nvSpPr>
        <p:spPr>
          <a:xfrm>
            <a:off x="1690036" y="37570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2"/>
          <p:cNvSpPr txBox="1"/>
          <p:nvPr>
            <p:ph idx="4" type="subTitle"/>
          </p:nvPr>
        </p:nvSpPr>
        <p:spPr>
          <a:xfrm>
            <a:off x="4755314" y="37570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2"/>
          <p:cNvSpPr txBox="1"/>
          <p:nvPr>
            <p:ph idx="5" type="subTitle"/>
          </p:nvPr>
        </p:nvSpPr>
        <p:spPr>
          <a:xfrm>
            <a:off x="1690036" y="156475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2" name="Google Shape;162;p22"/>
          <p:cNvSpPr txBox="1"/>
          <p:nvPr>
            <p:ph idx="6" type="subTitle"/>
          </p:nvPr>
        </p:nvSpPr>
        <p:spPr>
          <a:xfrm>
            <a:off x="1690036" y="3327775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3" name="Google Shape;163;p22"/>
          <p:cNvSpPr txBox="1"/>
          <p:nvPr>
            <p:ph idx="7" type="subTitle"/>
          </p:nvPr>
        </p:nvSpPr>
        <p:spPr>
          <a:xfrm>
            <a:off x="4755311" y="156475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64" name="Google Shape;164;p22"/>
          <p:cNvSpPr txBox="1"/>
          <p:nvPr>
            <p:ph idx="8" type="subTitle"/>
          </p:nvPr>
        </p:nvSpPr>
        <p:spPr>
          <a:xfrm>
            <a:off x="4755311" y="3327775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65" name="Google Shape;165;p22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166" name="Google Shape;166;p2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3" name="Google Shape;173;p23"/>
          <p:cNvSpPr txBox="1"/>
          <p:nvPr>
            <p:ph idx="1" type="subTitle"/>
          </p:nvPr>
        </p:nvSpPr>
        <p:spPr>
          <a:xfrm>
            <a:off x="914600" y="2024693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3"/>
          <p:cNvSpPr txBox="1"/>
          <p:nvPr>
            <p:ph idx="2" type="subTitle"/>
          </p:nvPr>
        </p:nvSpPr>
        <p:spPr>
          <a:xfrm>
            <a:off x="3523194" y="2024693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23"/>
          <p:cNvSpPr txBox="1"/>
          <p:nvPr>
            <p:ph idx="3" type="subTitle"/>
          </p:nvPr>
        </p:nvSpPr>
        <p:spPr>
          <a:xfrm>
            <a:off x="914600" y="3728318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3"/>
          <p:cNvSpPr txBox="1"/>
          <p:nvPr>
            <p:ph idx="4" type="subTitle"/>
          </p:nvPr>
        </p:nvSpPr>
        <p:spPr>
          <a:xfrm>
            <a:off x="3523194" y="3728318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3"/>
          <p:cNvSpPr txBox="1"/>
          <p:nvPr>
            <p:ph idx="5" type="subTitle"/>
          </p:nvPr>
        </p:nvSpPr>
        <p:spPr>
          <a:xfrm>
            <a:off x="6131788" y="2024693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3"/>
          <p:cNvSpPr txBox="1"/>
          <p:nvPr>
            <p:ph idx="6" type="subTitle"/>
          </p:nvPr>
        </p:nvSpPr>
        <p:spPr>
          <a:xfrm>
            <a:off x="6131788" y="3728318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3"/>
          <p:cNvSpPr txBox="1"/>
          <p:nvPr>
            <p:ph idx="7" type="subTitle"/>
          </p:nvPr>
        </p:nvSpPr>
        <p:spPr>
          <a:xfrm>
            <a:off x="918719" y="15933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0" name="Google Shape;180;p23"/>
          <p:cNvSpPr txBox="1"/>
          <p:nvPr>
            <p:ph idx="8" type="subTitle"/>
          </p:nvPr>
        </p:nvSpPr>
        <p:spPr>
          <a:xfrm>
            <a:off x="3527313" y="15933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1" name="Google Shape;181;p23"/>
          <p:cNvSpPr txBox="1"/>
          <p:nvPr>
            <p:ph idx="9" type="subTitle"/>
          </p:nvPr>
        </p:nvSpPr>
        <p:spPr>
          <a:xfrm>
            <a:off x="6135907" y="15933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2" name="Google Shape;182;p23"/>
          <p:cNvSpPr txBox="1"/>
          <p:nvPr>
            <p:ph idx="13" type="subTitle"/>
          </p:nvPr>
        </p:nvSpPr>
        <p:spPr>
          <a:xfrm>
            <a:off x="918719" y="32969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3" name="Google Shape;183;p23"/>
          <p:cNvSpPr txBox="1"/>
          <p:nvPr>
            <p:ph idx="14" type="subTitle"/>
          </p:nvPr>
        </p:nvSpPr>
        <p:spPr>
          <a:xfrm>
            <a:off x="3527313" y="32969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4" name="Google Shape;184;p23"/>
          <p:cNvSpPr txBox="1"/>
          <p:nvPr>
            <p:ph idx="15" type="subTitle"/>
          </p:nvPr>
        </p:nvSpPr>
        <p:spPr>
          <a:xfrm>
            <a:off x="6135907" y="32969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185" name="Google Shape;185;p23"/>
          <p:cNvGrpSpPr/>
          <p:nvPr/>
        </p:nvGrpSpPr>
        <p:grpSpPr>
          <a:xfrm flipH="1" rot="-5400000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186" name="Google Shape;186;p2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" name="Google Shape;191;p23"/>
          <p:cNvGrpSpPr/>
          <p:nvPr/>
        </p:nvGrpSpPr>
        <p:grpSpPr>
          <a:xfrm flipH="1" rot="-5400000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192" name="Google Shape;192;p2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7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9" name="Google Shape;199;p24"/>
          <p:cNvSpPr txBox="1"/>
          <p:nvPr>
            <p:ph idx="1" type="subTitle"/>
          </p:nvPr>
        </p:nvSpPr>
        <p:spPr>
          <a:xfrm>
            <a:off x="2218900" y="1990676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4"/>
          <p:cNvSpPr txBox="1"/>
          <p:nvPr>
            <p:ph idx="2" type="subTitle"/>
          </p:nvPr>
        </p:nvSpPr>
        <p:spPr>
          <a:xfrm>
            <a:off x="4827494" y="1990676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4"/>
          <p:cNvSpPr txBox="1"/>
          <p:nvPr>
            <p:ph idx="3" type="subTitle"/>
          </p:nvPr>
        </p:nvSpPr>
        <p:spPr>
          <a:xfrm>
            <a:off x="914600" y="3694300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4"/>
          <p:cNvSpPr txBox="1"/>
          <p:nvPr>
            <p:ph idx="4" type="subTitle"/>
          </p:nvPr>
        </p:nvSpPr>
        <p:spPr>
          <a:xfrm>
            <a:off x="3523194" y="3694300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4"/>
          <p:cNvSpPr txBox="1"/>
          <p:nvPr>
            <p:ph idx="5" type="subTitle"/>
          </p:nvPr>
        </p:nvSpPr>
        <p:spPr>
          <a:xfrm>
            <a:off x="6131788" y="3694300"/>
            <a:ext cx="2097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4"/>
          <p:cNvSpPr txBox="1"/>
          <p:nvPr>
            <p:ph idx="6" type="subTitle"/>
          </p:nvPr>
        </p:nvSpPr>
        <p:spPr>
          <a:xfrm>
            <a:off x="2223019" y="15933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5" name="Google Shape;205;p24"/>
          <p:cNvSpPr txBox="1"/>
          <p:nvPr>
            <p:ph idx="7" type="subTitle"/>
          </p:nvPr>
        </p:nvSpPr>
        <p:spPr>
          <a:xfrm>
            <a:off x="4831613" y="15933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6" name="Google Shape;206;p24"/>
          <p:cNvSpPr txBox="1"/>
          <p:nvPr>
            <p:ph idx="8" type="subTitle"/>
          </p:nvPr>
        </p:nvSpPr>
        <p:spPr>
          <a:xfrm>
            <a:off x="918719" y="32969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7" name="Google Shape;207;p24"/>
          <p:cNvSpPr txBox="1"/>
          <p:nvPr>
            <p:ph idx="9" type="subTitle"/>
          </p:nvPr>
        </p:nvSpPr>
        <p:spPr>
          <a:xfrm>
            <a:off x="3527313" y="32969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08" name="Google Shape;208;p24"/>
          <p:cNvSpPr txBox="1"/>
          <p:nvPr>
            <p:ph idx="13" type="subTitle"/>
          </p:nvPr>
        </p:nvSpPr>
        <p:spPr>
          <a:xfrm>
            <a:off x="6135907" y="3296925"/>
            <a:ext cx="2089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09" name="Google Shape;209;p24"/>
          <p:cNvGrpSpPr/>
          <p:nvPr/>
        </p:nvGrpSpPr>
        <p:grpSpPr>
          <a:xfrm rot="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210" name="Google Shape;210;p24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4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4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4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4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" name="Google Shape;215;p24"/>
          <p:cNvGrpSpPr/>
          <p:nvPr/>
        </p:nvGrpSpPr>
        <p:grpSpPr>
          <a:xfrm rot="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216" name="Google Shape;216;p24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4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/>
          <p:nvPr>
            <p:ph hasCustomPrompt="1" type="title"/>
          </p:nvPr>
        </p:nvSpPr>
        <p:spPr>
          <a:xfrm>
            <a:off x="713225" y="539500"/>
            <a:ext cx="382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3" name="Google Shape;223;p25"/>
          <p:cNvSpPr txBox="1"/>
          <p:nvPr>
            <p:ph idx="1" type="subTitle"/>
          </p:nvPr>
        </p:nvSpPr>
        <p:spPr>
          <a:xfrm>
            <a:off x="713225" y="1308396"/>
            <a:ext cx="38226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4" name="Google Shape;224;p25"/>
          <p:cNvSpPr txBox="1"/>
          <p:nvPr>
            <p:ph hasCustomPrompt="1" idx="2" type="title"/>
          </p:nvPr>
        </p:nvSpPr>
        <p:spPr>
          <a:xfrm>
            <a:off x="713225" y="1984059"/>
            <a:ext cx="382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5" name="Google Shape;225;p25"/>
          <p:cNvSpPr txBox="1"/>
          <p:nvPr>
            <p:ph idx="3" type="subTitle"/>
          </p:nvPr>
        </p:nvSpPr>
        <p:spPr>
          <a:xfrm>
            <a:off x="713225" y="2752951"/>
            <a:ext cx="38226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6" name="Google Shape;226;p25"/>
          <p:cNvSpPr txBox="1"/>
          <p:nvPr>
            <p:ph hasCustomPrompt="1" idx="4" type="title"/>
          </p:nvPr>
        </p:nvSpPr>
        <p:spPr>
          <a:xfrm>
            <a:off x="713225" y="3428594"/>
            <a:ext cx="382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7" name="Google Shape;227;p25"/>
          <p:cNvSpPr txBox="1"/>
          <p:nvPr>
            <p:ph idx="5" type="subTitle"/>
          </p:nvPr>
        </p:nvSpPr>
        <p:spPr>
          <a:xfrm>
            <a:off x="713225" y="4197499"/>
            <a:ext cx="3822600" cy="4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/>
          <p:nvPr>
            <p:ph hasCustomPrompt="1" type="title"/>
          </p:nvPr>
        </p:nvSpPr>
        <p:spPr>
          <a:xfrm>
            <a:off x="1249075" y="1301725"/>
            <a:ext cx="13989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0" name="Google Shape;230;p26"/>
          <p:cNvSpPr txBox="1"/>
          <p:nvPr>
            <p:ph idx="1" type="subTitle"/>
          </p:nvPr>
        </p:nvSpPr>
        <p:spPr>
          <a:xfrm>
            <a:off x="829225" y="3789200"/>
            <a:ext cx="22386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1" name="Google Shape;231;p26"/>
          <p:cNvSpPr txBox="1"/>
          <p:nvPr>
            <p:ph idx="2" type="subTitle"/>
          </p:nvPr>
        </p:nvSpPr>
        <p:spPr>
          <a:xfrm>
            <a:off x="829225" y="3292175"/>
            <a:ext cx="22386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2" name="Google Shape;232;p26"/>
          <p:cNvSpPr txBox="1"/>
          <p:nvPr>
            <p:ph hasCustomPrompt="1" idx="3" type="title"/>
          </p:nvPr>
        </p:nvSpPr>
        <p:spPr>
          <a:xfrm>
            <a:off x="3873438" y="1301725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3" name="Google Shape;233;p26"/>
          <p:cNvSpPr txBox="1"/>
          <p:nvPr>
            <p:ph idx="4" type="subTitle"/>
          </p:nvPr>
        </p:nvSpPr>
        <p:spPr>
          <a:xfrm>
            <a:off x="3452701" y="3789200"/>
            <a:ext cx="22386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4" name="Google Shape;234;p26"/>
          <p:cNvSpPr txBox="1"/>
          <p:nvPr>
            <p:ph idx="5" type="subTitle"/>
          </p:nvPr>
        </p:nvSpPr>
        <p:spPr>
          <a:xfrm>
            <a:off x="3452704" y="3292175"/>
            <a:ext cx="22386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5" name="Google Shape;235;p26"/>
          <p:cNvSpPr txBox="1"/>
          <p:nvPr>
            <p:ph hasCustomPrompt="1" idx="6" type="title"/>
          </p:nvPr>
        </p:nvSpPr>
        <p:spPr>
          <a:xfrm>
            <a:off x="6496625" y="1301725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6" name="Google Shape;236;p26"/>
          <p:cNvSpPr txBox="1"/>
          <p:nvPr>
            <p:ph idx="7" type="subTitle"/>
          </p:nvPr>
        </p:nvSpPr>
        <p:spPr>
          <a:xfrm>
            <a:off x="6076177" y="3789200"/>
            <a:ext cx="2238600" cy="8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7" name="Google Shape;237;p26"/>
          <p:cNvSpPr txBox="1"/>
          <p:nvPr>
            <p:ph idx="8" type="subTitle"/>
          </p:nvPr>
        </p:nvSpPr>
        <p:spPr>
          <a:xfrm>
            <a:off x="6076182" y="3292175"/>
            <a:ext cx="22386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8" name="Google Shape;238;p26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39" name="Google Shape;239;p26"/>
          <p:cNvGrpSpPr/>
          <p:nvPr/>
        </p:nvGrpSpPr>
        <p:grpSpPr>
          <a:xfrm flipH="1" rot="-5400000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240" name="Google Shape;240;p26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" name="Google Shape;245;p26"/>
          <p:cNvGrpSpPr/>
          <p:nvPr/>
        </p:nvGrpSpPr>
        <p:grpSpPr>
          <a:xfrm flipH="1" rot="-5400000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246" name="Google Shape;246;p26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27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253" name="Google Shape;253;p27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7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7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7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7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8" name="Google Shape;258;p27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259" name="Google Shape;259;p27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7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7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7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7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4" name="Google Shape;264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28"/>
          <p:cNvGrpSpPr/>
          <p:nvPr/>
        </p:nvGrpSpPr>
        <p:grpSpPr>
          <a:xfrm flipH="1" rot="5400000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267" name="Google Shape;267;p28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8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8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8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8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" name="Google Shape;272;p28"/>
          <p:cNvGrpSpPr/>
          <p:nvPr/>
        </p:nvGrpSpPr>
        <p:grpSpPr>
          <a:xfrm flipH="1" rot="5400000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273" name="Google Shape;273;p28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8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8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8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8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8" name="Google Shape;278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9"/>
          <p:cNvGrpSpPr/>
          <p:nvPr/>
        </p:nvGrpSpPr>
        <p:grpSpPr>
          <a:xfrm rot="-5400000">
            <a:off x="8319450" y="4033900"/>
            <a:ext cx="1009703" cy="130500"/>
            <a:chOff x="5461400" y="616025"/>
            <a:chExt cx="1009703" cy="130500"/>
          </a:xfrm>
        </p:grpSpPr>
        <p:sp>
          <p:nvSpPr>
            <p:cNvPr id="281" name="Google Shape;281;p29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9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9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9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9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6" name="Google Shape;286;p29"/>
          <p:cNvGrpSpPr/>
          <p:nvPr/>
        </p:nvGrpSpPr>
        <p:grpSpPr>
          <a:xfrm rot="-5400000">
            <a:off x="-146725" y="979100"/>
            <a:ext cx="1009703" cy="130500"/>
            <a:chOff x="5461400" y="616025"/>
            <a:chExt cx="1009703" cy="130500"/>
          </a:xfrm>
        </p:grpSpPr>
        <p:sp>
          <p:nvSpPr>
            <p:cNvPr id="287" name="Google Shape;287;p29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9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9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9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9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0_1_1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30"/>
          <p:cNvGrpSpPr/>
          <p:nvPr/>
        </p:nvGrpSpPr>
        <p:grpSpPr>
          <a:xfrm flipH="1" rot="5400000">
            <a:off x="-146725" y="4033900"/>
            <a:ext cx="1009703" cy="130500"/>
            <a:chOff x="5461400" y="616025"/>
            <a:chExt cx="1009703" cy="130500"/>
          </a:xfrm>
        </p:grpSpPr>
        <p:sp>
          <p:nvSpPr>
            <p:cNvPr id="295" name="Google Shape;295;p30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0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30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30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0" name="Google Shape;300;p30"/>
          <p:cNvGrpSpPr/>
          <p:nvPr/>
        </p:nvGrpSpPr>
        <p:grpSpPr>
          <a:xfrm flipH="1" rot="5400000">
            <a:off x="8319450" y="979100"/>
            <a:ext cx="1009703" cy="130500"/>
            <a:chOff x="5461400" y="616025"/>
            <a:chExt cx="1009703" cy="130500"/>
          </a:xfrm>
        </p:grpSpPr>
        <p:sp>
          <p:nvSpPr>
            <p:cNvPr id="301" name="Google Shape;301;p30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0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30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0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6" name="Google Shape;306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"/>
          <p:cNvSpPr txBox="1"/>
          <p:nvPr>
            <p:ph type="title"/>
          </p:nvPr>
        </p:nvSpPr>
        <p:spPr>
          <a:xfrm>
            <a:off x="713225" y="539500"/>
            <a:ext cx="4151700" cy="11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9" name="Google Shape;309;p31"/>
          <p:cNvSpPr txBox="1"/>
          <p:nvPr>
            <p:ph idx="1" type="subTitle"/>
          </p:nvPr>
        </p:nvSpPr>
        <p:spPr>
          <a:xfrm>
            <a:off x="713225" y="1653700"/>
            <a:ext cx="4151700" cy="12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31"/>
          <p:cNvSpPr txBox="1"/>
          <p:nvPr/>
        </p:nvSpPr>
        <p:spPr>
          <a:xfrm>
            <a:off x="713225" y="3894375"/>
            <a:ext cx="41517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b="1" sz="1200" u="sng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32"/>
          <p:cNvGrpSpPr/>
          <p:nvPr/>
        </p:nvGrpSpPr>
        <p:grpSpPr>
          <a:xfrm>
            <a:off x="4067150" y="539500"/>
            <a:ext cx="1009703" cy="130500"/>
            <a:chOff x="5461400" y="616025"/>
            <a:chExt cx="1009703" cy="130500"/>
          </a:xfrm>
        </p:grpSpPr>
        <p:sp>
          <p:nvSpPr>
            <p:cNvPr id="313" name="Google Shape;313;p3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8" name="Google Shape;318;p32"/>
          <p:cNvGrpSpPr/>
          <p:nvPr/>
        </p:nvGrpSpPr>
        <p:grpSpPr>
          <a:xfrm>
            <a:off x="4067150" y="4473500"/>
            <a:ext cx="1009703" cy="130500"/>
            <a:chOff x="5461400" y="616025"/>
            <a:chExt cx="1009703" cy="130500"/>
          </a:xfrm>
        </p:grpSpPr>
        <p:sp>
          <p:nvSpPr>
            <p:cNvPr id="319" name="Google Shape;319;p32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2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2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2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2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33"/>
          <p:cNvGrpSpPr/>
          <p:nvPr/>
        </p:nvGrpSpPr>
        <p:grpSpPr>
          <a:xfrm rot="-5400000">
            <a:off x="273625" y="2506500"/>
            <a:ext cx="1009703" cy="130500"/>
            <a:chOff x="5461400" y="616025"/>
            <a:chExt cx="1009703" cy="130500"/>
          </a:xfrm>
        </p:grpSpPr>
        <p:sp>
          <p:nvSpPr>
            <p:cNvPr id="326" name="Google Shape;326;p3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3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1" name="Google Shape;331;p33"/>
          <p:cNvGrpSpPr/>
          <p:nvPr/>
        </p:nvGrpSpPr>
        <p:grpSpPr>
          <a:xfrm rot="-5400000">
            <a:off x="7860675" y="2506500"/>
            <a:ext cx="1009703" cy="130500"/>
            <a:chOff x="5461400" y="616025"/>
            <a:chExt cx="1009703" cy="130500"/>
          </a:xfrm>
        </p:grpSpPr>
        <p:sp>
          <p:nvSpPr>
            <p:cNvPr id="332" name="Google Shape;332;p33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33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3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3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33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6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useoModerno Medium"/>
              <a:buNone/>
              <a:defRPr sz="3500">
                <a:solidFill>
                  <a:schemeClr val="dk1"/>
                </a:solidFill>
                <a:latin typeface="MuseoModerno Medium"/>
                <a:ea typeface="MuseoModerno Medium"/>
                <a:cs typeface="MuseoModerno Medium"/>
                <a:sym typeface="MuseoModern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b="1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●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○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ven Pro"/>
              <a:buChar char="■"/>
              <a:defRPr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4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39" name="Google Shape;339;p34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0" r:id="rId1"/>
    <p:sldLayoutId id="2147483681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4" name="Shape 3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" name="Google Shape;3225;p71"/>
          <p:cNvSpPr txBox="1"/>
          <p:nvPr>
            <p:ph type="title"/>
          </p:nvPr>
        </p:nvSpPr>
        <p:spPr>
          <a:xfrm>
            <a:off x="713225" y="539500"/>
            <a:ext cx="4151700" cy="11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3226" name="Google Shape;3226;p71"/>
          <p:cNvSpPr txBox="1"/>
          <p:nvPr>
            <p:ph idx="1" type="subTitle"/>
          </p:nvPr>
        </p:nvSpPr>
        <p:spPr>
          <a:xfrm>
            <a:off x="713225" y="1653700"/>
            <a:ext cx="4151700" cy="12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MuseoModerno Medium"/>
                <a:ea typeface="MuseoModerno Medium"/>
                <a:cs typeface="MuseoModerno Medium"/>
                <a:sym typeface="MuseoModerno Medium"/>
              </a:rPr>
              <a:t>D</a:t>
            </a:r>
            <a:r>
              <a:rPr lang="en" sz="2200">
                <a:latin typeface="MuseoModerno Medium"/>
                <a:ea typeface="MuseoModerno Medium"/>
                <a:cs typeface="MuseoModerno Medium"/>
                <a:sym typeface="MuseoModerno Medium"/>
              </a:rPr>
              <a:t>o you have any questions?</a:t>
            </a:r>
            <a:endParaRPr sz="2200">
              <a:latin typeface="MuseoModerno Medium"/>
              <a:ea typeface="MuseoModerno Medium"/>
              <a:cs typeface="MuseoModerno Medium"/>
              <a:sym typeface="MuseoModern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aadityaincode@gmail.com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github.com/aadityaincode/novastream-billing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demo: streamlit run ui/app.py</a:t>
            </a:r>
            <a:endParaRPr/>
          </a:p>
        </p:txBody>
      </p:sp>
      <p:sp>
        <p:nvSpPr>
          <p:cNvPr id="3227" name="Google Shape;3227;p71"/>
          <p:cNvSpPr txBox="1"/>
          <p:nvPr/>
        </p:nvSpPr>
        <p:spPr>
          <a:xfrm>
            <a:off x="713225" y="290020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Please keep this slide for attribution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228" name="Google Shape;3228;p71"/>
          <p:cNvGrpSpPr/>
          <p:nvPr/>
        </p:nvGrpSpPr>
        <p:grpSpPr>
          <a:xfrm>
            <a:off x="7421075" y="539500"/>
            <a:ext cx="1009703" cy="130500"/>
            <a:chOff x="5461400" y="616025"/>
            <a:chExt cx="1009703" cy="130500"/>
          </a:xfrm>
        </p:grpSpPr>
        <p:sp>
          <p:nvSpPr>
            <p:cNvPr id="3229" name="Google Shape;3229;p71"/>
            <p:cNvSpPr/>
            <p:nvPr/>
          </p:nvSpPr>
          <p:spPr>
            <a:xfrm>
              <a:off x="5461400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71"/>
            <p:cNvSpPr/>
            <p:nvPr/>
          </p:nvSpPr>
          <p:spPr>
            <a:xfrm>
              <a:off x="5681201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71"/>
            <p:cNvSpPr/>
            <p:nvPr/>
          </p:nvSpPr>
          <p:spPr>
            <a:xfrm>
              <a:off x="5901002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71"/>
            <p:cNvSpPr/>
            <p:nvPr/>
          </p:nvSpPr>
          <p:spPr>
            <a:xfrm>
              <a:off x="61208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71"/>
            <p:cNvSpPr/>
            <p:nvPr/>
          </p:nvSpPr>
          <p:spPr>
            <a:xfrm>
              <a:off x="6340603" y="616025"/>
              <a:ext cx="130500" cy="13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34" name="Google Shape;3234;p71"/>
          <p:cNvGrpSpPr/>
          <p:nvPr/>
        </p:nvGrpSpPr>
        <p:grpSpPr>
          <a:xfrm>
            <a:off x="840236" y="3389925"/>
            <a:ext cx="387681" cy="387661"/>
            <a:chOff x="266768" y="1721375"/>
            <a:chExt cx="397907" cy="397887"/>
          </a:xfrm>
        </p:grpSpPr>
        <p:sp>
          <p:nvSpPr>
            <p:cNvPr id="3235" name="Google Shape;3235;p71"/>
            <p:cNvSpPr/>
            <p:nvPr/>
          </p:nvSpPr>
          <p:spPr>
            <a:xfrm>
              <a:off x="454843" y="1791037"/>
              <a:ext cx="136218" cy="328222"/>
            </a:xfrm>
            <a:custGeom>
              <a:rect b="b" l="l" r="r" t="t"/>
              <a:pathLst>
                <a:path extrusionOk="0" h="15727" w="6527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71"/>
            <p:cNvSpPr/>
            <p:nvPr/>
          </p:nvSpPr>
          <p:spPr>
            <a:xfrm>
              <a:off x="266768" y="1721375"/>
              <a:ext cx="397907" cy="397887"/>
            </a:xfrm>
            <a:custGeom>
              <a:rect b="b" l="l" r="r" t="t"/>
              <a:pathLst>
                <a:path extrusionOk="0" h="19065" w="19066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37" name="Google Shape;3237;p71"/>
          <p:cNvGrpSpPr/>
          <p:nvPr/>
        </p:nvGrpSpPr>
        <p:grpSpPr>
          <a:xfrm>
            <a:off x="1367892" y="3389687"/>
            <a:ext cx="387641" cy="387661"/>
            <a:chOff x="864491" y="1723250"/>
            <a:chExt cx="397866" cy="397887"/>
          </a:xfrm>
        </p:grpSpPr>
        <p:sp>
          <p:nvSpPr>
            <p:cNvPr id="3238" name="Google Shape;3238;p71"/>
            <p:cNvSpPr/>
            <p:nvPr/>
          </p:nvSpPr>
          <p:spPr>
            <a:xfrm>
              <a:off x="935197" y="1793977"/>
              <a:ext cx="256451" cy="256430"/>
            </a:xfrm>
            <a:custGeom>
              <a:rect b="b" l="l" r="r" t="t"/>
              <a:pathLst>
                <a:path extrusionOk="0" h="12287" w="12288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71"/>
            <p:cNvSpPr/>
            <p:nvPr/>
          </p:nvSpPr>
          <p:spPr>
            <a:xfrm>
              <a:off x="1005109" y="1863910"/>
              <a:ext cx="116622" cy="116559"/>
            </a:xfrm>
            <a:custGeom>
              <a:rect b="b" l="l" r="r" t="t"/>
              <a:pathLst>
                <a:path extrusionOk="0" h="5585" w="5588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71"/>
            <p:cNvSpPr/>
            <p:nvPr/>
          </p:nvSpPr>
          <p:spPr>
            <a:xfrm>
              <a:off x="864491" y="1723250"/>
              <a:ext cx="397866" cy="397887"/>
            </a:xfrm>
            <a:custGeom>
              <a:rect b="b" l="l" r="r" t="t"/>
              <a:pathLst>
                <a:path extrusionOk="0" h="19065" w="19064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41" name="Google Shape;3241;p71"/>
          <p:cNvSpPr/>
          <p:nvPr/>
        </p:nvSpPr>
        <p:spPr>
          <a:xfrm>
            <a:off x="1895492" y="3424915"/>
            <a:ext cx="388846" cy="317145"/>
          </a:xfrm>
          <a:custGeom>
            <a:rect b="b" l="l" r="r" t="t"/>
            <a:pathLst>
              <a:path extrusionOk="0" h="15596" w="19122">
                <a:moveTo>
                  <a:pt x="12981" y="0"/>
                </a:moveTo>
                <a:cubicBezTo>
                  <a:pt x="12091" y="0"/>
                  <a:pt x="10821" y="352"/>
                  <a:pt x="9915" y="1352"/>
                </a:cubicBezTo>
                <a:cubicBezTo>
                  <a:pt x="9203" y="2141"/>
                  <a:pt x="8847" y="3174"/>
                  <a:pt x="8856" y="4430"/>
                </a:cubicBezTo>
                <a:cubicBezTo>
                  <a:pt x="6243" y="4110"/>
                  <a:pt x="4101" y="2933"/>
                  <a:pt x="2323" y="846"/>
                </a:cubicBezTo>
                <a:cubicBezTo>
                  <a:pt x="2216" y="723"/>
                  <a:pt x="2064" y="650"/>
                  <a:pt x="1902" y="650"/>
                </a:cubicBezTo>
                <a:cubicBezTo>
                  <a:pt x="1875" y="650"/>
                  <a:pt x="1848" y="652"/>
                  <a:pt x="1820" y="656"/>
                </a:cubicBezTo>
                <a:cubicBezTo>
                  <a:pt x="1631" y="683"/>
                  <a:pt x="1468" y="805"/>
                  <a:pt x="1391" y="977"/>
                </a:cubicBezTo>
                <a:cubicBezTo>
                  <a:pt x="695" y="2512"/>
                  <a:pt x="701" y="3895"/>
                  <a:pt x="1403" y="5113"/>
                </a:cubicBezTo>
                <a:cubicBezTo>
                  <a:pt x="1389" y="5111"/>
                  <a:pt x="1374" y="5111"/>
                  <a:pt x="1360" y="5111"/>
                </a:cubicBezTo>
                <a:cubicBezTo>
                  <a:pt x="1076" y="5111"/>
                  <a:pt x="803" y="5375"/>
                  <a:pt x="824" y="5707"/>
                </a:cubicBezTo>
                <a:cubicBezTo>
                  <a:pt x="916" y="7101"/>
                  <a:pt x="1428" y="8182"/>
                  <a:pt x="2351" y="8934"/>
                </a:cubicBezTo>
                <a:cubicBezTo>
                  <a:pt x="2176" y="9073"/>
                  <a:pt x="2102" y="9307"/>
                  <a:pt x="2164" y="9524"/>
                </a:cubicBezTo>
                <a:cubicBezTo>
                  <a:pt x="2456" y="10535"/>
                  <a:pt x="3310" y="11633"/>
                  <a:pt x="4615" y="12155"/>
                </a:cubicBezTo>
                <a:cubicBezTo>
                  <a:pt x="3657" y="12655"/>
                  <a:pt x="2516" y="12903"/>
                  <a:pt x="1345" y="12903"/>
                </a:cubicBezTo>
                <a:cubicBezTo>
                  <a:pt x="1111" y="12903"/>
                  <a:pt x="876" y="12893"/>
                  <a:pt x="641" y="12873"/>
                </a:cubicBezTo>
                <a:cubicBezTo>
                  <a:pt x="628" y="12872"/>
                  <a:pt x="615" y="12872"/>
                  <a:pt x="603" y="12872"/>
                </a:cubicBezTo>
                <a:cubicBezTo>
                  <a:pt x="362" y="12872"/>
                  <a:pt x="155" y="13031"/>
                  <a:pt x="78" y="13266"/>
                </a:cubicBezTo>
                <a:cubicBezTo>
                  <a:pt x="0" y="13512"/>
                  <a:pt x="113" y="13788"/>
                  <a:pt x="334" y="13922"/>
                </a:cubicBezTo>
                <a:cubicBezTo>
                  <a:pt x="1162" y="14423"/>
                  <a:pt x="3243" y="15596"/>
                  <a:pt x="6294" y="15596"/>
                </a:cubicBezTo>
                <a:cubicBezTo>
                  <a:pt x="14568" y="15596"/>
                  <a:pt x="17244" y="8279"/>
                  <a:pt x="17244" y="4736"/>
                </a:cubicBezTo>
                <a:cubicBezTo>
                  <a:pt x="17241" y="4515"/>
                  <a:pt x="17243" y="4541"/>
                  <a:pt x="17230" y="4426"/>
                </a:cubicBezTo>
                <a:cubicBezTo>
                  <a:pt x="17250" y="4403"/>
                  <a:pt x="17326" y="4347"/>
                  <a:pt x="17386" y="4301"/>
                </a:cubicBezTo>
                <a:cubicBezTo>
                  <a:pt x="17696" y="4067"/>
                  <a:pt x="18237" y="3680"/>
                  <a:pt x="18983" y="2590"/>
                </a:cubicBezTo>
                <a:cubicBezTo>
                  <a:pt x="19121" y="2386"/>
                  <a:pt x="19111" y="2118"/>
                  <a:pt x="18957" y="1925"/>
                </a:cubicBezTo>
                <a:cubicBezTo>
                  <a:pt x="18840" y="1779"/>
                  <a:pt x="18708" y="1722"/>
                  <a:pt x="18558" y="1722"/>
                </a:cubicBezTo>
                <a:cubicBezTo>
                  <a:pt x="18451" y="1722"/>
                  <a:pt x="18336" y="1751"/>
                  <a:pt x="18212" y="1799"/>
                </a:cubicBezTo>
                <a:cubicBezTo>
                  <a:pt x="18352" y="1553"/>
                  <a:pt x="18467" y="1291"/>
                  <a:pt x="18559" y="1014"/>
                </a:cubicBezTo>
                <a:cubicBezTo>
                  <a:pt x="18631" y="800"/>
                  <a:pt x="18553" y="614"/>
                  <a:pt x="18382" y="465"/>
                </a:cubicBezTo>
                <a:cubicBezTo>
                  <a:pt x="18282" y="379"/>
                  <a:pt x="18151" y="335"/>
                  <a:pt x="18020" y="335"/>
                </a:cubicBezTo>
                <a:cubicBezTo>
                  <a:pt x="17928" y="335"/>
                  <a:pt x="17837" y="356"/>
                  <a:pt x="17754" y="398"/>
                </a:cubicBezTo>
                <a:cubicBezTo>
                  <a:pt x="16848" y="856"/>
                  <a:pt x="16172" y="1054"/>
                  <a:pt x="15873" y="1113"/>
                </a:cubicBezTo>
                <a:cubicBezTo>
                  <a:pt x="15090" y="395"/>
                  <a:pt x="14251" y="0"/>
                  <a:pt x="1298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42" name="Google Shape;3242;p71"/>
          <p:cNvGrpSpPr/>
          <p:nvPr/>
        </p:nvGrpSpPr>
        <p:grpSpPr>
          <a:xfrm>
            <a:off x="2424320" y="3389010"/>
            <a:ext cx="388966" cy="388966"/>
            <a:chOff x="1190625" y="238125"/>
            <a:chExt cx="5235075" cy="5235075"/>
          </a:xfrm>
        </p:grpSpPr>
        <p:sp>
          <p:nvSpPr>
            <p:cNvPr id="3243" name="Google Shape;3243;p71"/>
            <p:cNvSpPr/>
            <p:nvPr/>
          </p:nvSpPr>
          <p:spPr>
            <a:xfrm>
              <a:off x="2315100" y="1168900"/>
              <a:ext cx="2952100" cy="3373700"/>
            </a:xfrm>
            <a:custGeom>
              <a:rect b="b" l="l" r="r" t="t"/>
              <a:pathLst>
                <a:path extrusionOk="0" h="134948" w="118084">
                  <a:moveTo>
                    <a:pt x="69703" y="1"/>
                  </a:moveTo>
                  <a:cubicBezTo>
                    <a:pt x="69732" y="18483"/>
                    <a:pt x="69791" y="73192"/>
                    <a:pt x="69614" y="94277"/>
                  </a:cubicBezTo>
                  <a:cubicBezTo>
                    <a:pt x="69555" y="101848"/>
                    <a:pt x="66627" y="108827"/>
                    <a:pt x="61393" y="113914"/>
                  </a:cubicBezTo>
                  <a:cubicBezTo>
                    <a:pt x="56291" y="118871"/>
                    <a:pt x="49391" y="121638"/>
                    <a:pt x="41981" y="121638"/>
                  </a:cubicBezTo>
                  <a:cubicBezTo>
                    <a:pt x="41788" y="121638"/>
                    <a:pt x="41595" y="121636"/>
                    <a:pt x="41402" y="121632"/>
                  </a:cubicBezTo>
                  <a:cubicBezTo>
                    <a:pt x="26527" y="121336"/>
                    <a:pt x="14462" y="109005"/>
                    <a:pt x="14491" y="94159"/>
                  </a:cubicBezTo>
                  <a:cubicBezTo>
                    <a:pt x="14491" y="82094"/>
                    <a:pt x="22387" y="71477"/>
                    <a:pt x="33950" y="67988"/>
                  </a:cubicBezTo>
                  <a:lnTo>
                    <a:pt x="33861" y="54473"/>
                  </a:lnTo>
                  <a:cubicBezTo>
                    <a:pt x="25522" y="56070"/>
                    <a:pt x="17360" y="60949"/>
                    <a:pt x="11238" y="68224"/>
                  </a:cubicBezTo>
                  <a:cubicBezTo>
                    <a:pt x="3401" y="77480"/>
                    <a:pt x="1" y="88984"/>
                    <a:pt x="1864" y="99837"/>
                  </a:cubicBezTo>
                  <a:cubicBezTo>
                    <a:pt x="3668" y="109951"/>
                    <a:pt x="8961" y="119148"/>
                    <a:pt x="16857" y="125772"/>
                  </a:cubicBezTo>
                  <a:cubicBezTo>
                    <a:pt x="23901" y="131741"/>
                    <a:pt x="32192" y="134947"/>
                    <a:pt x="40396" y="134947"/>
                  </a:cubicBezTo>
                  <a:cubicBezTo>
                    <a:pt x="41215" y="134947"/>
                    <a:pt x="42034" y="134915"/>
                    <a:pt x="42851" y="134851"/>
                  </a:cubicBezTo>
                  <a:cubicBezTo>
                    <a:pt x="66893" y="133017"/>
                    <a:pt x="82508" y="116634"/>
                    <a:pt x="82596" y="93183"/>
                  </a:cubicBezTo>
                  <a:lnTo>
                    <a:pt x="82626" y="43738"/>
                  </a:lnTo>
                  <a:cubicBezTo>
                    <a:pt x="82626" y="40066"/>
                    <a:pt x="85620" y="37517"/>
                    <a:pt x="88833" y="37517"/>
                  </a:cubicBezTo>
                  <a:cubicBezTo>
                    <a:pt x="90045" y="37517"/>
                    <a:pt x="91289" y="37880"/>
                    <a:pt x="92414" y="38681"/>
                  </a:cubicBezTo>
                  <a:cubicBezTo>
                    <a:pt x="100014" y="44064"/>
                    <a:pt x="111163" y="46104"/>
                    <a:pt x="118083" y="46873"/>
                  </a:cubicBezTo>
                  <a:lnTo>
                    <a:pt x="118083" y="34127"/>
                  </a:lnTo>
                  <a:cubicBezTo>
                    <a:pt x="112405" y="32530"/>
                    <a:pt x="106432" y="30697"/>
                    <a:pt x="101197" y="27503"/>
                  </a:cubicBezTo>
                  <a:cubicBezTo>
                    <a:pt x="91320" y="21441"/>
                    <a:pt x="85228" y="12214"/>
                    <a:pt x="83069" y="30"/>
                  </a:cubicBezTo>
                  <a:lnTo>
                    <a:pt x="830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71"/>
            <p:cNvSpPr/>
            <p:nvPr/>
          </p:nvSpPr>
          <p:spPr>
            <a:xfrm>
              <a:off x="1190625" y="238125"/>
              <a:ext cx="5235075" cy="5235075"/>
            </a:xfrm>
            <a:custGeom>
              <a:rect b="b" l="l" r="r" t="t"/>
              <a:pathLst>
                <a:path extrusionOk="0" h="209403" w="209403">
                  <a:moveTo>
                    <a:pt x="108469" y="24836"/>
                  </a:moveTo>
                  <a:cubicBezTo>
                    <a:pt x="108549" y="24836"/>
                    <a:pt x="108628" y="24838"/>
                    <a:pt x="108708" y="24841"/>
                  </a:cubicBezTo>
                  <a:lnTo>
                    <a:pt x="132248" y="24841"/>
                  </a:lnTo>
                  <a:cubicBezTo>
                    <a:pt x="132267" y="24841"/>
                    <a:pt x="132287" y="24841"/>
                    <a:pt x="132306" y="24841"/>
                  </a:cubicBezTo>
                  <a:cubicBezTo>
                    <a:pt x="136154" y="24841"/>
                    <a:pt x="139377" y="27758"/>
                    <a:pt x="139789" y="31583"/>
                  </a:cubicBezTo>
                  <a:cubicBezTo>
                    <a:pt x="140794" y="42082"/>
                    <a:pt x="144993" y="49445"/>
                    <a:pt x="152653" y="54147"/>
                  </a:cubicBezTo>
                  <a:cubicBezTo>
                    <a:pt x="156556" y="56542"/>
                    <a:pt x="161406" y="57991"/>
                    <a:pt x="166463" y="59411"/>
                  </a:cubicBezTo>
                  <a:cubicBezTo>
                    <a:pt x="167557" y="59736"/>
                    <a:pt x="168651" y="59973"/>
                    <a:pt x="169775" y="60150"/>
                  </a:cubicBezTo>
                  <a:cubicBezTo>
                    <a:pt x="173028" y="60357"/>
                    <a:pt x="175512" y="63078"/>
                    <a:pt x="175453" y="66331"/>
                  </a:cubicBezTo>
                  <a:lnTo>
                    <a:pt x="175453" y="90787"/>
                  </a:lnTo>
                  <a:cubicBezTo>
                    <a:pt x="175453" y="92414"/>
                    <a:pt x="174802" y="94011"/>
                    <a:pt x="173620" y="95194"/>
                  </a:cubicBezTo>
                  <a:cubicBezTo>
                    <a:pt x="172462" y="96322"/>
                    <a:pt x="170909" y="96969"/>
                    <a:pt x="169292" y="96969"/>
                  </a:cubicBezTo>
                  <a:cubicBezTo>
                    <a:pt x="169256" y="96969"/>
                    <a:pt x="169220" y="96969"/>
                    <a:pt x="169184" y="96968"/>
                  </a:cubicBezTo>
                  <a:cubicBezTo>
                    <a:pt x="168444" y="96968"/>
                    <a:pt x="154871" y="96702"/>
                    <a:pt x="141888" y="91970"/>
                  </a:cubicBezTo>
                  <a:cubicBezTo>
                    <a:pt x="141720" y="91905"/>
                    <a:pt x="141550" y="91875"/>
                    <a:pt x="141384" y="91875"/>
                  </a:cubicBezTo>
                  <a:cubicBezTo>
                    <a:pt x="140646" y="91875"/>
                    <a:pt x="139996" y="92474"/>
                    <a:pt x="139996" y="93271"/>
                  </a:cubicBezTo>
                  <a:lnTo>
                    <a:pt x="139966" y="130444"/>
                  </a:lnTo>
                  <a:cubicBezTo>
                    <a:pt x="139848" y="160371"/>
                    <a:pt x="119265" y="182077"/>
                    <a:pt x="88776" y="184443"/>
                  </a:cubicBezTo>
                  <a:cubicBezTo>
                    <a:pt x="87653" y="184532"/>
                    <a:pt x="86529" y="184561"/>
                    <a:pt x="85405" y="184561"/>
                  </a:cubicBezTo>
                  <a:cubicBezTo>
                    <a:pt x="61481" y="184561"/>
                    <a:pt x="39095" y="164896"/>
                    <a:pt x="34629" y="139168"/>
                  </a:cubicBezTo>
                  <a:cubicBezTo>
                    <a:pt x="32116" y="124707"/>
                    <a:pt x="36522" y="109507"/>
                    <a:pt x="46724" y="97441"/>
                  </a:cubicBezTo>
                  <a:cubicBezTo>
                    <a:pt x="56803" y="85541"/>
                    <a:pt x="70647" y="78721"/>
                    <a:pt x="84747" y="78721"/>
                  </a:cubicBezTo>
                  <a:cubicBezTo>
                    <a:pt x="84839" y="78721"/>
                    <a:pt x="84930" y="78721"/>
                    <a:pt x="85021" y="78722"/>
                  </a:cubicBezTo>
                  <a:cubicBezTo>
                    <a:pt x="88392" y="78722"/>
                    <a:pt x="91142" y="81472"/>
                    <a:pt x="91172" y="84873"/>
                  </a:cubicBezTo>
                  <a:lnTo>
                    <a:pt x="91349" y="108856"/>
                  </a:lnTo>
                  <a:cubicBezTo>
                    <a:pt x="91349" y="112641"/>
                    <a:pt x="88658" y="116013"/>
                    <a:pt x="84902" y="116545"/>
                  </a:cubicBezTo>
                  <a:cubicBezTo>
                    <a:pt x="77125" y="117580"/>
                    <a:pt x="71447" y="124441"/>
                    <a:pt x="71890" y="132277"/>
                  </a:cubicBezTo>
                  <a:cubicBezTo>
                    <a:pt x="72334" y="140114"/>
                    <a:pt x="78751" y="146295"/>
                    <a:pt x="86618" y="146443"/>
                  </a:cubicBezTo>
                  <a:cubicBezTo>
                    <a:pt x="86736" y="146445"/>
                    <a:pt x="86855" y="146446"/>
                    <a:pt x="86973" y="146446"/>
                  </a:cubicBezTo>
                  <a:cubicBezTo>
                    <a:pt x="91096" y="146446"/>
                    <a:pt x="94919" y="144946"/>
                    <a:pt x="97707" y="142243"/>
                  </a:cubicBezTo>
                  <a:cubicBezTo>
                    <a:pt x="100605" y="139434"/>
                    <a:pt x="102143" y="135619"/>
                    <a:pt x="102173" y="131390"/>
                  </a:cubicBezTo>
                  <a:cubicBezTo>
                    <a:pt x="102380" y="106047"/>
                    <a:pt x="102291" y="31790"/>
                    <a:pt x="102291" y="31051"/>
                  </a:cubicBezTo>
                  <a:cubicBezTo>
                    <a:pt x="102291" y="28419"/>
                    <a:pt x="103917" y="26083"/>
                    <a:pt x="106401" y="25196"/>
                  </a:cubicBezTo>
                  <a:cubicBezTo>
                    <a:pt x="107067" y="24956"/>
                    <a:pt x="107756" y="24836"/>
                    <a:pt x="108469" y="24836"/>
                  </a:cubicBezTo>
                  <a:close/>
                  <a:moveTo>
                    <a:pt x="33831" y="0"/>
                  </a:moveTo>
                  <a:cubicBezTo>
                    <a:pt x="15141" y="0"/>
                    <a:pt x="0" y="15141"/>
                    <a:pt x="0" y="33831"/>
                  </a:cubicBezTo>
                  <a:lnTo>
                    <a:pt x="0" y="175601"/>
                  </a:lnTo>
                  <a:cubicBezTo>
                    <a:pt x="0" y="194261"/>
                    <a:pt x="15141" y="209402"/>
                    <a:pt x="33831" y="209402"/>
                  </a:cubicBezTo>
                  <a:lnTo>
                    <a:pt x="175601" y="209402"/>
                  </a:lnTo>
                  <a:cubicBezTo>
                    <a:pt x="194261" y="209402"/>
                    <a:pt x="209402" y="194261"/>
                    <a:pt x="209402" y="175601"/>
                  </a:cubicBezTo>
                  <a:lnTo>
                    <a:pt x="209402" y="33831"/>
                  </a:lnTo>
                  <a:cubicBezTo>
                    <a:pt x="209402" y="15141"/>
                    <a:pt x="194261" y="0"/>
                    <a:pt x="1756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45" name="Google Shape;3245;p71"/>
          <p:cNvGrpSpPr/>
          <p:nvPr/>
        </p:nvGrpSpPr>
        <p:grpSpPr>
          <a:xfrm>
            <a:off x="4814165" y="1099516"/>
            <a:ext cx="3758906" cy="3504492"/>
            <a:chOff x="1561000" y="353675"/>
            <a:chExt cx="5025275" cy="4685150"/>
          </a:xfrm>
        </p:grpSpPr>
        <p:sp>
          <p:nvSpPr>
            <p:cNvPr id="3246" name="Google Shape;3246;p71"/>
            <p:cNvSpPr/>
            <p:nvPr/>
          </p:nvSpPr>
          <p:spPr>
            <a:xfrm>
              <a:off x="1561000" y="353675"/>
              <a:ext cx="5025275" cy="3994500"/>
            </a:xfrm>
            <a:custGeom>
              <a:rect b="b" l="l" r="r" t="t"/>
              <a:pathLst>
                <a:path extrusionOk="0" h="159780" w="201011">
                  <a:moveTo>
                    <a:pt x="114060" y="0"/>
                  </a:moveTo>
                  <a:cubicBezTo>
                    <a:pt x="102605" y="0"/>
                    <a:pt x="87315" y="2281"/>
                    <a:pt x="72118" y="11446"/>
                  </a:cubicBezTo>
                  <a:cubicBezTo>
                    <a:pt x="41863" y="29692"/>
                    <a:pt x="26452" y="63717"/>
                    <a:pt x="13243" y="91003"/>
                  </a:cubicBezTo>
                  <a:cubicBezTo>
                    <a:pt x="0" y="118289"/>
                    <a:pt x="7339" y="145042"/>
                    <a:pt x="30255" y="156250"/>
                  </a:cubicBezTo>
                  <a:cubicBezTo>
                    <a:pt x="35415" y="158781"/>
                    <a:pt x="40212" y="159780"/>
                    <a:pt x="44918" y="159780"/>
                  </a:cubicBezTo>
                  <a:cubicBezTo>
                    <a:pt x="61112" y="159780"/>
                    <a:pt x="76212" y="147947"/>
                    <a:pt x="101206" y="146009"/>
                  </a:cubicBezTo>
                  <a:cubicBezTo>
                    <a:pt x="133496" y="143541"/>
                    <a:pt x="142135" y="147577"/>
                    <a:pt x="169021" y="128663"/>
                  </a:cubicBezTo>
                  <a:cubicBezTo>
                    <a:pt x="195907" y="109783"/>
                    <a:pt x="201010" y="68020"/>
                    <a:pt x="180095" y="38332"/>
                  </a:cubicBezTo>
                  <a:cubicBezTo>
                    <a:pt x="159181" y="8644"/>
                    <a:pt x="132995" y="2239"/>
                    <a:pt x="132995" y="2239"/>
                  </a:cubicBezTo>
                  <a:cubicBezTo>
                    <a:pt x="132995" y="2239"/>
                    <a:pt x="125410" y="0"/>
                    <a:pt x="1140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71"/>
            <p:cNvSpPr/>
            <p:nvPr/>
          </p:nvSpPr>
          <p:spPr>
            <a:xfrm>
              <a:off x="2278175" y="504725"/>
              <a:ext cx="2585200" cy="1552800"/>
            </a:xfrm>
            <a:custGeom>
              <a:rect b="b" l="l" r="r" t="t"/>
              <a:pathLst>
                <a:path extrusionOk="0" fill="none" h="62112" w="103408">
                  <a:moveTo>
                    <a:pt x="4537" y="0"/>
                  </a:moveTo>
                  <a:lnTo>
                    <a:pt x="98838" y="0"/>
                  </a:lnTo>
                  <a:cubicBezTo>
                    <a:pt x="101373" y="0"/>
                    <a:pt x="103408" y="2002"/>
                    <a:pt x="103408" y="4537"/>
                  </a:cubicBezTo>
                  <a:lnTo>
                    <a:pt x="103408" y="57541"/>
                  </a:lnTo>
                  <a:cubicBezTo>
                    <a:pt x="103408" y="60076"/>
                    <a:pt x="101373" y="62111"/>
                    <a:pt x="98838" y="62111"/>
                  </a:cubicBezTo>
                  <a:lnTo>
                    <a:pt x="4537" y="62111"/>
                  </a:lnTo>
                  <a:cubicBezTo>
                    <a:pt x="2035" y="62111"/>
                    <a:pt x="0" y="60076"/>
                    <a:pt x="0" y="57541"/>
                  </a:cubicBezTo>
                  <a:lnTo>
                    <a:pt x="0" y="4537"/>
                  </a:lnTo>
                  <a:cubicBezTo>
                    <a:pt x="0" y="2002"/>
                    <a:pt x="2035" y="0"/>
                    <a:pt x="4537" y="0"/>
                  </a:cubicBez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71"/>
            <p:cNvSpPr/>
            <p:nvPr/>
          </p:nvSpPr>
          <p:spPr>
            <a:xfrm>
              <a:off x="2375750" y="1362825"/>
              <a:ext cx="542900" cy="542925"/>
            </a:xfrm>
            <a:custGeom>
              <a:rect b="b" l="l" r="r" t="t"/>
              <a:pathLst>
                <a:path extrusionOk="0" fill="none" h="21717" w="21716">
                  <a:moveTo>
                    <a:pt x="14377" y="1969"/>
                  </a:moveTo>
                  <a:cubicBezTo>
                    <a:pt x="19314" y="3903"/>
                    <a:pt x="21716" y="9474"/>
                    <a:pt x="19748" y="14411"/>
                  </a:cubicBezTo>
                  <a:cubicBezTo>
                    <a:pt x="17813" y="19315"/>
                    <a:pt x="12242" y="21716"/>
                    <a:pt x="7305" y="19748"/>
                  </a:cubicBezTo>
                  <a:cubicBezTo>
                    <a:pt x="2402" y="17813"/>
                    <a:pt x="0" y="12243"/>
                    <a:pt x="1968" y="7339"/>
                  </a:cubicBezTo>
                  <a:cubicBezTo>
                    <a:pt x="3903" y="2402"/>
                    <a:pt x="9474" y="1"/>
                    <a:pt x="14377" y="1969"/>
                  </a:cubicBez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71"/>
            <p:cNvSpPr/>
            <p:nvPr/>
          </p:nvSpPr>
          <p:spPr>
            <a:xfrm>
              <a:off x="2547525" y="1534625"/>
              <a:ext cx="199350" cy="199325"/>
            </a:xfrm>
            <a:custGeom>
              <a:rect b="b" l="l" r="r" t="t"/>
              <a:pathLst>
                <a:path extrusionOk="0" fill="none" h="7973" w="7974">
                  <a:moveTo>
                    <a:pt x="7640" y="3403"/>
                  </a:moveTo>
                  <a:cubicBezTo>
                    <a:pt x="7973" y="5404"/>
                    <a:pt x="6605" y="7305"/>
                    <a:pt x="4571" y="7639"/>
                  </a:cubicBezTo>
                  <a:cubicBezTo>
                    <a:pt x="2536" y="7973"/>
                    <a:pt x="635" y="6605"/>
                    <a:pt x="334" y="4570"/>
                  </a:cubicBezTo>
                  <a:cubicBezTo>
                    <a:pt x="1" y="2569"/>
                    <a:pt x="1368" y="667"/>
                    <a:pt x="3370" y="334"/>
                  </a:cubicBezTo>
                  <a:cubicBezTo>
                    <a:pt x="5405" y="0"/>
                    <a:pt x="7306" y="1368"/>
                    <a:pt x="7640" y="3403"/>
                  </a:cubicBezTo>
                  <a:close/>
                </a:path>
              </a:pathLst>
            </a:custGeom>
            <a:noFill/>
            <a:ln cap="flat" cmpd="sng" w="1000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71"/>
            <p:cNvSpPr/>
            <p:nvPr/>
          </p:nvSpPr>
          <p:spPr>
            <a:xfrm>
              <a:off x="2705975" y="1467900"/>
              <a:ext cx="109275" cy="95925"/>
            </a:xfrm>
            <a:custGeom>
              <a:rect b="b" l="l" r="r" t="t"/>
              <a:pathLst>
                <a:path extrusionOk="0" fill="none" h="3837" w="4371">
                  <a:moveTo>
                    <a:pt x="1" y="3837"/>
                  </a:moveTo>
                  <a:lnTo>
                    <a:pt x="4370" y="1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71"/>
            <p:cNvSpPr/>
            <p:nvPr/>
          </p:nvSpPr>
          <p:spPr>
            <a:xfrm>
              <a:off x="2646775" y="1727250"/>
              <a:ext cx="25" cy="146800"/>
            </a:xfrm>
            <a:custGeom>
              <a:rect b="b" l="l" r="r" t="t"/>
              <a:pathLst>
                <a:path extrusionOk="0" fill="none" h="5872" w="1">
                  <a:moveTo>
                    <a:pt x="0" y="1"/>
                  </a:moveTo>
                  <a:lnTo>
                    <a:pt x="0" y="5872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71"/>
            <p:cNvSpPr/>
            <p:nvPr/>
          </p:nvSpPr>
          <p:spPr>
            <a:xfrm>
              <a:off x="2520850" y="820775"/>
              <a:ext cx="80900" cy="351950"/>
            </a:xfrm>
            <a:custGeom>
              <a:rect b="b" l="l" r="r" t="t"/>
              <a:pathLst>
                <a:path extrusionOk="0" fill="none" h="14078" w="3236">
                  <a:moveTo>
                    <a:pt x="0" y="0"/>
                  </a:moveTo>
                  <a:lnTo>
                    <a:pt x="3236" y="0"/>
                  </a:lnTo>
                  <a:lnTo>
                    <a:pt x="3236" y="14077"/>
                  </a:lnTo>
                  <a:lnTo>
                    <a:pt x="0" y="14077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71"/>
            <p:cNvSpPr/>
            <p:nvPr/>
          </p:nvSpPr>
          <p:spPr>
            <a:xfrm>
              <a:off x="2630100" y="959200"/>
              <a:ext cx="80900" cy="213525"/>
            </a:xfrm>
            <a:custGeom>
              <a:rect b="b" l="l" r="r" t="t"/>
              <a:pathLst>
                <a:path extrusionOk="0" fill="none" h="8541" w="3236">
                  <a:moveTo>
                    <a:pt x="0" y="1"/>
                  </a:moveTo>
                  <a:lnTo>
                    <a:pt x="3236" y="1"/>
                  </a:lnTo>
                  <a:lnTo>
                    <a:pt x="3236" y="8540"/>
                  </a:lnTo>
                  <a:lnTo>
                    <a:pt x="0" y="8540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71"/>
            <p:cNvSpPr/>
            <p:nvPr/>
          </p:nvSpPr>
          <p:spPr>
            <a:xfrm>
              <a:off x="2740175" y="729050"/>
              <a:ext cx="80075" cy="443675"/>
            </a:xfrm>
            <a:custGeom>
              <a:rect b="b" l="l" r="r" t="t"/>
              <a:pathLst>
                <a:path extrusionOk="0" fill="none" h="17747" w="3203">
                  <a:moveTo>
                    <a:pt x="0" y="0"/>
                  </a:moveTo>
                  <a:lnTo>
                    <a:pt x="3203" y="0"/>
                  </a:lnTo>
                  <a:lnTo>
                    <a:pt x="3203" y="17746"/>
                  </a:lnTo>
                  <a:lnTo>
                    <a:pt x="0" y="17746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71"/>
            <p:cNvSpPr/>
            <p:nvPr/>
          </p:nvSpPr>
          <p:spPr>
            <a:xfrm>
              <a:off x="2849425" y="648150"/>
              <a:ext cx="80900" cy="524575"/>
            </a:xfrm>
            <a:custGeom>
              <a:rect b="b" l="l" r="r" t="t"/>
              <a:pathLst>
                <a:path extrusionOk="0" fill="none" h="20983" w="3236">
                  <a:moveTo>
                    <a:pt x="0" y="1"/>
                  </a:moveTo>
                  <a:lnTo>
                    <a:pt x="3236" y="1"/>
                  </a:lnTo>
                  <a:lnTo>
                    <a:pt x="3236" y="20982"/>
                  </a:lnTo>
                  <a:lnTo>
                    <a:pt x="0" y="20982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71"/>
            <p:cNvSpPr/>
            <p:nvPr/>
          </p:nvSpPr>
          <p:spPr>
            <a:xfrm>
              <a:off x="2958650" y="867475"/>
              <a:ext cx="80925" cy="305250"/>
            </a:xfrm>
            <a:custGeom>
              <a:rect b="b" l="l" r="r" t="t"/>
              <a:pathLst>
                <a:path extrusionOk="0" fill="none" h="12210" w="3237">
                  <a:moveTo>
                    <a:pt x="1" y="0"/>
                  </a:moveTo>
                  <a:lnTo>
                    <a:pt x="3236" y="0"/>
                  </a:lnTo>
                  <a:lnTo>
                    <a:pt x="3236" y="12209"/>
                  </a:lnTo>
                  <a:lnTo>
                    <a:pt x="1" y="12209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71"/>
            <p:cNvSpPr/>
            <p:nvPr/>
          </p:nvSpPr>
          <p:spPr>
            <a:xfrm>
              <a:off x="3068725" y="942525"/>
              <a:ext cx="80100" cy="230200"/>
            </a:xfrm>
            <a:custGeom>
              <a:rect b="b" l="l" r="r" t="t"/>
              <a:pathLst>
                <a:path extrusionOk="0" fill="none" h="9208" w="3204">
                  <a:moveTo>
                    <a:pt x="1" y="1"/>
                  </a:moveTo>
                  <a:lnTo>
                    <a:pt x="3203" y="1"/>
                  </a:lnTo>
                  <a:lnTo>
                    <a:pt x="3203" y="9207"/>
                  </a:lnTo>
                  <a:lnTo>
                    <a:pt x="1" y="9207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71"/>
            <p:cNvSpPr/>
            <p:nvPr/>
          </p:nvSpPr>
          <p:spPr>
            <a:xfrm>
              <a:off x="3177975" y="1034250"/>
              <a:ext cx="80925" cy="138475"/>
            </a:xfrm>
            <a:custGeom>
              <a:rect b="b" l="l" r="r" t="t"/>
              <a:pathLst>
                <a:path extrusionOk="0" fill="none" h="5539" w="3237">
                  <a:moveTo>
                    <a:pt x="1" y="1"/>
                  </a:moveTo>
                  <a:lnTo>
                    <a:pt x="3236" y="1"/>
                  </a:lnTo>
                  <a:lnTo>
                    <a:pt x="3236" y="5538"/>
                  </a:lnTo>
                  <a:lnTo>
                    <a:pt x="1" y="5538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71"/>
            <p:cNvSpPr/>
            <p:nvPr/>
          </p:nvSpPr>
          <p:spPr>
            <a:xfrm>
              <a:off x="3287225" y="820775"/>
              <a:ext cx="80925" cy="351950"/>
            </a:xfrm>
            <a:custGeom>
              <a:rect b="b" l="l" r="r" t="t"/>
              <a:pathLst>
                <a:path extrusionOk="0" fill="none" h="14078" w="3237">
                  <a:moveTo>
                    <a:pt x="1" y="0"/>
                  </a:moveTo>
                  <a:lnTo>
                    <a:pt x="3236" y="0"/>
                  </a:lnTo>
                  <a:lnTo>
                    <a:pt x="3236" y="14077"/>
                  </a:lnTo>
                  <a:lnTo>
                    <a:pt x="1" y="14077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71"/>
            <p:cNvSpPr/>
            <p:nvPr/>
          </p:nvSpPr>
          <p:spPr>
            <a:xfrm>
              <a:off x="3397300" y="925025"/>
              <a:ext cx="80075" cy="247700"/>
            </a:xfrm>
            <a:custGeom>
              <a:rect b="b" l="l" r="r" t="t"/>
              <a:pathLst>
                <a:path extrusionOk="0" fill="none" h="9908" w="3203">
                  <a:moveTo>
                    <a:pt x="1" y="0"/>
                  </a:moveTo>
                  <a:lnTo>
                    <a:pt x="3203" y="0"/>
                  </a:lnTo>
                  <a:lnTo>
                    <a:pt x="3203" y="9907"/>
                  </a:lnTo>
                  <a:lnTo>
                    <a:pt x="1" y="9907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71"/>
            <p:cNvSpPr/>
            <p:nvPr/>
          </p:nvSpPr>
          <p:spPr>
            <a:xfrm>
              <a:off x="3506550" y="820775"/>
              <a:ext cx="80925" cy="351950"/>
            </a:xfrm>
            <a:custGeom>
              <a:rect b="b" l="l" r="r" t="t"/>
              <a:pathLst>
                <a:path extrusionOk="0" fill="none" h="14078" w="3237">
                  <a:moveTo>
                    <a:pt x="0" y="0"/>
                  </a:moveTo>
                  <a:lnTo>
                    <a:pt x="3236" y="0"/>
                  </a:lnTo>
                  <a:lnTo>
                    <a:pt x="3236" y="14077"/>
                  </a:lnTo>
                  <a:lnTo>
                    <a:pt x="0" y="14077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71"/>
            <p:cNvSpPr/>
            <p:nvPr/>
          </p:nvSpPr>
          <p:spPr>
            <a:xfrm>
              <a:off x="3615800" y="1040100"/>
              <a:ext cx="80900" cy="132625"/>
            </a:xfrm>
            <a:custGeom>
              <a:rect b="b" l="l" r="r" t="t"/>
              <a:pathLst>
                <a:path extrusionOk="0" fill="none" h="5305" w="3236">
                  <a:moveTo>
                    <a:pt x="0" y="0"/>
                  </a:moveTo>
                  <a:lnTo>
                    <a:pt x="3236" y="0"/>
                  </a:lnTo>
                  <a:lnTo>
                    <a:pt x="3236" y="5304"/>
                  </a:lnTo>
                  <a:lnTo>
                    <a:pt x="0" y="5304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71"/>
            <p:cNvSpPr/>
            <p:nvPr/>
          </p:nvSpPr>
          <p:spPr>
            <a:xfrm>
              <a:off x="3725875" y="820775"/>
              <a:ext cx="80925" cy="351950"/>
            </a:xfrm>
            <a:custGeom>
              <a:rect b="b" l="l" r="r" t="t"/>
              <a:pathLst>
                <a:path extrusionOk="0" fill="none" h="14078" w="3237">
                  <a:moveTo>
                    <a:pt x="0" y="0"/>
                  </a:moveTo>
                  <a:lnTo>
                    <a:pt x="3236" y="0"/>
                  </a:lnTo>
                  <a:lnTo>
                    <a:pt x="3236" y="14077"/>
                  </a:lnTo>
                  <a:lnTo>
                    <a:pt x="0" y="14077"/>
                  </a:ln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71"/>
            <p:cNvSpPr/>
            <p:nvPr/>
          </p:nvSpPr>
          <p:spPr>
            <a:xfrm>
              <a:off x="2376575" y="1172700"/>
              <a:ext cx="1722925" cy="25"/>
            </a:xfrm>
            <a:custGeom>
              <a:rect b="b" l="l" r="r" t="t"/>
              <a:pathLst>
                <a:path extrusionOk="0" fill="none" h="1" w="68917">
                  <a:moveTo>
                    <a:pt x="1" y="0"/>
                  </a:moveTo>
                  <a:lnTo>
                    <a:pt x="68916" y="0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71"/>
            <p:cNvSpPr/>
            <p:nvPr/>
          </p:nvSpPr>
          <p:spPr>
            <a:xfrm>
              <a:off x="3644150" y="1259425"/>
              <a:ext cx="331100" cy="25"/>
            </a:xfrm>
            <a:custGeom>
              <a:rect b="b" l="l" r="r" t="t"/>
              <a:pathLst>
                <a:path extrusionOk="0" fill="none" h="1" w="13244">
                  <a:moveTo>
                    <a:pt x="0" y="0"/>
                  </a:moveTo>
                  <a:lnTo>
                    <a:pt x="13243" y="0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71"/>
            <p:cNvSpPr/>
            <p:nvPr/>
          </p:nvSpPr>
          <p:spPr>
            <a:xfrm>
              <a:off x="3644150" y="1313625"/>
              <a:ext cx="331100" cy="25"/>
            </a:xfrm>
            <a:custGeom>
              <a:rect b="b" l="l" r="r" t="t"/>
              <a:pathLst>
                <a:path extrusionOk="0" fill="none" h="1" w="13244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71"/>
            <p:cNvSpPr/>
            <p:nvPr/>
          </p:nvSpPr>
          <p:spPr>
            <a:xfrm>
              <a:off x="3644150" y="1367825"/>
              <a:ext cx="331100" cy="25"/>
            </a:xfrm>
            <a:custGeom>
              <a:rect b="b" l="l" r="r" t="t"/>
              <a:pathLst>
                <a:path extrusionOk="0" fill="none" h="1" w="13244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71"/>
            <p:cNvSpPr/>
            <p:nvPr/>
          </p:nvSpPr>
          <p:spPr>
            <a:xfrm>
              <a:off x="3644150" y="1421200"/>
              <a:ext cx="331100" cy="25"/>
            </a:xfrm>
            <a:custGeom>
              <a:rect b="b" l="l" r="r" t="t"/>
              <a:pathLst>
                <a:path extrusionOk="0" fill="none" h="1" w="13244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71"/>
            <p:cNvSpPr/>
            <p:nvPr/>
          </p:nvSpPr>
          <p:spPr>
            <a:xfrm>
              <a:off x="2936150" y="1705575"/>
              <a:ext cx="331075" cy="25"/>
            </a:xfrm>
            <a:custGeom>
              <a:rect b="b" l="l" r="r" t="t"/>
              <a:pathLst>
                <a:path extrusionOk="0" fill="none" h="1" w="13243">
                  <a:moveTo>
                    <a:pt x="0" y="0"/>
                  </a:moveTo>
                  <a:lnTo>
                    <a:pt x="13243" y="0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71"/>
            <p:cNvSpPr/>
            <p:nvPr/>
          </p:nvSpPr>
          <p:spPr>
            <a:xfrm>
              <a:off x="2936150" y="1759775"/>
              <a:ext cx="331075" cy="25"/>
            </a:xfrm>
            <a:custGeom>
              <a:rect b="b" l="l" r="r" t="t"/>
              <a:pathLst>
                <a:path extrusionOk="0" fill="none" h="1" w="13243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71"/>
            <p:cNvSpPr/>
            <p:nvPr/>
          </p:nvSpPr>
          <p:spPr>
            <a:xfrm>
              <a:off x="2936150" y="1813975"/>
              <a:ext cx="331075" cy="25"/>
            </a:xfrm>
            <a:custGeom>
              <a:rect b="b" l="l" r="r" t="t"/>
              <a:pathLst>
                <a:path extrusionOk="0" fill="none" h="1" w="13243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71"/>
            <p:cNvSpPr/>
            <p:nvPr/>
          </p:nvSpPr>
          <p:spPr>
            <a:xfrm>
              <a:off x="2936150" y="1867350"/>
              <a:ext cx="331075" cy="25"/>
            </a:xfrm>
            <a:custGeom>
              <a:rect b="b" l="l" r="r" t="t"/>
              <a:pathLst>
                <a:path extrusionOk="0" fill="none" h="1" w="13243">
                  <a:moveTo>
                    <a:pt x="0" y="1"/>
                  </a:moveTo>
                  <a:lnTo>
                    <a:pt x="13243" y="1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71"/>
            <p:cNvSpPr/>
            <p:nvPr/>
          </p:nvSpPr>
          <p:spPr>
            <a:xfrm>
              <a:off x="4152000" y="628125"/>
              <a:ext cx="25" cy="1255100"/>
            </a:xfrm>
            <a:custGeom>
              <a:rect b="b" l="l" r="r" t="t"/>
              <a:pathLst>
                <a:path extrusionOk="0" fill="none" h="50204" w="1">
                  <a:moveTo>
                    <a:pt x="1" y="1"/>
                  </a:moveTo>
                  <a:lnTo>
                    <a:pt x="1" y="50204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71"/>
            <p:cNvSpPr/>
            <p:nvPr/>
          </p:nvSpPr>
          <p:spPr>
            <a:xfrm>
              <a:off x="2301525" y="2190925"/>
              <a:ext cx="961550" cy="693850"/>
            </a:xfrm>
            <a:custGeom>
              <a:rect b="b" l="l" r="r" t="t"/>
              <a:pathLst>
                <a:path extrusionOk="0" fill="none" h="27754" w="38462">
                  <a:moveTo>
                    <a:pt x="4270" y="0"/>
                  </a:moveTo>
                  <a:lnTo>
                    <a:pt x="34191" y="0"/>
                  </a:lnTo>
                  <a:cubicBezTo>
                    <a:pt x="36560" y="0"/>
                    <a:pt x="38461" y="1902"/>
                    <a:pt x="38461" y="4270"/>
                  </a:cubicBezTo>
                  <a:lnTo>
                    <a:pt x="38461" y="23484"/>
                  </a:lnTo>
                  <a:cubicBezTo>
                    <a:pt x="38461" y="25852"/>
                    <a:pt x="36560" y="27754"/>
                    <a:pt x="34191" y="27754"/>
                  </a:cubicBezTo>
                  <a:lnTo>
                    <a:pt x="4270" y="27754"/>
                  </a:lnTo>
                  <a:cubicBezTo>
                    <a:pt x="1902" y="27754"/>
                    <a:pt x="0" y="25852"/>
                    <a:pt x="0" y="23484"/>
                  </a:cubicBezTo>
                  <a:lnTo>
                    <a:pt x="0" y="4270"/>
                  </a:lnTo>
                  <a:cubicBezTo>
                    <a:pt x="0" y="1902"/>
                    <a:pt x="1902" y="0"/>
                    <a:pt x="4270" y="0"/>
                  </a:cubicBez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71"/>
            <p:cNvSpPr/>
            <p:nvPr/>
          </p:nvSpPr>
          <p:spPr>
            <a:xfrm>
              <a:off x="2301525" y="2994825"/>
              <a:ext cx="961550" cy="693850"/>
            </a:xfrm>
            <a:custGeom>
              <a:rect b="b" l="l" r="r" t="t"/>
              <a:pathLst>
                <a:path extrusionOk="0" fill="none" h="27754" w="38462">
                  <a:moveTo>
                    <a:pt x="4270" y="1"/>
                  </a:moveTo>
                  <a:lnTo>
                    <a:pt x="34191" y="1"/>
                  </a:lnTo>
                  <a:cubicBezTo>
                    <a:pt x="36560" y="1"/>
                    <a:pt x="38461" y="1902"/>
                    <a:pt x="38461" y="4270"/>
                  </a:cubicBezTo>
                  <a:lnTo>
                    <a:pt x="38461" y="23484"/>
                  </a:lnTo>
                  <a:cubicBezTo>
                    <a:pt x="38461" y="25853"/>
                    <a:pt x="36560" y="27754"/>
                    <a:pt x="34191" y="27754"/>
                  </a:cubicBezTo>
                  <a:lnTo>
                    <a:pt x="4270" y="27754"/>
                  </a:lnTo>
                  <a:cubicBezTo>
                    <a:pt x="1902" y="27754"/>
                    <a:pt x="0" y="25853"/>
                    <a:pt x="0" y="23484"/>
                  </a:cubicBezTo>
                  <a:lnTo>
                    <a:pt x="0" y="4270"/>
                  </a:lnTo>
                  <a:cubicBezTo>
                    <a:pt x="0" y="1902"/>
                    <a:pt x="1902" y="1"/>
                    <a:pt x="4270" y="1"/>
                  </a:cubicBez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71"/>
            <p:cNvSpPr/>
            <p:nvPr/>
          </p:nvSpPr>
          <p:spPr>
            <a:xfrm>
              <a:off x="2604250" y="2227625"/>
              <a:ext cx="356100" cy="278550"/>
            </a:xfrm>
            <a:custGeom>
              <a:rect b="b" l="l" r="r" t="t"/>
              <a:pathLst>
                <a:path extrusionOk="0" fill="none" h="11142" w="14244">
                  <a:moveTo>
                    <a:pt x="2102" y="11141"/>
                  </a:moveTo>
                  <a:lnTo>
                    <a:pt x="2102" y="7205"/>
                  </a:lnTo>
                  <a:cubicBezTo>
                    <a:pt x="2035" y="4370"/>
                    <a:pt x="4303" y="2035"/>
                    <a:pt x="7138" y="2035"/>
                  </a:cubicBezTo>
                  <a:cubicBezTo>
                    <a:pt x="9974" y="2035"/>
                    <a:pt x="12242" y="4370"/>
                    <a:pt x="12142" y="7205"/>
                  </a:cubicBezTo>
                  <a:lnTo>
                    <a:pt x="12142" y="11141"/>
                  </a:lnTo>
                  <a:lnTo>
                    <a:pt x="14143" y="11141"/>
                  </a:lnTo>
                  <a:lnTo>
                    <a:pt x="14143" y="7205"/>
                  </a:lnTo>
                  <a:cubicBezTo>
                    <a:pt x="14244" y="3269"/>
                    <a:pt x="11075" y="0"/>
                    <a:pt x="7138" y="0"/>
                  </a:cubicBezTo>
                  <a:cubicBezTo>
                    <a:pt x="3169" y="0"/>
                    <a:pt x="0" y="3269"/>
                    <a:pt x="100" y="7205"/>
                  </a:cubicBezTo>
                  <a:lnTo>
                    <a:pt x="100" y="11141"/>
                  </a:lnTo>
                  <a:close/>
                </a:path>
              </a:pathLst>
            </a:custGeom>
            <a:noFill/>
            <a:ln cap="rnd" cmpd="sng" w="108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71"/>
            <p:cNvSpPr/>
            <p:nvPr/>
          </p:nvSpPr>
          <p:spPr>
            <a:xfrm>
              <a:off x="2588400" y="2506150"/>
              <a:ext cx="383625" cy="324425"/>
            </a:xfrm>
            <a:custGeom>
              <a:rect b="b" l="l" r="r" t="t"/>
              <a:pathLst>
                <a:path extrusionOk="0" fill="none" h="12977" w="15345">
                  <a:moveTo>
                    <a:pt x="0" y="0"/>
                  </a:moveTo>
                  <a:lnTo>
                    <a:pt x="15345" y="0"/>
                  </a:lnTo>
                  <a:lnTo>
                    <a:pt x="15345" y="12976"/>
                  </a:lnTo>
                  <a:lnTo>
                    <a:pt x="0" y="12976"/>
                  </a:lnTo>
                  <a:close/>
                </a:path>
              </a:pathLst>
            </a:custGeom>
            <a:noFill/>
            <a:ln cap="rnd" cmpd="sng" w="108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71"/>
            <p:cNvSpPr/>
            <p:nvPr/>
          </p:nvSpPr>
          <p:spPr>
            <a:xfrm>
              <a:off x="2729325" y="2599375"/>
              <a:ext cx="90925" cy="151975"/>
            </a:xfrm>
            <a:custGeom>
              <a:rect b="b" l="l" r="r" t="t"/>
              <a:pathLst>
                <a:path extrusionOk="0" h="6079" w="3637">
                  <a:moveTo>
                    <a:pt x="1948" y="1"/>
                  </a:moveTo>
                  <a:cubicBezTo>
                    <a:pt x="1665" y="1"/>
                    <a:pt x="1374" y="76"/>
                    <a:pt x="1101" y="241"/>
                  </a:cubicBezTo>
                  <a:cubicBezTo>
                    <a:pt x="1" y="908"/>
                    <a:pt x="34" y="2543"/>
                    <a:pt x="1168" y="3143"/>
                  </a:cubicBezTo>
                  <a:lnTo>
                    <a:pt x="868" y="6078"/>
                  </a:lnTo>
                  <a:lnTo>
                    <a:pt x="3036" y="6078"/>
                  </a:lnTo>
                  <a:lnTo>
                    <a:pt x="2736" y="3143"/>
                  </a:lnTo>
                  <a:cubicBezTo>
                    <a:pt x="3270" y="2843"/>
                    <a:pt x="3637" y="2276"/>
                    <a:pt x="3603" y="1675"/>
                  </a:cubicBezTo>
                  <a:cubicBezTo>
                    <a:pt x="3603" y="696"/>
                    <a:pt x="2810" y="1"/>
                    <a:pt x="1948" y="1"/>
                  </a:cubicBez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71"/>
            <p:cNvSpPr/>
            <p:nvPr/>
          </p:nvSpPr>
          <p:spPr>
            <a:xfrm>
              <a:off x="2399925" y="3060700"/>
              <a:ext cx="652150" cy="579625"/>
            </a:xfrm>
            <a:custGeom>
              <a:rect b="b" l="l" r="r" t="t"/>
              <a:pathLst>
                <a:path extrusionOk="0" fill="none" h="23185" w="26086">
                  <a:moveTo>
                    <a:pt x="14945" y="1"/>
                  </a:moveTo>
                  <a:cubicBezTo>
                    <a:pt x="4971" y="1"/>
                    <a:pt x="1" y="12010"/>
                    <a:pt x="7039" y="19048"/>
                  </a:cubicBezTo>
                  <a:cubicBezTo>
                    <a:pt x="10208" y="22250"/>
                    <a:pt x="15011" y="23184"/>
                    <a:pt x="19181" y="21483"/>
                  </a:cubicBezTo>
                  <a:cubicBezTo>
                    <a:pt x="23351" y="19748"/>
                    <a:pt x="26086" y="15679"/>
                    <a:pt x="26086" y="11176"/>
                  </a:cubicBezTo>
                  <a:cubicBezTo>
                    <a:pt x="26086" y="5005"/>
                    <a:pt x="21082" y="1"/>
                    <a:pt x="14945" y="1"/>
                  </a:cubicBezTo>
                  <a:close/>
                  <a:moveTo>
                    <a:pt x="14945" y="1369"/>
                  </a:moveTo>
                  <a:cubicBezTo>
                    <a:pt x="15879" y="1369"/>
                    <a:pt x="16846" y="2603"/>
                    <a:pt x="17580" y="4638"/>
                  </a:cubicBezTo>
                  <a:lnTo>
                    <a:pt x="12276" y="4638"/>
                  </a:lnTo>
                  <a:cubicBezTo>
                    <a:pt x="13010" y="2603"/>
                    <a:pt x="13977" y="1369"/>
                    <a:pt x="14945" y="1369"/>
                  </a:cubicBezTo>
                  <a:close/>
                  <a:moveTo>
                    <a:pt x="17980" y="6005"/>
                  </a:moveTo>
                  <a:cubicBezTo>
                    <a:pt x="18314" y="7473"/>
                    <a:pt x="18514" y="8974"/>
                    <a:pt x="18547" y="10475"/>
                  </a:cubicBezTo>
                  <a:lnTo>
                    <a:pt x="11342" y="10475"/>
                  </a:lnTo>
                  <a:cubicBezTo>
                    <a:pt x="11342" y="8974"/>
                    <a:pt x="11542" y="7473"/>
                    <a:pt x="11876" y="6005"/>
                  </a:cubicBezTo>
                  <a:close/>
                  <a:moveTo>
                    <a:pt x="18547" y="11843"/>
                  </a:moveTo>
                  <a:cubicBezTo>
                    <a:pt x="18514" y="13577"/>
                    <a:pt x="18247" y="15312"/>
                    <a:pt x="17780" y="17013"/>
                  </a:cubicBezTo>
                  <a:lnTo>
                    <a:pt x="12076" y="17013"/>
                  </a:lnTo>
                  <a:cubicBezTo>
                    <a:pt x="11609" y="15312"/>
                    <a:pt x="11342" y="13611"/>
                    <a:pt x="11342" y="11876"/>
                  </a:cubicBezTo>
                  <a:close/>
                  <a:moveTo>
                    <a:pt x="9941" y="10475"/>
                  </a:moveTo>
                  <a:lnTo>
                    <a:pt x="5204" y="10475"/>
                  </a:lnTo>
                  <a:cubicBezTo>
                    <a:pt x="5304" y="8874"/>
                    <a:pt x="5805" y="7373"/>
                    <a:pt x="6639" y="6005"/>
                  </a:cubicBezTo>
                  <a:lnTo>
                    <a:pt x="10441" y="6005"/>
                  </a:lnTo>
                  <a:cubicBezTo>
                    <a:pt x="10141" y="7473"/>
                    <a:pt x="9974" y="8974"/>
                    <a:pt x="9941" y="10475"/>
                  </a:cubicBezTo>
                  <a:close/>
                  <a:moveTo>
                    <a:pt x="9941" y="11843"/>
                  </a:moveTo>
                  <a:cubicBezTo>
                    <a:pt x="9974" y="13577"/>
                    <a:pt x="10208" y="15312"/>
                    <a:pt x="10608" y="17013"/>
                  </a:cubicBezTo>
                  <a:lnTo>
                    <a:pt x="7106" y="17013"/>
                  </a:lnTo>
                  <a:cubicBezTo>
                    <a:pt x="5971" y="15512"/>
                    <a:pt x="5304" y="13711"/>
                    <a:pt x="5171" y="11876"/>
                  </a:cubicBezTo>
                  <a:close/>
                  <a:moveTo>
                    <a:pt x="11042" y="18381"/>
                  </a:moveTo>
                  <a:cubicBezTo>
                    <a:pt x="11309" y="19115"/>
                    <a:pt x="11676" y="19849"/>
                    <a:pt x="12143" y="20516"/>
                  </a:cubicBezTo>
                  <a:cubicBezTo>
                    <a:pt x="10742" y="20082"/>
                    <a:pt x="9441" y="19348"/>
                    <a:pt x="8373" y="18381"/>
                  </a:cubicBezTo>
                  <a:close/>
                  <a:moveTo>
                    <a:pt x="12543" y="18381"/>
                  </a:moveTo>
                  <a:lnTo>
                    <a:pt x="17313" y="18381"/>
                  </a:lnTo>
                  <a:cubicBezTo>
                    <a:pt x="16612" y="19982"/>
                    <a:pt x="15745" y="20916"/>
                    <a:pt x="14945" y="20916"/>
                  </a:cubicBezTo>
                  <a:cubicBezTo>
                    <a:pt x="14111" y="20916"/>
                    <a:pt x="13243" y="19982"/>
                    <a:pt x="12543" y="18381"/>
                  </a:cubicBezTo>
                  <a:close/>
                  <a:moveTo>
                    <a:pt x="18814" y="18381"/>
                  </a:moveTo>
                  <a:lnTo>
                    <a:pt x="21516" y="18381"/>
                  </a:lnTo>
                  <a:cubicBezTo>
                    <a:pt x="20415" y="19348"/>
                    <a:pt x="19148" y="20082"/>
                    <a:pt x="17747" y="20516"/>
                  </a:cubicBezTo>
                  <a:cubicBezTo>
                    <a:pt x="18180" y="19849"/>
                    <a:pt x="18547" y="19115"/>
                    <a:pt x="18814" y="18381"/>
                  </a:cubicBezTo>
                  <a:close/>
                  <a:moveTo>
                    <a:pt x="19214" y="16980"/>
                  </a:moveTo>
                  <a:cubicBezTo>
                    <a:pt x="19648" y="15312"/>
                    <a:pt x="19881" y="13577"/>
                    <a:pt x="19915" y="11843"/>
                  </a:cubicBezTo>
                  <a:lnTo>
                    <a:pt x="24685" y="11843"/>
                  </a:lnTo>
                  <a:cubicBezTo>
                    <a:pt x="24551" y="13711"/>
                    <a:pt x="23884" y="15512"/>
                    <a:pt x="22750" y="17013"/>
                  </a:cubicBezTo>
                  <a:close/>
                  <a:moveTo>
                    <a:pt x="19915" y="10475"/>
                  </a:moveTo>
                  <a:cubicBezTo>
                    <a:pt x="19881" y="8974"/>
                    <a:pt x="19715" y="7473"/>
                    <a:pt x="19381" y="6005"/>
                  </a:cubicBezTo>
                  <a:lnTo>
                    <a:pt x="23217" y="6005"/>
                  </a:lnTo>
                  <a:cubicBezTo>
                    <a:pt x="24051" y="7373"/>
                    <a:pt x="24551" y="8874"/>
                    <a:pt x="24651" y="10475"/>
                  </a:cubicBezTo>
                  <a:close/>
                  <a:moveTo>
                    <a:pt x="22183" y="4638"/>
                  </a:moveTo>
                  <a:lnTo>
                    <a:pt x="19014" y="4638"/>
                  </a:lnTo>
                  <a:cubicBezTo>
                    <a:pt x="18714" y="3604"/>
                    <a:pt x="18280" y="2670"/>
                    <a:pt x="17713" y="1802"/>
                  </a:cubicBezTo>
                  <a:cubicBezTo>
                    <a:pt x="19448" y="2303"/>
                    <a:pt x="20982" y="3303"/>
                    <a:pt x="22183" y="4638"/>
                  </a:cubicBezTo>
                  <a:close/>
                  <a:moveTo>
                    <a:pt x="12109" y="1802"/>
                  </a:moveTo>
                  <a:cubicBezTo>
                    <a:pt x="11542" y="2670"/>
                    <a:pt x="11108" y="3604"/>
                    <a:pt x="10808" y="4638"/>
                  </a:cubicBezTo>
                  <a:lnTo>
                    <a:pt x="7673" y="4638"/>
                  </a:lnTo>
                  <a:cubicBezTo>
                    <a:pt x="8874" y="3303"/>
                    <a:pt x="10408" y="2303"/>
                    <a:pt x="12143" y="1802"/>
                  </a:cubicBezTo>
                  <a:close/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71"/>
            <p:cNvSpPr/>
            <p:nvPr/>
          </p:nvSpPr>
          <p:spPr>
            <a:xfrm>
              <a:off x="5020125" y="2868175"/>
              <a:ext cx="871475" cy="1455975"/>
            </a:xfrm>
            <a:custGeom>
              <a:rect b="b" l="l" r="r" t="t"/>
              <a:pathLst>
                <a:path extrusionOk="0" h="58239" w="34859">
                  <a:moveTo>
                    <a:pt x="14456" y="1"/>
                  </a:moveTo>
                  <a:cubicBezTo>
                    <a:pt x="13102" y="1"/>
                    <a:pt x="11751" y="1105"/>
                    <a:pt x="10642" y="3899"/>
                  </a:cubicBezTo>
                  <a:cubicBezTo>
                    <a:pt x="7006" y="13139"/>
                    <a:pt x="13644" y="34321"/>
                    <a:pt x="13644" y="34321"/>
                  </a:cubicBezTo>
                  <a:cubicBezTo>
                    <a:pt x="13644" y="34321"/>
                    <a:pt x="8973" y="27957"/>
                    <a:pt x="5501" y="27957"/>
                  </a:cubicBezTo>
                  <a:cubicBezTo>
                    <a:pt x="4532" y="27957"/>
                    <a:pt x="3657" y="28452"/>
                    <a:pt x="3003" y="29718"/>
                  </a:cubicBezTo>
                  <a:cubicBezTo>
                    <a:pt x="1" y="35489"/>
                    <a:pt x="12977" y="58238"/>
                    <a:pt x="12977" y="58238"/>
                  </a:cubicBezTo>
                  <a:lnTo>
                    <a:pt x="18280" y="56704"/>
                  </a:lnTo>
                  <a:cubicBezTo>
                    <a:pt x="18280" y="56704"/>
                    <a:pt x="29555" y="50533"/>
                    <a:pt x="29889" y="43594"/>
                  </a:cubicBezTo>
                  <a:cubicBezTo>
                    <a:pt x="30019" y="40882"/>
                    <a:pt x="28625" y="40056"/>
                    <a:pt x="26878" y="40056"/>
                  </a:cubicBezTo>
                  <a:cubicBezTo>
                    <a:pt x="24158" y="40056"/>
                    <a:pt x="20582" y="42060"/>
                    <a:pt x="20582" y="42060"/>
                  </a:cubicBezTo>
                  <a:cubicBezTo>
                    <a:pt x="20582" y="42060"/>
                    <a:pt x="34859" y="18910"/>
                    <a:pt x="28554" y="11972"/>
                  </a:cubicBezTo>
                  <a:cubicBezTo>
                    <a:pt x="27733" y="11067"/>
                    <a:pt x="26973" y="10674"/>
                    <a:pt x="26274" y="10674"/>
                  </a:cubicBezTo>
                  <a:cubicBezTo>
                    <a:pt x="22641" y="10674"/>
                    <a:pt x="20628" y="21288"/>
                    <a:pt x="19915" y="25988"/>
                  </a:cubicBezTo>
                  <a:lnTo>
                    <a:pt x="19915" y="25988"/>
                  </a:lnTo>
                  <a:cubicBezTo>
                    <a:pt x="20379" y="22401"/>
                    <a:pt x="21191" y="15207"/>
                    <a:pt x="20949" y="10437"/>
                  </a:cubicBezTo>
                  <a:cubicBezTo>
                    <a:pt x="20716" y="5876"/>
                    <a:pt x="17578" y="1"/>
                    <a:pt x="14456" y="1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71"/>
            <p:cNvSpPr/>
            <p:nvPr/>
          </p:nvSpPr>
          <p:spPr>
            <a:xfrm>
              <a:off x="5047650" y="3090725"/>
              <a:ext cx="760575" cy="1127500"/>
            </a:xfrm>
            <a:custGeom>
              <a:rect b="b" l="l" r="r" t="t"/>
              <a:pathLst>
                <a:path extrusionOk="0" fill="none" h="45100" w="30423">
                  <a:moveTo>
                    <a:pt x="11976" y="45100"/>
                  </a:moveTo>
                  <a:cubicBezTo>
                    <a:pt x="11976" y="45100"/>
                    <a:pt x="0" y="33925"/>
                    <a:pt x="5838" y="28922"/>
                  </a:cubicBezTo>
                  <a:cubicBezTo>
                    <a:pt x="11675" y="23885"/>
                    <a:pt x="14744" y="34292"/>
                    <a:pt x="14744" y="34292"/>
                  </a:cubicBezTo>
                  <a:cubicBezTo>
                    <a:pt x="14744" y="34292"/>
                    <a:pt x="8306" y="2302"/>
                    <a:pt x="18747" y="1168"/>
                  </a:cubicBezTo>
                  <a:cubicBezTo>
                    <a:pt x="29188" y="1"/>
                    <a:pt x="21516" y="28922"/>
                    <a:pt x="21516" y="28922"/>
                  </a:cubicBezTo>
                  <a:cubicBezTo>
                    <a:pt x="21516" y="28922"/>
                    <a:pt x="30422" y="16579"/>
                    <a:pt x="29788" y="26587"/>
                  </a:cubicBezTo>
                  <a:cubicBezTo>
                    <a:pt x="29188" y="36627"/>
                    <a:pt x="16012" y="45100"/>
                    <a:pt x="16012" y="45100"/>
                  </a:cubicBez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71"/>
            <p:cNvSpPr/>
            <p:nvPr/>
          </p:nvSpPr>
          <p:spPr>
            <a:xfrm>
              <a:off x="5292000" y="3948025"/>
              <a:ext cx="202650" cy="219325"/>
            </a:xfrm>
            <a:custGeom>
              <a:rect b="b" l="l" r="r" t="t"/>
              <a:pathLst>
                <a:path extrusionOk="0" fill="none" h="8773" w="8106">
                  <a:moveTo>
                    <a:pt x="8106" y="8773"/>
                  </a:moveTo>
                  <a:lnTo>
                    <a:pt x="0" y="0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71"/>
            <p:cNvSpPr/>
            <p:nvPr/>
          </p:nvSpPr>
          <p:spPr>
            <a:xfrm>
              <a:off x="5452100" y="3542725"/>
              <a:ext cx="55075" cy="641325"/>
            </a:xfrm>
            <a:custGeom>
              <a:rect b="b" l="l" r="r" t="t"/>
              <a:pathLst>
                <a:path extrusionOk="0" fill="none" h="25653" w="2203">
                  <a:moveTo>
                    <a:pt x="1" y="25652"/>
                  </a:moveTo>
                  <a:lnTo>
                    <a:pt x="2202" y="0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71"/>
            <p:cNvSpPr/>
            <p:nvPr/>
          </p:nvSpPr>
          <p:spPr>
            <a:xfrm>
              <a:off x="5443775" y="3897150"/>
              <a:ext cx="180975" cy="240200"/>
            </a:xfrm>
            <a:custGeom>
              <a:rect b="b" l="l" r="r" t="t"/>
              <a:pathLst>
                <a:path extrusionOk="0" fill="none" h="9608" w="7239">
                  <a:moveTo>
                    <a:pt x="0" y="9607"/>
                  </a:moveTo>
                  <a:lnTo>
                    <a:pt x="7239" y="0"/>
                  </a:lnTo>
                </a:path>
              </a:pathLst>
            </a:custGeom>
            <a:noFill/>
            <a:ln cap="flat" cmpd="sng" w="10850">
              <a:solidFill>
                <a:schemeClr val="dk1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71"/>
            <p:cNvSpPr/>
            <p:nvPr/>
          </p:nvSpPr>
          <p:spPr>
            <a:xfrm>
              <a:off x="5146050" y="4093125"/>
              <a:ext cx="560425" cy="660500"/>
            </a:xfrm>
            <a:custGeom>
              <a:rect b="b" l="l" r="r" t="t"/>
              <a:pathLst>
                <a:path extrusionOk="0" h="26420" w="22417">
                  <a:moveTo>
                    <a:pt x="1" y="0"/>
                  </a:moveTo>
                  <a:lnTo>
                    <a:pt x="2236" y="26419"/>
                  </a:lnTo>
                  <a:lnTo>
                    <a:pt x="20148" y="26419"/>
                  </a:lnTo>
                  <a:lnTo>
                    <a:pt x="2241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71"/>
            <p:cNvSpPr/>
            <p:nvPr/>
          </p:nvSpPr>
          <p:spPr>
            <a:xfrm>
              <a:off x="1924575" y="4753600"/>
              <a:ext cx="176825" cy="25"/>
            </a:xfrm>
            <a:custGeom>
              <a:rect b="b" l="l" r="r" t="t"/>
              <a:pathLst>
                <a:path extrusionOk="0" fill="none" h="1" w="7073">
                  <a:moveTo>
                    <a:pt x="7073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cap="flat" cmpd="sng" w="10850">
              <a:solidFill>
                <a:srgbClr val="263238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71"/>
            <p:cNvSpPr/>
            <p:nvPr/>
          </p:nvSpPr>
          <p:spPr>
            <a:xfrm>
              <a:off x="2309850" y="4753600"/>
              <a:ext cx="3930350" cy="25"/>
            </a:xfrm>
            <a:custGeom>
              <a:rect b="b" l="l" r="r" t="t"/>
              <a:pathLst>
                <a:path extrusionOk="0" fill="none" h="1" w="157214">
                  <a:moveTo>
                    <a:pt x="157213" y="0"/>
                  </a:moveTo>
                  <a:lnTo>
                    <a:pt x="1" y="0"/>
                  </a:lnTo>
                </a:path>
              </a:pathLst>
            </a:custGeom>
            <a:solidFill>
              <a:schemeClr val="dk1"/>
            </a:solidFill>
            <a:ln cap="flat" cmpd="sng" w="10850">
              <a:solidFill>
                <a:srgbClr val="263238"/>
              </a:solidFill>
              <a:prstDash val="solid"/>
              <a:miter lim="3335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71"/>
            <p:cNvSpPr/>
            <p:nvPr/>
          </p:nvSpPr>
          <p:spPr>
            <a:xfrm>
              <a:off x="3873475" y="4799450"/>
              <a:ext cx="1261750" cy="239375"/>
            </a:xfrm>
            <a:custGeom>
              <a:rect b="b" l="l" r="r" t="t"/>
              <a:pathLst>
                <a:path extrusionOk="0" h="9575" w="50470">
                  <a:moveTo>
                    <a:pt x="25219" y="1"/>
                  </a:moveTo>
                  <a:cubicBezTo>
                    <a:pt x="11309" y="1"/>
                    <a:pt x="1" y="2136"/>
                    <a:pt x="1" y="4771"/>
                  </a:cubicBezTo>
                  <a:cubicBezTo>
                    <a:pt x="1" y="7439"/>
                    <a:pt x="11309" y="9574"/>
                    <a:pt x="25219" y="9574"/>
                  </a:cubicBezTo>
                  <a:cubicBezTo>
                    <a:pt x="39162" y="9574"/>
                    <a:pt x="50470" y="7439"/>
                    <a:pt x="50470" y="4771"/>
                  </a:cubicBezTo>
                  <a:cubicBezTo>
                    <a:pt x="50470" y="2136"/>
                    <a:pt x="39162" y="1"/>
                    <a:pt x="252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71"/>
            <p:cNvSpPr/>
            <p:nvPr/>
          </p:nvSpPr>
          <p:spPr>
            <a:xfrm>
              <a:off x="3418150" y="1620525"/>
              <a:ext cx="95100" cy="146775"/>
            </a:xfrm>
            <a:custGeom>
              <a:rect b="b" l="l" r="r" t="t"/>
              <a:pathLst>
                <a:path extrusionOk="0" h="5871" w="3804">
                  <a:moveTo>
                    <a:pt x="2202" y="0"/>
                  </a:moveTo>
                  <a:lnTo>
                    <a:pt x="1" y="5871"/>
                  </a:lnTo>
                  <a:lnTo>
                    <a:pt x="3803" y="3669"/>
                  </a:lnTo>
                  <a:lnTo>
                    <a:pt x="2202" y="0"/>
                  </a:ln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71"/>
            <p:cNvSpPr/>
            <p:nvPr/>
          </p:nvSpPr>
          <p:spPr>
            <a:xfrm>
              <a:off x="3094600" y="1338875"/>
              <a:ext cx="485350" cy="376725"/>
            </a:xfrm>
            <a:custGeom>
              <a:rect b="b" l="l" r="r" t="t"/>
              <a:pathLst>
                <a:path extrusionOk="0" h="15069" w="19414">
                  <a:moveTo>
                    <a:pt x="1419" y="0"/>
                  </a:moveTo>
                  <a:cubicBezTo>
                    <a:pt x="1076" y="0"/>
                    <a:pt x="867" y="186"/>
                    <a:pt x="867" y="658"/>
                  </a:cubicBezTo>
                  <a:cubicBezTo>
                    <a:pt x="867" y="2727"/>
                    <a:pt x="2802" y="3460"/>
                    <a:pt x="3903" y="3561"/>
                  </a:cubicBezTo>
                  <a:cubicBezTo>
                    <a:pt x="4970" y="3761"/>
                    <a:pt x="6038" y="4028"/>
                    <a:pt x="7038" y="4428"/>
                  </a:cubicBezTo>
                  <a:cubicBezTo>
                    <a:pt x="6371" y="5262"/>
                    <a:pt x="5571" y="5962"/>
                    <a:pt x="4637" y="6496"/>
                  </a:cubicBezTo>
                  <a:cubicBezTo>
                    <a:pt x="3169" y="7363"/>
                    <a:pt x="0" y="6863"/>
                    <a:pt x="1234" y="7964"/>
                  </a:cubicBezTo>
                  <a:cubicBezTo>
                    <a:pt x="2435" y="9064"/>
                    <a:pt x="4770" y="10799"/>
                    <a:pt x="6238" y="10799"/>
                  </a:cubicBezTo>
                  <a:cubicBezTo>
                    <a:pt x="7672" y="10799"/>
                    <a:pt x="12442" y="8831"/>
                    <a:pt x="12442" y="8831"/>
                  </a:cubicBezTo>
                  <a:lnTo>
                    <a:pt x="15745" y="15069"/>
                  </a:lnTo>
                  <a:lnTo>
                    <a:pt x="19414" y="11199"/>
                  </a:lnTo>
                  <a:cubicBezTo>
                    <a:pt x="17946" y="9598"/>
                    <a:pt x="16645" y="7864"/>
                    <a:pt x="15511" y="6029"/>
                  </a:cubicBezTo>
                  <a:cubicBezTo>
                    <a:pt x="14043" y="3561"/>
                    <a:pt x="12943" y="2493"/>
                    <a:pt x="11608" y="2493"/>
                  </a:cubicBezTo>
                  <a:cubicBezTo>
                    <a:pt x="10697" y="2493"/>
                    <a:pt x="9473" y="2656"/>
                    <a:pt x="8295" y="2656"/>
                  </a:cubicBezTo>
                  <a:cubicBezTo>
                    <a:pt x="7706" y="2656"/>
                    <a:pt x="7127" y="2615"/>
                    <a:pt x="6605" y="2493"/>
                  </a:cubicBezTo>
                  <a:cubicBezTo>
                    <a:pt x="5364" y="2209"/>
                    <a:pt x="2599" y="0"/>
                    <a:pt x="1419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71"/>
            <p:cNvSpPr/>
            <p:nvPr/>
          </p:nvSpPr>
          <p:spPr>
            <a:xfrm>
              <a:off x="3368125" y="1432875"/>
              <a:ext cx="120925" cy="164325"/>
            </a:xfrm>
            <a:custGeom>
              <a:rect b="b" l="l" r="r" t="t"/>
              <a:pathLst>
                <a:path extrusionOk="0" h="6573" w="4837">
                  <a:moveTo>
                    <a:pt x="3002" y="1"/>
                  </a:moveTo>
                  <a:cubicBezTo>
                    <a:pt x="2569" y="4471"/>
                    <a:pt x="0" y="5605"/>
                    <a:pt x="0" y="5605"/>
                  </a:cubicBezTo>
                  <a:lnTo>
                    <a:pt x="67" y="5638"/>
                  </a:lnTo>
                  <a:cubicBezTo>
                    <a:pt x="901" y="5338"/>
                    <a:pt x="1535" y="5071"/>
                    <a:pt x="1535" y="5071"/>
                  </a:cubicBezTo>
                  <a:lnTo>
                    <a:pt x="2302" y="6572"/>
                  </a:lnTo>
                  <a:cubicBezTo>
                    <a:pt x="3603" y="5638"/>
                    <a:pt x="4503" y="4270"/>
                    <a:pt x="4837" y="2736"/>
                  </a:cubicBezTo>
                  <a:lnTo>
                    <a:pt x="4570" y="2269"/>
                  </a:lnTo>
                  <a:cubicBezTo>
                    <a:pt x="4103" y="1468"/>
                    <a:pt x="3603" y="701"/>
                    <a:pt x="3002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71"/>
            <p:cNvSpPr/>
            <p:nvPr/>
          </p:nvSpPr>
          <p:spPr>
            <a:xfrm>
              <a:off x="3103750" y="1420300"/>
              <a:ext cx="68425" cy="141925"/>
            </a:xfrm>
            <a:custGeom>
              <a:rect b="b" l="l" r="r" t="t"/>
              <a:pathLst>
                <a:path extrusionOk="0" h="5677" w="2737">
                  <a:moveTo>
                    <a:pt x="1958" y="1"/>
                  </a:moveTo>
                  <a:cubicBezTo>
                    <a:pt x="1561" y="1"/>
                    <a:pt x="1068" y="606"/>
                    <a:pt x="868" y="1271"/>
                  </a:cubicBezTo>
                  <a:cubicBezTo>
                    <a:pt x="568" y="2272"/>
                    <a:pt x="1" y="4040"/>
                    <a:pt x="101" y="4740"/>
                  </a:cubicBezTo>
                  <a:cubicBezTo>
                    <a:pt x="141" y="5156"/>
                    <a:pt x="356" y="5677"/>
                    <a:pt x="727" y="5677"/>
                  </a:cubicBezTo>
                  <a:cubicBezTo>
                    <a:pt x="982" y="5677"/>
                    <a:pt x="1309" y="5432"/>
                    <a:pt x="1702" y="4740"/>
                  </a:cubicBezTo>
                  <a:cubicBezTo>
                    <a:pt x="1702" y="4740"/>
                    <a:pt x="2736" y="1671"/>
                    <a:pt x="2436" y="537"/>
                  </a:cubicBezTo>
                  <a:cubicBezTo>
                    <a:pt x="2335" y="156"/>
                    <a:pt x="2159" y="1"/>
                    <a:pt x="1958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71"/>
            <p:cNvSpPr/>
            <p:nvPr/>
          </p:nvSpPr>
          <p:spPr>
            <a:xfrm>
              <a:off x="3097100" y="1533225"/>
              <a:ext cx="123750" cy="60325"/>
            </a:xfrm>
            <a:custGeom>
              <a:rect b="b" l="l" r="r" t="t"/>
              <a:pathLst>
                <a:path extrusionOk="0" h="2413" w="4950">
                  <a:moveTo>
                    <a:pt x="3942" y="1"/>
                  </a:moveTo>
                  <a:cubicBezTo>
                    <a:pt x="3867" y="1"/>
                    <a:pt x="3787" y="8"/>
                    <a:pt x="3703" y="23"/>
                  </a:cubicBezTo>
                  <a:cubicBezTo>
                    <a:pt x="2769" y="190"/>
                    <a:pt x="834" y="590"/>
                    <a:pt x="434" y="823"/>
                  </a:cubicBezTo>
                  <a:cubicBezTo>
                    <a:pt x="33" y="1057"/>
                    <a:pt x="0" y="1691"/>
                    <a:pt x="634" y="2358"/>
                  </a:cubicBezTo>
                  <a:cubicBezTo>
                    <a:pt x="849" y="2394"/>
                    <a:pt x="1069" y="2413"/>
                    <a:pt x="1289" y="2413"/>
                  </a:cubicBezTo>
                  <a:cubicBezTo>
                    <a:pt x="1681" y="2413"/>
                    <a:pt x="2072" y="2353"/>
                    <a:pt x="2435" y="2224"/>
                  </a:cubicBezTo>
                  <a:cubicBezTo>
                    <a:pt x="3503" y="1924"/>
                    <a:pt x="4470" y="2124"/>
                    <a:pt x="4737" y="1391"/>
                  </a:cubicBezTo>
                  <a:cubicBezTo>
                    <a:pt x="4949" y="723"/>
                    <a:pt x="4693" y="1"/>
                    <a:pt x="3942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71"/>
            <p:cNvSpPr/>
            <p:nvPr/>
          </p:nvSpPr>
          <p:spPr>
            <a:xfrm>
              <a:off x="3088750" y="1445400"/>
              <a:ext cx="50900" cy="145650"/>
            </a:xfrm>
            <a:custGeom>
              <a:rect b="b" l="l" r="r" t="t"/>
              <a:pathLst>
                <a:path extrusionOk="0" h="5826" w="2036">
                  <a:moveTo>
                    <a:pt x="958" y="0"/>
                  </a:moveTo>
                  <a:cubicBezTo>
                    <a:pt x="539" y="0"/>
                    <a:pt x="182" y="759"/>
                    <a:pt x="134" y="1501"/>
                  </a:cubicBezTo>
                  <a:cubicBezTo>
                    <a:pt x="67" y="2535"/>
                    <a:pt x="1" y="4403"/>
                    <a:pt x="267" y="5037"/>
                  </a:cubicBezTo>
                  <a:cubicBezTo>
                    <a:pt x="413" y="5401"/>
                    <a:pt x="708" y="5826"/>
                    <a:pt x="1033" y="5826"/>
                  </a:cubicBezTo>
                  <a:cubicBezTo>
                    <a:pt x="1303" y="5826"/>
                    <a:pt x="1593" y="5533"/>
                    <a:pt x="1835" y="4670"/>
                  </a:cubicBezTo>
                  <a:cubicBezTo>
                    <a:pt x="1835" y="4670"/>
                    <a:pt x="2035" y="1434"/>
                    <a:pt x="1468" y="400"/>
                  </a:cubicBezTo>
                  <a:cubicBezTo>
                    <a:pt x="1299" y="118"/>
                    <a:pt x="1124" y="0"/>
                    <a:pt x="958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71"/>
            <p:cNvSpPr/>
            <p:nvPr/>
          </p:nvSpPr>
          <p:spPr>
            <a:xfrm>
              <a:off x="3302225" y="1435075"/>
              <a:ext cx="149825" cy="164625"/>
            </a:xfrm>
            <a:custGeom>
              <a:rect b="b" l="l" r="r" t="t"/>
              <a:pathLst>
                <a:path extrusionOk="0" h="6585" w="5993">
                  <a:moveTo>
                    <a:pt x="4013" y="1"/>
                  </a:moveTo>
                  <a:cubicBezTo>
                    <a:pt x="3770" y="1"/>
                    <a:pt x="3519" y="47"/>
                    <a:pt x="3270" y="146"/>
                  </a:cubicBezTo>
                  <a:cubicBezTo>
                    <a:pt x="2069" y="647"/>
                    <a:pt x="1" y="4616"/>
                    <a:pt x="1" y="4616"/>
                  </a:cubicBezTo>
                  <a:lnTo>
                    <a:pt x="701" y="6584"/>
                  </a:lnTo>
                  <a:cubicBezTo>
                    <a:pt x="701" y="6584"/>
                    <a:pt x="2903" y="5817"/>
                    <a:pt x="3904" y="5383"/>
                  </a:cubicBezTo>
                  <a:cubicBezTo>
                    <a:pt x="5171" y="4716"/>
                    <a:pt x="5939" y="3449"/>
                    <a:pt x="5939" y="2048"/>
                  </a:cubicBezTo>
                  <a:cubicBezTo>
                    <a:pt x="5993" y="881"/>
                    <a:pt x="5075" y="1"/>
                    <a:pt x="4013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71"/>
            <p:cNvSpPr/>
            <p:nvPr/>
          </p:nvSpPr>
          <p:spPr>
            <a:xfrm>
              <a:off x="3152125" y="1529725"/>
              <a:ext cx="124775" cy="84150"/>
            </a:xfrm>
            <a:custGeom>
              <a:rect b="b" l="l" r="r" t="t"/>
              <a:pathLst>
                <a:path extrusionOk="0" h="3366" w="4991">
                  <a:moveTo>
                    <a:pt x="4029" y="1"/>
                  </a:moveTo>
                  <a:cubicBezTo>
                    <a:pt x="3871" y="1"/>
                    <a:pt x="3695" y="41"/>
                    <a:pt x="3503" y="130"/>
                  </a:cubicBezTo>
                  <a:cubicBezTo>
                    <a:pt x="2603" y="597"/>
                    <a:pt x="701" y="1531"/>
                    <a:pt x="334" y="1864"/>
                  </a:cubicBezTo>
                  <a:cubicBezTo>
                    <a:pt x="1" y="2231"/>
                    <a:pt x="134" y="2865"/>
                    <a:pt x="1001" y="3365"/>
                  </a:cubicBezTo>
                  <a:cubicBezTo>
                    <a:pt x="1635" y="3332"/>
                    <a:pt x="2269" y="3098"/>
                    <a:pt x="2803" y="2765"/>
                  </a:cubicBezTo>
                  <a:cubicBezTo>
                    <a:pt x="3803" y="2131"/>
                    <a:pt x="4904" y="2064"/>
                    <a:pt x="4938" y="1264"/>
                  </a:cubicBezTo>
                  <a:cubicBezTo>
                    <a:pt x="4991" y="601"/>
                    <a:pt x="4643" y="1"/>
                    <a:pt x="4029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71"/>
            <p:cNvSpPr/>
            <p:nvPr/>
          </p:nvSpPr>
          <p:spPr>
            <a:xfrm>
              <a:off x="3120100" y="1462500"/>
              <a:ext cx="70425" cy="150150"/>
            </a:xfrm>
            <a:custGeom>
              <a:rect b="b" l="l" r="r" t="t"/>
              <a:pathLst>
                <a:path extrusionOk="0" h="6006" w="2817">
                  <a:moveTo>
                    <a:pt x="711" y="0"/>
                  </a:moveTo>
                  <a:cubicBezTo>
                    <a:pt x="198" y="0"/>
                    <a:pt x="1" y="969"/>
                    <a:pt x="181" y="1818"/>
                  </a:cubicBezTo>
                  <a:cubicBezTo>
                    <a:pt x="414" y="2885"/>
                    <a:pt x="848" y="4820"/>
                    <a:pt x="1315" y="5420"/>
                  </a:cubicBezTo>
                  <a:cubicBezTo>
                    <a:pt x="1540" y="5709"/>
                    <a:pt x="1895" y="6006"/>
                    <a:pt x="2204" y="6006"/>
                  </a:cubicBezTo>
                  <a:cubicBezTo>
                    <a:pt x="2537" y="6006"/>
                    <a:pt x="2816" y="5660"/>
                    <a:pt x="2816" y="4586"/>
                  </a:cubicBezTo>
                  <a:cubicBezTo>
                    <a:pt x="2816" y="4586"/>
                    <a:pt x="2116" y="1184"/>
                    <a:pt x="1248" y="283"/>
                  </a:cubicBezTo>
                  <a:cubicBezTo>
                    <a:pt x="1042" y="85"/>
                    <a:pt x="863" y="0"/>
                    <a:pt x="711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71"/>
            <p:cNvSpPr/>
            <p:nvPr/>
          </p:nvSpPr>
          <p:spPr>
            <a:xfrm>
              <a:off x="3218850" y="1546375"/>
              <a:ext cx="120950" cy="90000"/>
            </a:xfrm>
            <a:custGeom>
              <a:rect b="b" l="l" r="r" t="t"/>
              <a:pathLst>
                <a:path extrusionOk="0" h="3600" w="4838">
                  <a:moveTo>
                    <a:pt x="3886" y="0"/>
                  </a:moveTo>
                  <a:cubicBezTo>
                    <a:pt x="3718" y="0"/>
                    <a:pt x="3533" y="50"/>
                    <a:pt x="3336" y="164"/>
                  </a:cubicBezTo>
                  <a:cubicBezTo>
                    <a:pt x="2435" y="698"/>
                    <a:pt x="634" y="1765"/>
                    <a:pt x="300" y="2132"/>
                  </a:cubicBezTo>
                  <a:cubicBezTo>
                    <a:pt x="0" y="2499"/>
                    <a:pt x="167" y="3133"/>
                    <a:pt x="1068" y="3600"/>
                  </a:cubicBezTo>
                  <a:cubicBezTo>
                    <a:pt x="1701" y="3500"/>
                    <a:pt x="2302" y="3233"/>
                    <a:pt x="2836" y="2833"/>
                  </a:cubicBezTo>
                  <a:cubicBezTo>
                    <a:pt x="3770" y="2132"/>
                    <a:pt x="4837" y="1999"/>
                    <a:pt x="4837" y="1198"/>
                  </a:cubicBezTo>
                  <a:cubicBezTo>
                    <a:pt x="4837" y="579"/>
                    <a:pt x="4458" y="0"/>
                    <a:pt x="3886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71"/>
            <p:cNvSpPr/>
            <p:nvPr/>
          </p:nvSpPr>
          <p:spPr>
            <a:xfrm>
              <a:off x="3179625" y="1487225"/>
              <a:ext cx="78550" cy="147300"/>
            </a:xfrm>
            <a:custGeom>
              <a:rect b="b" l="l" r="r" t="t"/>
              <a:pathLst>
                <a:path extrusionOk="0" h="5892" w="3142">
                  <a:moveTo>
                    <a:pt x="646" y="0"/>
                  </a:moveTo>
                  <a:cubicBezTo>
                    <a:pt x="132" y="0"/>
                    <a:pt x="1" y="996"/>
                    <a:pt x="235" y="1830"/>
                  </a:cubicBezTo>
                  <a:cubicBezTo>
                    <a:pt x="535" y="2930"/>
                    <a:pt x="1102" y="4798"/>
                    <a:pt x="1636" y="5365"/>
                  </a:cubicBezTo>
                  <a:cubicBezTo>
                    <a:pt x="1868" y="5628"/>
                    <a:pt x="2222" y="5892"/>
                    <a:pt x="2522" y="5892"/>
                  </a:cubicBezTo>
                  <a:cubicBezTo>
                    <a:pt x="2868" y="5892"/>
                    <a:pt x="3142" y="5540"/>
                    <a:pt x="3070" y="4431"/>
                  </a:cubicBezTo>
                  <a:cubicBezTo>
                    <a:pt x="3070" y="4431"/>
                    <a:pt x="2136" y="1096"/>
                    <a:pt x="1169" y="262"/>
                  </a:cubicBezTo>
                  <a:cubicBezTo>
                    <a:pt x="964" y="79"/>
                    <a:pt x="790" y="0"/>
                    <a:pt x="646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71"/>
            <p:cNvSpPr/>
            <p:nvPr/>
          </p:nvSpPr>
          <p:spPr>
            <a:xfrm>
              <a:off x="3195500" y="1383675"/>
              <a:ext cx="90075" cy="65900"/>
            </a:xfrm>
            <a:custGeom>
              <a:rect b="b" l="l" r="r" t="t"/>
              <a:pathLst>
                <a:path extrusionOk="0" h="2636" w="3603">
                  <a:moveTo>
                    <a:pt x="1068" y="1"/>
                  </a:moveTo>
                  <a:lnTo>
                    <a:pt x="1068" y="1"/>
                  </a:lnTo>
                  <a:cubicBezTo>
                    <a:pt x="1168" y="334"/>
                    <a:pt x="1201" y="701"/>
                    <a:pt x="1101" y="1068"/>
                  </a:cubicBezTo>
                  <a:cubicBezTo>
                    <a:pt x="1013" y="1508"/>
                    <a:pt x="615" y="1820"/>
                    <a:pt x="179" y="1820"/>
                  </a:cubicBezTo>
                  <a:cubicBezTo>
                    <a:pt x="120" y="1820"/>
                    <a:pt x="60" y="1814"/>
                    <a:pt x="0" y="1802"/>
                  </a:cubicBezTo>
                  <a:lnTo>
                    <a:pt x="0" y="1802"/>
                  </a:lnTo>
                  <a:cubicBezTo>
                    <a:pt x="1001" y="2002"/>
                    <a:pt x="2035" y="2269"/>
                    <a:pt x="3002" y="2636"/>
                  </a:cubicBezTo>
                  <a:cubicBezTo>
                    <a:pt x="3603" y="2336"/>
                    <a:pt x="3436" y="1402"/>
                    <a:pt x="3303" y="801"/>
                  </a:cubicBezTo>
                  <a:cubicBezTo>
                    <a:pt x="3036" y="768"/>
                    <a:pt x="2802" y="734"/>
                    <a:pt x="2569" y="668"/>
                  </a:cubicBezTo>
                  <a:cubicBezTo>
                    <a:pt x="2035" y="501"/>
                    <a:pt x="1535" y="301"/>
                    <a:pt x="1068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71"/>
            <p:cNvSpPr/>
            <p:nvPr/>
          </p:nvSpPr>
          <p:spPr>
            <a:xfrm>
              <a:off x="4048600" y="3417625"/>
              <a:ext cx="418650" cy="1478700"/>
            </a:xfrm>
            <a:custGeom>
              <a:rect b="b" l="l" r="r" t="t"/>
              <a:pathLst>
                <a:path extrusionOk="0" h="59148" w="16746">
                  <a:moveTo>
                    <a:pt x="4837" y="1"/>
                  </a:moveTo>
                  <a:cubicBezTo>
                    <a:pt x="4837" y="1"/>
                    <a:pt x="4304" y="4871"/>
                    <a:pt x="5004" y="8907"/>
                  </a:cubicBezTo>
                  <a:cubicBezTo>
                    <a:pt x="5671" y="12943"/>
                    <a:pt x="6605" y="24652"/>
                    <a:pt x="7272" y="29522"/>
                  </a:cubicBezTo>
                  <a:cubicBezTo>
                    <a:pt x="7840" y="33892"/>
                    <a:pt x="8006" y="38295"/>
                    <a:pt x="7806" y="42698"/>
                  </a:cubicBezTo>
                  <a:cubicBezTo>
                    <a:pt x="7673" y="46467"/>
                    <a:pt x="6338" y="50670"/>
                    <a:pt x="4437" y="52805"/>
                  </a:cubicBezTo>
                  <a:cubicBezTo>
                    <a:pt x="2569" y="54974"/>
                    <a:pt x="1" y="57409"/>
                    <a:pt x="267" y="58476"/>
                  </a:cubicBezTo>
                  <a:cubicBezTo>
                    <a:pt x="405" y="58967"/>
                    <a:pt x="1869" y="59147"/>
                    <a:pt x="3685" y="59147"/>
                  </a:cubicBezTo>
                  <a:cubicBezTo>
                    <a:pt x="5820" y="59147"/>
                    <a:pt x="8442" y="58898"/>
                    <a:pt x="9974" y="58609"/>
                  </a:cubicBezTo>
                  <a:cubicBezTo>
                    <a:pt x="12810" y="58076"/>
                    <a:pt x="14578" y="56975"/>
                    <a:pt x="14978" y="55641"/>
                  </a:cubicBezTo>
                  <a:cubicBezTo>
                    <a:pt x="15412" y="54306"/>
                    <a:pt x="15645" y="50537"/>
                    <a:pt x="15645" y="49169"/>
                  </a:cubicBezTo>
                  <a:cubicBezTo>
                    <a:pt x="15645" y="47835"/>
                    <a:pt x="14845" y="45533"/>
                    <a:pt x="14311" y="44466"/>
                  </a:cubicBezTo>
                  <a:cubicBezTo>
                    <a:pt x="13777" y="43399"/>
                    <a:pt x="13510" y="40697"/>
                    <a:pt x="13777" y="37594"/>
                  </a:cubicBezTo>
                  <a:cubicBezTo>
                    <a:pt x="14044" y="34492"/>
                    <a:pt x="16179" y="26553"/>
                    <a:pt x="16446" y="19014"/>
                  </a:cubicBezTo>
                  <a:cubicBezTo>
                    <a:pt x="16746" y="11442"/>
                    <a:pt x="14311" y="5938"/>
                    <a:pt x="14177" y="4704"/>
                  </a:cubicBezTo>
                  <a:cubicBezTo>
                    <a:pt x="14044" y="3503"/>
                    <a:pt x="14177" y="268"/>
                    <a:pt x="14177" y="268"/>
                  </a:cubicBezTo>
                  <a:lnTo>
                    <a:pt x="4837" y="1"/>
                  </a:ln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71"/>
            <p:cNvSpPr/>
            <p:nvPr/>
          </p:nvSpPr>
          <p:spPr>
            <a:xfrm>
              <a:off x="4338800" y="3423475"/>
              <a:ext cx="127625" cy="1018725"/>
            </a:xfrm>
            <a:custGeom>
              <a:rect b="b" l="l" r="r" t="t"/>
              <a:pathLst>
                <a:path extrusionOk="0" h="40749" w="5105">
                  <a:moveTo>
                    <a:pt x="1035" y="0"/>
                  </a:moveTo>
                  <a:cubicBezTo>
                    <a:pt x="668" y="1768"/>
                    <a:pt x="1" y="6405"/>
                    <a:pt x="1235" y="10675"/>
                  </a:cubicBezTo>
                  <a:cubicBezTo>
                    <a:pt x="2803" y="16045"/>
                    <a:pt x="2002" y="23884"/>
                    <a:pt x="1335" y="29255"/>
                  </a:cubicBezTo>
                  <a:cubicBezTo>
                    <a:pt x="668" y="34658"/>
                    <a:pt x="401" y="40162"/>
                    <a:pt x="801" y="40563"/>
                  </a:cubicBezTo>
                  <a:cubicBezTo>
                    <a:pt x="893" y="40669"/>
                    <a:pt x="1047" y="40748"/>
                    <a:pt x="1239" y="40748"/>
                  </a:cubicBezTo>
                  <a:cubicBezTo>
                    <a:pt x="1466" y="40748"/>
                    <a:pt x="1746" y="40637"/>
                    <a:pt x="2036" y="40329"/>
                  </a:cubicBezTo>
                  <a:cubicBezTo>
                    <a:pt x="2002" y="39329"/>
                    <a:pt x="2036" y="38361"/>
                    <a:pt x="2136" y="37360"/>
                  </a:cubicBezTo>
                  <a:cubicBezTo>
                    <a:pt x="2403" y="34258"/>
                    <a:pt x="4571" y="26319"/>
                    <a:pt x="4838" y="18780"/>
                  </a:cubicBezTo>
                  <a:cubicBezTo>
                    <a:pt x="5105" y="11208"/>
                    <a:pt x="2669" y="5704"/>
                    <a:pt x="2536" y="4470"/>
                  </a:cubicBezTo>
                  <a:cubicBezTo>
                    <a:pt x="2403" y="3269"/>
                    <a:pt x="2536" y="34"/>
                    <a:pt x="2536" y="34"/>
                  </a:cubicBezTo>
                  <a:lnTo>
                    <a:pt x="1035" y="0"/>
                  </a:ln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71"/>
            <p:cNvSpPr/>
            <p:nvPr/>
          </p:nvSpPr>
          <p:spPr>
            <a:xfrm>
              <a:off x="4297950" y="3551900"/>
              <a:ext cx="130950" cy="98425"/>
            </a:xfrm>
            <a:custGeom>
              <a:rect b="b" l="l" r="r" t="t"/>
              <a:pathLst>
                <a:path extrusionOk="0" h="3937" w="5238">
                  <a:moveTo>
                    <a:pt x="4337" y="0"/>
                  </a:moveTo>
                  <a:lnTo>
                    <a:pt x="0" y="567"/>
                  </a:lnTo>
                  <a:lnTo>
                    <a:pt x="534" y="3937"/>
                  </a:lnTo>
                  <a:lnTo>
                    <a:pt x="5237" y="3236"/>
                  </a:lnTo>
                  <a:cubicBezTo>
                    <a:pt x="4871" y="1802"/>
                    <a:pt x="4537" y="701"/>
                    <a:pt x="4337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71"/>
            <p:cNvSpPr/>
            <p:nvPr/>
          </p:nvSpPr>
          <p:spPr>
            <a:xfrm>
              <a:off x="4174525" y="3501850"/>
              <a:ext cx="172650" cy="309450"/>
            </a:xfrm>
            <a:custGeom>
              <a:rect b="b" l="l" r="r" t="t"/>
              <a:pathLst>
                <a:path extrusionOk="0" h="12378" w="6906">
                  <a:moveTo>
                    <a:pt x="3337" y="1"/>
                  </a:moveTo>
                  <a:cubicBezTo>
                    <a:pt x="3325" y="1"/>
                    <a:pt x="3314" y="1"/>
                    <a:pt x="3303" y="1"/>
                  </a:cubicBezTo>
                  <a:cubicBezTo>
                    <a:pt x="1435" y="34"/>
                    <a:pt x="1" y="2870"/>
                    <a:pt x="101" y="6272"/>
                  </a:cubicBezTo>
                  <a:cubicBezTo>
                    <a:pt x="167" y="9667"/>
                    <a:pt x="1698" y="12378"/>
                    <a:pt x="3536" y="12378"/>
                  </a:cubicBezTo>
                  <a:cubicBezTo>
                    <a:pt x="3558" y="12378"/>
                    <a:pt x="3581" y="12377"/>
                    <a:pt x="3603" y="12376"/>
                  </a:cubicBezTo>
                  <a:cubicBezTo>
                    <a:pt x="5471" y="12343"/>
                    <a:pt x="6905" y="9541"/>
                    <a:pt x="6839" y="6105"/>
                  </a:cubicBezTo>
                  <a:cubicBezTo>
                    <a:pt x="6739" y="2723"/>
                    <a:pt x="5190" y="1"/>
                    <a:pt x="3337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71"/>
            <p:cNvSpPr/>
            <p:nvPr/>
          </p:nvSpPr>
          <p:spPr>
            <a:xfrm>
              <a:off x="4054450" y="4659350"/>
              <a:ext cx="384450" cy="239050"/>
            </a:xfrm>
            <a:custGeom>
              <a:rect b="b" l="l" r="r" t="t"/>
              <a:pathLst>
                <a:path extrusionOk="0" h="9562" w="15378">
                  <a:moveTo>
                    <a:pt x="15378" y="1"/>
                  </a:moveTo>
                  <a:cubicBezTo>
                    <a:pt x="15344" y="1"/>
                    <a:pt x="15311" y="34"/>
                    <a:pt x="15278" y="34"/>
                  </a:cubicBezTo>
                  <a:cubicBezTo>
                    <a:pt x="14177" y="568"/>
                    <a:pt x="11775" y="1135"/>
                    <a:pt x="10941" y="3003"/>
                  </a:cubicBezTo>
                  <a:cubicBezTo>
                    <a:pt x="10141" y="4904"/>
                    <a:pt x="9740" y="7873"/>
                    <a:pt x="7572" y="8540"/>
                  </a:cubicBezTo>
                  <a:cubicBezTo>
                    <a:pt x="6853" y="8756"/>
                    <a:pt x="5669" y="8829"/>
                    <a:pt x="4418" y="8829"/>
                  </a:cubicBezTo>
                  <a:cubicBezTo>
                    <a:pt x="2768" y="8829"/>
                    <a:pt x="1001" y="8702"/>
                    <a:pt x="33" y="8607"/>
                  </a:cubicBezTo>
                  <a:cubicBezTo>
                    <a:pt x="0" y="8674"/>
                    <a:pt x="0" y="8740"/>
                    <a:pt x="33" y="8807"/>
                  </a:cubicBezTo>
                  <a:cubicBezTo>
                    <a:pt x="166" y="9336"/>
                    <a:pt x="1862" y="9562"/>
                    <a:pt x="3877" y="9562"/>
                  </a:cubicBezTo>
                  <a:cubicBezTo>
                    <a:pt x="5928" y="9562"/>
                    <a:pt x="8310" y="9328"/>
                    <a:pt x="9707" y="8940"/>
                  </a:cubicBezTo>
                  <a:cubicBezTo>
                    <a:pt x="13576" y="7873"/>
                    <a:pt x="14611" y="8107"/>
                    <a:pt x="15011" y="6739"/>
                  </a:cubicBezTo>
                  <a:cubicBezTo>
                    <a:pt x="15378" y="5538"/>
                    <a:pt x="15344" y="1635"/>
                    <a:pt x="15378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71"/>
            <p:cNvSpPr/>
            <p:nvPr/>
          </p:nvSpPr>
          <p:spPr>
            <a:xfrm>
              <a:off x="4243750" y="4391675"/>
              <a:ext cx="150125" cy="108950"/>
            </a:xfrm>
            <a:custGeom>
              <a:rect b="b" l="l" r="r" t="t"/>
              <a:pathLst>
                <a:path extrusionOk="0" h="4358" w="6005">
                  <a:moveTo>
                    <a:pt x="5838" y="0"/>
                  </a:moveTo>
                  <a:lnTo>
                    <a:pt x="5838" y="0"/>
                  </a:lnTo>
                  <a:cubicBezTo>
                    <a:pt x="4700" y="506"/>
                    <a:pt x="3469" y="759"/>
                    <a:pt x="2229" y="759"/>
                  </a:cubicBezTo>
                  <a:cubicBezTo>
                    <a:pt x="1506" y="759"/>
                    <a:pt x="780" y="672"/>
                    <a:pt x="67" y="500"/>
                  </a:cubicBezTo>
                  <a:cubicBezTo>
                    <a:pt x="67" y="1635"/>
                    <a:pt x="34" y="2702"/>
                    <a:pt x="0" y="3736"/>
                  </a:cubicBezTo>
                  <a:cubicBezTo>
                    <a:pt x="0" y="3870"/>
                    <a:pt x="0" y="3970"/>
                    <a:pt x="0" y="4103"/>
                  </a:cubicBezTo>
                  <a:cubicBezTo>
                    <a:pt x="611" y="4284"/>
                    <a:pt x="1302" y="4358"/>
                    <a:pt x="2016" y="4358"/>
                  </a:cubicBezTo>
                  <a:cubicBezTo>
                    <a:pt x="3406" y="4358"/>
                    <a:pt x="4880" y="4078"/>
                    <a:pt x="6004" y="3769"/>
                  </a:cubicBezTo>
                  <a:cubicBezTo>
                    <a:pt x="5838" y="2502"/>
                    <a:pt x="5804" y="1268"/>
                    <a:pt x="5838" y="0"/>
                  </a:cubicBez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71"/>
            <p:cNvSpPr/>
            <p:nvPr/>
          </p:nvSpPr>
          <p:spPr>
            <a:xfrm>
              <a:off x="4281275" y="4485900"/>
              <a:ext cx="131775" cy="103550"/>
            </a:xfrm>
            <a:custGeom>
              <a:rect b="b" l="l" r="r" t="t"/>
              <a:pathLst>
                <a:path extrusionOk="0" h="4142" w="5271">
                  <a:moveTo>
                    <a:pt x="4503" y="0"/>
                  </a:moveTo>
                  <a:cubicBezTo>
                    <a:pt x="4503" y="0"/>
                    <a:pt x="0" y="2135"/>
                    <a:pt x="1068" y="3736"/>
                  </a:cubicBezTo>
                  <a:cubicBezTo>
                    <a:pt x="1262" y="4024"/>
                    <a:pt x="1546" y="4142"/>
                    <a:pt x="1883" y="4142"/>
                  </a:cubicBezTo>
                  <a:cubicBezTo>
                    <a:pt x="2876" y="4142"/>
                    <a:pt x="4324" y="3116"/>
                    <a:pt x="5271" y="2369"/>
                  </a:cubicBezTo>
                  <a:cubicBezTo>
                    <a:pt x="5171" y="2135"/>
                    <a:pt x="5071" y="1902"/>
                    <a:pt x="4970" y="1735"/>
                  </a:cubicBezTo>
                  <a:cubicBezTo>
                    <a:pt x="4737" y="1168"/>
                    <a:pt x="4570" y="601"/>
                    <a:pt x="4503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71"/>
            <p:cNvSpPr/>
            <p:nvPr/>
          </p:nvSpPr>
          <p:spPr>
            <a:xfrm>
              <a:off x="4130000" y="4678525"/>
              <a:ext cx="125450" cy="131025"/>
            </a:xfrm>
            <a:custGeom>
              <a:rect b="b" l="l" r="r" t="t"/>
              <a:pathLst>
                <a:path extrusionOk="0" h="5241" w="5018">
                  <a:moveTo>
                    <a:pt x="2716" y="1"/>
                  </a:moveTo>
                  <a:cubicBezTo>
                    <a:pt x="2315" y="868"/>
                    <a:pt x="1782" y="1669"/>
                    <a:pt x="1181" y="2369"/>
                  </a:cubicBezTo>
                  <a:lnTo>
                    <a:pt x="848" y="2770"/>
                  </a:lnTo>
                  <a:cubicBezTo>
                    <a:pt x="848" y="2836"/>
                    <a:pt x="814" y="2870"/>
                    <a:pt x="781" y="2903"/>
                  </a:cubicBezTo>
                  <a:cubicBezTo>
                    <a:pt x="108" y="4838"/>
                    <a:pt x="1" y="5240"/>
                    <a:pt x="776" y="5240"/>
                  </a:cubicBezTo>
                  <a:cubicBezTo>
                    <a:pt x="923" y="5240"/>
                    <a:pt x="1102" y="5226"/>
                    <a:pt x="1315" y="5205"/>
                  </a:cubicBezTo>
                  <a:cubicBezTo>
                    <a:pt x="2682" y="5071"/>
                    <a:pt x="4950" y="3604"/>
                    <a:pt x="4950" y="1836"/>
                  </a:cubicBezTo>
                  <a:cubicBezTo>
                    <a:pt x="5017" y="902"/>
                    <a:pt x="4283" y="101"/>
                    <a:pt x="3349" y="101"/>
                  </a:cubicBezTo>
                  <a:lnTo>
                    <a:pt x="2716" y="1"/>
                  </a:ln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71"/>
            <p:cNvSpPr/>
            <p:nvPr/>
          </p:nvSpPr>
          <p:spPr>
            <a:xfrm>
              <a:off x="4311300" y="3434325"/>
              <a:ext cx="586275" cy="1561500"/>
            </a:xfrm>
            <a:custGeom>
              <a:rect b="b" l="l" r="r" t="t"/>
              <a:pathLst>
                <a:path extrusionOk="0" h="62460" w="23451">
                  <a:moveTo>
                    <a:pt x="8640" y="0"/>
                  </a:moveTo>
                  <a:lnTo>
                    <a:pt x="534" y="701"/>
                  </a:lnTo>
                  <a:cubicBezTo>
                    <a:pt x="534" y="701"/>
                    <a:pt x="0" y="3636"/>
                    <a:pt x="2969" y="12676"/>
                  </a:cubicBezTo>
                  <a:cubicBezTo>
                    <a:pt x="5938" y="21716"/>
                    <a:pt x="12409" y="40296"/>
                    <a:pt x="13210" y="43665"/>
                  </a:cubicBezTo>
                  <a:cubicBezTo>
                    <a:pt x="14010" y="47034"/>
                    <a:pt x="14811" y="56874"/>
                    <a:pt x="17779" y="60110"/>
                  </a:cubicBezTo>
                  <a:cubicBezTo>
                    <a:pt x="19217" y="61660"/>
                    <a:pt x="20404" y="62460"/>
                    <a:pt x="21292" y="62460"/>
                  </a:cubicBezTo>
                  <a:cubicBezTo>
                    <a:pt x="22237" y="62460"/>
                    <a:pt x="22843" y="61552"/>
                    <a:pt x="23050" y="59676"/>
                  </a:cubicBezTo>
                  <a:cubicBezTo>
                    <a:pt x="23450" y="56040"/>
                    <a:pt x="22783" y="52671"/>
                    <a:pt x="19948" y="45933"/>
                  </a:cubicBezTo>
                  <a:cubicBezTo>
                    <a:pt x="18647" y="42797"/>
                    <a:pt x="16845" y="37961"/>
                    <a:pt x="16445" y="35259"/>
                  </a:cubicBezTo>
                  <a:cubicBezTo>
                    <a:pt x="16045" y="32590"/>
                    <a:pt x="16312" y="18713"/>
                    <a:pt x="14944" y="14010"/>
                  </a:cubicBezTo>
                  <a:cubicBezTo>
                    <a:pt x="13610" y="9307"/>
                    <a:pt x="11442" y="7138"/>
                    <a:pt x="10241" y="4437"/>
                  </a:cubicBezTo>
                  <a:cubicBezTo>
                    <a:pt x="9574" y="3002"/>
                    <a:pt x="9040" y="1534"/>
                    <a:pt x="8640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71"/>
            <p:cNvSpPr/>
            <p:nvPr/>
          </p:nvSpPr>
          <p:spPr>
            <a:xfrm>
              <a:off x="4490575" y="3434325"/>
              <a:ext cx="228525" cy="837275"/>
            </a:xfrm>
            <a:custGeom>
              <a:rect b="b" l="l" r="r" t="t"/>
              <a:pathLst>
                <a:path extrusionOk="0" h="33491" w="9141">
                  <a:moveTo>
                    <a:pt x="1469" y="0"/>
                  </a:moveTo>
                  <a:lnTo>
                    <a:pt x="1" y="133"/>
                  </a:lnTo>
                  <a:cubicBezTo>
                    <a:pt x="568" y="2635"/>
                    <a:pt x="2002" y="8173"/>
                    <a:pt x="4004" y="12009"/>
                  </a:cubicBezTo>
                  <a:cubicBezTo>
                    <a:pt x="6706" y="17112"/>
                    <a:pt x="7373" y="25618"/>
                    <a:pt x="8307" y="30455"/>
                  </a:cubicBezTo>
                  <a:cubicBezTo>
                    <a:pt x="8507" y="31489"/>
                    <a:pt x="8774" y="32490"/>
                    <a:pt x="9141" y="33491"/>
                  </a:cubicBezTo>
                  <a:cubicBezTo>
                    <a:pt x="8907" y="28787"/>
                    <a:pt x="8941" y="18046"/>
                    <a:pt x="7773" y="14010"/>
                  </a:cubicBezTo>
                  <a:cubicBezTo>
                    <a:pt x="6439" y="9307"/>
                    <a:pt x="4271" y="7138"/>
                    <a:pt x="3070" y="4470"/>
                  </a:cubicBezTo>
                  <a:cubicBezTo>
                    <a:pt x="2403" y="3036"/>
                    <a:pt x="1869" y="1534"/>
                    <a:pt x="1469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71"/>
            <p:cNvSpPr/>
            <p:nvPr/>
          </p:nvSpPr>
          <p:spPr>
            <a:xfrm>
              <a:off x="4479750" y="3544400"/>
              <a:ext cx="146800" cy="145950"/>
            </a:xfrm>
            <a:custGeom>
              <a:rect b="b" l="l" r="r" t="t"/>
              <a:pathLst>
                <a:path extrusionOk="0" h="5838" w="5872">
                  <a:moveTo>
                    <a:pt x="3469" y="0"/>
                  </a:moveTo>
                  <a:lnTo>
                    <a:pt x="0" y="1535"/>
                  </a:lnTo>
                  <a:lnTo>
                    <a:pt x="2569" y="5838"/>
                  </a:lnTo>
                  <a:lnTo>
                    <a:pt x="5871" y="4170"/>
                  </a:lnTo>
                  <a:cubicBezTo>
                    <a:pt x="5004" y="2669"/>
                    <a:pt x="4137" y="1435"/>
                    <a:pt x="3503" y="67"/>
                  </a:cubicBezTo>
                  <a:cubicBezTo>
                    <a:pt x="3503" y="34"/>
                    <a:pt x="3469" y="0"/>
                    <a:pt x="3469" y="0"/>
                  </a:cubicBez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71"/>
            <p:cNvSpPr/>
            <p:nvPr/>
          </p:nvSpPr>
          <p:spPr>
            <a:xfrm>
              <a:off x="4342150" y="3500350"/>
              <a:ext cx="235200" cy="323275"/>
            </a:xfrm>
            <a:custGeom>
              <a:rect b="b" l="l" r="r" t="t"/>
              <a:pathLst>
                <a:path extrusionOk="0" h="12931" w="9408">
                  <a:moveTo>
                    <a:pt x="3342" y="0"/>
                  </a:moveTo>
                  <a:cubicBezTo>
                    <a:pt x="3124" y="0"/>
                    <a:pt x="2910" y="31"/>
                    <a:pt x="2702" y="94"/>
                  </a:cubicBezTo>
                  <a:cubicBezTo>
                    <a:pt x="701" y="728"/>
                    <a:pt x="0" y="4097"/>
                    <a:pt x="1101" y="7600"/>
                  </a:cubicBezTo>
                  <a:cubicBezTo>
                    <a:pt x="2086" y="10732"/>
                    <a:pt x="4191" y="12931"/>
                    <a:pt x="6056" y="12931"/>
                  </a:cubicBezTo>
                  <a:cubicBezTo>
                    <a:pt x="6277" y="12931"/>
                    <a:pt x="6494" y="12900"/>
                    <a:pt x="6705" y="12837"/>
                  </a:cubicBezTo>
                  <a:cubicBezTo>
                    <a:pt x="8673" y="12203"/>
                    <a:pt x="9407" y="8834"/>
                    <a:pt x="8306" y="5331"/>
                  </a:cubicBezTo>
                  <a:cubicBezTo>
                    <a:pt x="7292" y="2199"/>
                    <a:pt x="5184" y="0"/>
                    <a:pt x="3342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0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71"/>
            <p:cNvSpPr/>
            <p:nvPr/>
          </p:nvSpPr>
          <p:spPr>
            <a:xfrm>
              <a:off x="4612350" y="4405850"/>
              <a:ext cx="150950" cy="97400"/>
            </a:xfrm>
            <a:custGeom>
              <a:rect b="b" l="l" r="r" t="t"/>
              <a:pathLst>
                <a:path extrusionOk="0" h="3896" w="6038">
                  <a:moveTo>
                    <a:pt x="5170" y="0"/>
                  </a:moveTo>
                  <a:cubicBezTo>
                    <a:pt x="4152" y="396"/>
                    <a:pt x="2463" y="960"/>
                    <a:pt x="855" y="960"/>
                  </a:cubicBezTo>
                  <a:cubicBezTo>
                    <a:pt x="566" y="960"/>
                    <a:pt x="280" y="941"/>
                    <a:pt x="0" y="901"/>
                  </a:cubicBezTo>
                  <a:lnTo>
                    <a:pt x="0" y="901"/>
                  </a:lnTo>
                  <a:cubicBezTo>
                    <a:pt x="334" y="1968"/>
                    <a:pt x="634" y="2902"/>
                    <a:pt x="834" y="3603"/>
                  </a:cubicBezTo>
                  <a:cubicBezTo>
                    <a:pt x="1377" y="3766"/>
                    <a:pt x="2047" y="3895"/>
                    <a:pt x="2769" y="3895"/>
                  </a:cubicBezTo>
                  <a:cubicBezTo>
                    <a:pt x="3823" y="3895"/>
                    <a:pt x="4989" y="3620"/>
                    <a:pt x="6038" y="2769"/>
                  </a:cubicBezTo>
                  <a:cubicBezTo>
                    <a:pt x="5737" y="1835"/>
                    <a:pt x="5437" y="901"/>
                    <a:pt x="5170" y="0"/>
                  </a:cubicBez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71"/>
            <p:cNvSpPr/>
            <p:nvPr/>
          </p:nvSpPr>
          <p:spPr>
            <a:xfrm>
              <a:off x="4694900" y="4727450"/>
              <a:ext cx="160850" cy="156750"/>
            </a:xfrm>
            <a:custGeom>
              <a:rect b="b" l="l" r="r" t="t"/>
              <a:pathLst>
                <a:path extrusionOk="0" h="6270" w="6434">
                  <a:moveTo>
                    <a:pt x="3719" y="0"/>
                  </a:moveTo>
                  <a:cubicBezTo>
                    <a:pt x="3648" y="0"/>
                    <a:pt x="3575" y="4"/>
                    <a:pt x="3503" y="12"/>
                  </a:cubicBezTo>
                  <a:cubicBezTo>
                    <a:pt x="2669" y="79"/>
                    <a:pt x="1635" y="346"/>
                    <a:pt x="1101" y="1079"/>
                  </a:cubicBezTo>
                  <a:cubicBezTo>
                    <a:pt x="0" y="2581"/>
                    <a:pt x="1501" y="5683"/>
                    <a:pt x="3903" y="6216"/>
                  </a:cubicBezTo>
                  <a:cubicBezTo>
                    <a:pt x="4064" y="6252"/>
                    <a:pt x="4216" y="6269"/>
                    <a:pt x="4358" y="6269"/>
                  </a:cubicBezTo>
                  <a:cubicBezTo>
                    <a:pt x="6073" y="6269"/>
                    <a:pt x="6433" y="3777"/>
                    <a:pt x="5571" y="1313"/>
                  </a:cubicBezTo>
                  <a:cubicBezTo>
                    <a:pt x="5295" y="515"/>
                    <a:pt x="4539" y="0"/>
                    <a:pt x="3719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71"/>
            <p:cNvSpPr/>
            <p:nvPr/>
          </p:nvSpPr>
          <p:spPr>
            <a:xfrm>
              <a:off x="4764125" y="4473400"/>
              <a:ext cx="55875" cy="138075"/>
            </a:xfrm>
            <a:custGeom>
              <a:rect b="b" l="l" r="r" t="t"/>
              <a:pathLst>
                <a:path extrusionOk="0" h="5523" w="2235">
                  <a:moveTo>
                    <a:pt x="133" y="0"/>
                  </a:moveTo>
                  <a:lnTo>
                    <a:pt x="0" y="67"/>
                  </a:lnTo>
                  <a:cubicBezTo>
                    <a:pt x="0" y="67"/>
                    <a:pt x="67" y="3703"/>
                    <a:pt x="1168" y="5070"/>
                  </a:cubicBezTo>
                  <a:cubicBezTo>
                    <a:pt x="1416" y="5395"/>
                    <a:pt x="1642" y="5523"/>
                    <a:pt x="1840" y="5523"/>
                  </a:cubicBezTo>
                  <a:cubicBezTo>
                    <a:pt x="1988" y="5523"/>
                    <a:pt x="2121" y="5451"/>
                    <a:pt x="2235" y="5337"/>
                  </a:cubicBezTo>
                  <a:cubicBezTo>
                    <a:pt x="2102" y="5037"/>
                    <a:pt x="1968" y="4703"/>
                    <a:pt x="1835" y="4403"/>
                  </a:cubicBezTo>
                  <a:cubicBezTo>
                    <a:pt x="1301" y="3136"/>
                    <a:pt x="701" y="1568"/>
                    <a:pt x="133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71"/>
            <p:cNvSpPr/>
            <p:nvPr/>
          </p:nvSpPr>
          <p:spPr>
            <a:xfrm>
              <a:off x="4636525" y="4508425"/>
              <a:ext cx="58400" cy="145125"/>
            </a:xfrm>
            <a:custGeom>
              <a:rect b="b" l="l" r="r" t="t"/>
              <a:pathLst>
                <a:path extrusionOk="0" h="5805" w="2336">
                  <a:moveTo>
                    <a:pt x="0" y="0"/>
                  </a:moveTo>
                  <a:lnTo>
                    <a:pt x="0" y="0"/>
                  </a:lnTo>
                  <a:cubicBezTo>
                    <a:pt x="100" y="267"/>
                    <a:pt x="167" y="500"/>
                    <a:pt x="201" y="701"/>
                  </a:cubicBezTo>
                  <a:cubicBezTo>
                    <a:pt x="467" y="1835"/>
                    <a:pt x="734" y="3703"/>
                    <a:pt x="1101" y="5771"/>
                  </a:cubicBezTo>
                  <a:cubicBezTo>
                    <a:pt x="1135" y="5804"/>
                    <a:pt x="1201" y="5804"/>
                    <a:pt x="1268" y="5804"/>
                  </a:cubicBezTo>
                  <a:cubicBezTo>
                    <a:pt x="2335" y="5804"/>
                    <a:pt x="1935" y="3669"/>
                    <a:pt x="1001" y="1635"/>
                  </a:cubicBezTo>
                  <a:cubicBezTo>
                    <a:pt x="734" y="1068"/>
                    <a:pt x="401" y="500"/>
                    <a:pt x="0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71"/>
            <p:cNvSpPr/>
            <p:nvPr/>
          </p:nvSpPr>
          <p:spPr>
            <a:xfrm>
              <a:off x="3978550" y="2363550"/>
              <a:ext cx="887325" cy="1149300"/>
            </a:xfrm>
            <a:custGeom>
              <a:rect b="b" l="l" r="r" t="t"/>
              <a:pathLst>
                <a:path extrusionOk="0" h="45972" w="35493">
                  <a:moveTo>
                    <a:pt x="4404" y="0"/>
                  </a:moveTo>
                  <a:lnTo>
                    <a:pt x="2269" y="2636"/>
                  </a:lnTo>
                  <a:cubicBezTo>
                    <a:pt x="2269" y="2636"/>
                    <a:pt x="1" y="6405"/>
                    <a:pt x="1" y="16145"/>
                  </a:cubicBezTo>
                  <a:cubicBezTo>
                    <a:pt x="1" y="25919"/>
                    <a:pt x="4070" y="42564"/>
                    <a:pt x="4070" y="42564"/>
                  </a:cubicBezTo>
                  <a:cubicBezTo>
                    <a:pt x="7373" y="44065"/>
                    <a:pt x="10875" y="45099"/>
                    <a:pt x="14478" y="45666"/>
                  </a:cubicBezTo>
                  <a:cubicBezTo>
                    <a:pt x="16015" y="45870"/>
                    <a:pt x="17558" y="45971"/>
                    <a:pt x="19098" y="45971"/>
                  </a:cubicBezTo>
                  <a:cubicBezTo>
                    <a:pt x="21600" y="45971"/>
                    <a:pt x="24096" y="45703"/>
                    <a:pt x="26553" y="45166"/>
                  </a:cubicBezTo>
                  <a:cubicBezTo>
                    <a:pt x="26553" y="45166"/>
                    <a:pt x="32891" y="28087"/>
                    <a:pt x="34192" y="18780"/>
                  </a:cubicBezTo>
                  <a:cubicBezTo>
                    <a:pt x="35493" y="9474"/>
                    <a:pt x="33725" y="4604"/>
                    <a:pt x="33725" y="4604"/>
                  </a:cubicBezTo>
                  <a:lnTo>
                    <a:pt x="4404" y="0"/>
                  </a:ln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71"/>
            <p:cNvSpPr/>
            <p:nvPr/>
          </p:nvSpPr>
          <p:spPr>
            <a:xfrm>
              <a:off x="3418150" y="1288550"/>
              <a:ext cx="2045650" cy="1431950"/>
            </a:xfrm>
            <a:custGeom>
              <a:rect b="b" l="l" r="r" t="t"/>
              <a:pathLst>
                <a:path extrusionOk="0" h="57278" w="81826">
                  <a:moveTo>
                    <a:pt x="44976" y="0"/>
                  </a:moveTo>
                  <a:cubicBezTo>
                    <a:pt x="42351" y="0"/>
                    <a:pt x="38896" y="206"/>
                    <a:pt x="37527" y="1204"/>
                  </a:cubicBezTo>
                  <a:cubicBezTo>
                    <a:pt x="37527" y="1204"/>
                    <a:pt x="26520" y="4740"/>
                    <a:pt x="26153" y="5473"/>
                  </a:cubicBezTo>
                  <a:cubicBezTo>
                    <a:pt x="25786" y="6207"/>
                    <a:pt x="16746" y="22019"/>
                    <a:pt x="16746" y="22019"/>
                  </a:cubicBezTo>
                  <a:lnTo>
                    <a:pt x="6205" y="12845"/>
                  </a:lnTo>
                  <a:lnTo>
                    <a:pt x="1" y="19183"/>
                  </a:lnTo>
                  <a:cubicBezTo>
                    <a:pt x="1" y="19183"/>
                    <a:pt x="14411" y="33460"/>
                    <a:pt x="15645" y="33961"/>
                  </a:cubicBezTo>
                  <a:cubicBezTo>
                    <a:pt x="16551" y="34328"/>
                    <a:pt x="16792" y="34749"/>
                    <a:pt x="17094" y="34749"/>
                  </a:cubicBezTo>
                  <a:cubicBezTo>
                    <a:pt x="17203" y="34749"/>
                    <a:pt x="17320" y="34694"/>
                    <a:pt x="17480" y="34561"/>
                  </a:cubicBezTo>
                  <a:cubicBezTo>
                    <a:pt x="18080" y="34094"/>
                    <a:pt x="28121" y="25388"/>
                    <a:pt x="28121" y="25388"/>
                  </a:cubicBezTo>
                  <a:cubicBezTo>
                    <a:pt x="28121" y="25388"/>
                    <a:pt x="30189" y="30792"/>
                    <a:pt x="30055" y="32626"/>
                  </a:cubicBezTo>
                  <a:cubicBezTo>
                    <a:pt x="29955" y="34428"/>
                    <a:pt x="22984" y="46536"/>
                    <a:pt x="22984" y="46536"/>
                  </a:cubicBezTo>
                  <a:cubicBezTo>
                    <a:pt x="22984" y="46536"/>
                    <a:pt x="25552" y="51440"/>
                    <a:pt x="28354" y="53374"/>
                  </a:cubicBezTo>
                  <a:cubicBezTo>
                    <a:pt x="31156" y="55343"/>
                    <a:pt x="33491" y="56944"/>
                    <a:pt x="33491" y="56944"/>
                  </a:cubicBezTo>
                  <a:lnTo>
                    <a:pt x="36060" y="50672"/>
                  </a:lnTo>
                  <a:lnTo>
                    <a:pt x="37761" y="57277"/>
                  </a:lnTo>
                  <a:cubicBezTo>
                    <a:pt x="37761" y="57277"/>
                    <a:pt x="41063" y="57044"/>
                    <a:pt x="47068" y="55443"/>
                  </a:cubicBezTo>
                  <a:cubicBezTo>
                    <a:pt x="53038" y="53841"/>
                    <a:pt x="57842" y="50072"/>
                    <a:pt x="57842" y="50072"/>
                  </a:cubicBezTo>
                  <a:lnTo>
                    <a:pt x="52205" y="32493"/>
                  </a:lnTo>
                  <a:lnTo>
                    <a:pt x="58209" y="20851"/>
                  </a:lnTo>
                  <a:lnTo>
                    <a:pt x="70918" y="34327"/>
                  </a:lnTo>
                  <a:cubicBezTo>
                    <a:pt x="70918" y="34327"/>
                    <a:pt x="76589" y="33560"/>
                    <a:pt x="79991" y="32593"/>
                  </a:cubicBezTo>
                  <a:cubicBezTo>
                    <a:pt x="81826" y="32059"/>
                    <a:pt x="75421" y="24420"/>
                    <a:pt x="73119" y="21218"/>
                  </a:cubicBezTo>
                  <a:cubicBezTo>
                    <a:pt x="70784" y="18049"/>
                    <a:pt x="66114" y="8876"/>
                    <a:pt x="64413" y="6574"/>
                  </a:cubicBezTo>
                  <a:cubicBezTo>
                    <a:pt x="62712" y="4273"/>
                    <a:pt x="48268" y="103"/>
                    <a:pt x="48268" y="103"/>
                  </a:cubicBezTo>
                  <a:cubicBezTo>
                    <a:pt x="48268" y="103"/>
                    <a:pt x="46829" y="0"/>
                    <a:pt x="44976" y="0"/>
                  </a:cubicBez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71"/>
            <p:cNvSpPr/>
            <p:nvPr/>
          </p:nvSpPr>
          <p:spPr>
            <a:xfrm>
              <a:off x="4507275" y="1688900"/>
              <a:ext cx="132600" cy="127600"/>
            </a:xfrm>
            <a:custGeom>
              <a:rect b="b" l="l" r="r" t="t"/>
              <a:pathLst>
                <a:path extrusionOk="0" h="5104" w="5304">
                  <a:moveTo>
                    <a:pt x="2669" y="0"/>
                  </a:moveTo>
                  <a:cubicBezTo>
                    <a:pt x="1201" y="0"/>
                    <a:pt x="0" y="1134"/>
                    <a:pt x="0" y="2536"/>
                  </a:cubicBezTo>
                  <a:cubicBezTo>
                    <a:pt x="0" y="3970"/>
                    <a:pt x="1201" y="5104"/>
                    <a:pt x="2669" y="5104"/>
                  </a:cubicBezTo>
                  <a:cubicBezTo>
                    <a:pt x="4103" y="5104"/>
                    <a:pt x="5304" y="3970"/>
                    <a:pt x="5304" y="2536"/>
                  </a:cubicBezTo>
                  <a:cubicBezTo>
                    <a:pt x="5304" y="1134"/>
                    <a:pt x="4103" y="0"/>
                    <a:pt x="2669" y="0"/>
                  </a:cubicBezTo>
                  <a:close/>
                </a:path>
              </a:pathLst>
            </a:custGeom>
            <a:solidFill>
              <a:srgbClr val="707B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71"/>
            <p:cNvSpPr/>
            <p:nvPr/>
          </p:nvSpPr>
          <p:spPr>
            <a:xfrm>
              <a:off x="4096975" y="1568800"/>
              <a:ext cx="45050" cy="354450"/>
            </a:xfrm>
            <a:custGeom>
              <a:rect b="b" l="l" r="r" t="t"/>
              <a:pathLst>
                <a:path extrusionOk="0" fill="none" h="14178" w="1802">
                  <a:moveTo>
                    <a:pt x="968" y="14178"/>
                  </a:moveTo>
                  <a:cubicBezTo>
                    <a:pt x="334" y="12376"/>
                    <a:pt x="34" y="10475"/>
                    <a:pt x="0" y="8574"/>
                  </a:cubicBezTo>
                  <a:cubicBezTo>
                    <a:pt x="0" y="5638"/>
                    <a:pt x="1802" y="1"/>
                    <a:pt x="1802" y="1"/>
                  </a:cubicBezTo>
                </a:path>
              </a:pathLst>
            </a:custGeom>
            <a:noFill/>
            <a:ln cap="rnd" cmpd="sng" w="10850">
              <a:solidFill>
                <a:srgbClr val="6969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71"/>
            <p:cNvSpPr/>
            <p:nvPr/>
          </p:nvSpPr>
          <p:spPr>
            <a:xfrm>
              <a:off x="4767450" y="1724750"/>
              <a:ext cx="105100" cy="85100"/>
            </a:xfrm>
            <a:custGeom>
              <a:rect b="b" l="l" r="r" t="t"/>
              <a:pathLst>
                <a:path extrusionOk="0" fill="none" h="3404" w="4204">
                  <a:moveTo>
                    <a:pt x="334" y="1"/>
                  </a:moveTo>
                  <a:lnTo>
                    <a:pt x="4203" y="3403"/>
                  </a:lnTo>
                  <a:lnTo>
                    <a:pt x="0" y="1902"/>
                  </a:lnTo>
                </a:path>
              </a:pathLst>
            </a:custGeom>
            <a:noFill/>
            <a:ln cap="rnd" cmpd="sng" w="10850">
              <a:solidFill>
                <a:srgbClr val="6969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71"/>
            <p:cNvSpPr/>
            <p:nvPr/>
          </p:nvSpPr>
          <p:spPr>
            <a:xfrm>
              <a:off x="4835000" y="1437050"/>
              <a:ext cx="151800" cy="135950"/>
            </a:xfrm>
            <a:custGeom>
              <a:rect b="b" l="l" r="r" t="t"/>
              <a:pathLst>
                <a:path extrusionOk="0" fill="none" h="5438" w="6072">
                  <a:moveTo>
                    <a:pt x="6071" y="634"/>
                  </a:moveTo>
                  <a:cubicBezTo>
                    <a:pt x="6071" y="634"/>
                    <a:pt x="2402" y="0"/>
                    <a:pt x="0" y="5438"/>
                  </a:cubicBezTo>
                </a:path>
              </a:pathLst>
            </a:custGeom>
            <a:noFill/>
            <a:ln cap="rnd" cmpd="sng" w="10850">
              <a:solidFill>
                <a:srgbClr val="6969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71"/>
            <p:cNvSpPr/>
            <p:nvPr/>
          </p:nvSpPr>
          <p:spPr>
            <a:xfrm>
              <a:off x="3836775" y="1838175"/>
              <a:ext cx="27550" cy="38375"/>
            </a:xfrm>
            <a:custGeom>
              <a:rect b="b" l="l" r="r" t="t"/>
              <a:pathLst>
                <a:path extrusionOk="0" fill="none" h="1535" w="1102">
                  <a:moveTo>
                    <a:pt x="1" y="0"/>
                  </a:moveTo>
                  <a:lnTo>
                    <a:pt x="1102" y="1535"/>
                  </a:lnTo>
                </a:path>
              </a:pathLst>
            </a:custGeom>
            <a:noFill/>
            <a:ln cap="rnd" cmpd="sng" w="10850">
              <a:solidFill>
                <a:srgbClr val="6969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71"/>
            <p:cNvSpPr/>
            <p:nvPr/>
          </p:nvSpPr>
          <p:spPr>
            <a:xfrm>
              <a:off x="4092800" y="2555350"/>
              <a:ext cx="718875" cy="165150"/>
            </a:xfrm>
            <a:custGeom>
              <a:rect b="b" l="l" r="r" t="t"/>
              <a:pathLst>
                <a:path extrusionOk="0" fill="none" h="6606" w="28755">
                  <a:moveTo>
                    <a:pt x="1" y="668"/>
                  </a:moveTo>
                  <a:lnTo>
                    <a:pt x="6539" y="6238"/>
                  </a:lnTo>
                  <a:lnTo>
                    <a:pt x="9074" y="0"/>
                  </a:lnTo>
                  <a:lnTo>
                    <a:pt x="10808" y="6605"/>
                  </a:lnTo>
                  <a:cubicBezTo>
                    <a:pt x="10808" y="6605"/>
                    <a:pt x="19314" y="6238"/>
                    <a:pt x="28754" y="634"/>
                  </a:cubicBezTo>
                </a:path>
              </a:pathLst>
            </a:custGeom>
            <a:noFill/>
            <a:ln cap="rnd" cmpd="sng" w="10850">
              <a:solidFill>
                <a:srgbClr val="6969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71"/>
            <p:cNvSpPr/>
            <p:nvPr/>
          </p:nvSpPr>
          <p:spPr>
            <a:xfrm>
              <a:off x="4202200" y="1227075"/>
              <a:ext cx="524400" cy="737875"/>
            </a:xfrm>
            <a:custGeom>
              <a:rect b="b" l="l" r="r" t="t"/>
              <a:pathLst>
                <a:path extrusionOk="0" h="29515" w="20976">
                  <a:moveTo>
                    <a:pt x="14738" y="1"/>
                  </a:moveTo>
                  <a:cubicBezTo>
                    <a:pt x="11563" y="1"/>
                    <a:pt x="7900" y="627"/>
                    <a:pt x="7900" y="627"/>
                  </a:cubicBezTo>
                  <a:cubicBezTo>
                    <a:pt x="7900" y="627"/>
                    <a:pt x="6532" y="694"/>
                    <a:pt x="5398" y="2996"/>
                  </a:cubicBezTo>
                  <a:cubicBezTo>
                    <a:pt x="4264" y="5264"/>
                    <a:pt x="2963" y="10601"/>
                    <a:pt x="1295" y="12402"/>
                  </a:cubicBezTo>
                  <a:cubicBezTo>
                    <a:pt x="9" y="13790"/>
                    <a:pt x="0" y="14166"/>
                    <a:pt x="477" y="14166"/>
                  </a:cubicBezTo>
                  <a:cubicBezTo>
                    <a:pt x="630" y="14166"/>
                    <a:pt x="834" y="14127"/>
                    <a:pt x="1062" y="14070"/>
                  </a:cubicBezTo>
                  <a:cubicBezTo>
                    <a:pt x="1962" y="13837"/>
                    <a:pt x="4631" y="12102"/>
                    <a:pt x="4631" y="12102"/>
                  </a:cubicBezTo>
                  <a:cubicBezTo>
                    <a:pt x="4631" y="12102"/>
                    <a:pt x="4764" y="16138"/>
                    <a:pt x="5298" y="18040"/>
                  </a:cubicBezTo>
                  <a:cubicBezTo>
                    <a:pt x="5832" y="19941"/>
                    <a:pt x="5398" y="25045"/>
                    <a:pt x="5832" y="27013"/>
                  </a:cubicBezTo>
                  <a:cubicBezTo>
                    <a:pt x="6065" y="27813"/>
                    <a:pt x="6232" y="28681"/>
                    <a:pt x="6299" y="29515"/>
                  </a:cubicBezTo>
                  <a:cubicBezTo>
                    <a:pt x="6299" y="29515"/>
                    <a:pt x="8901" y="21676"/>
                    <a:pt x="10268" y="19307"/>
                  </a:cubicBezTo>
                  <a:cubicBezTo>
                    <a:pt x="11636" y="16972"/>
                    <a:pt x="14204" y="12803"/>
                    <a:pt x="14204" y="12803"/>
                  </a:cubicBezTo>
                  <a:lnTo>
                    <a:pt x="19542" y="15705"/>
                  </a:lnTo>
                  <a:cubicBezTo>
                    <a:pt x="19542" y="15705"/>
                    <a:pt x="19442" y="10768"/>
                    <a:pt x="19308" y="8199"/>
                  </a:cubicBezTo>
                  <a:cubicBezTo>
                    <a:pt x="19141" y="5631"/>
                    <a:pt x="20976" y="2562"/>
                    <a:pt x="18908" y="827"/>
                  </a:cubicBezTo>
                  <a:cubicBezTo>
                    <a:pt x="18173" y="201"/>
                    <a:pt x="16534" y="1"/>
                    <a:pt x="14738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71"/>
            <p:cNvSpPr/>
            <p:nvPr/>
          </p:nvSpPr>
          <p:spPr>
            <a:xfrm>
              <a:off x="4380500" y="1110150"/>
              <a:ext cx="270225" cy="619625"/>
            </a:xfrm>
            <a:custGeom>
              <a:rect b="b" l="l" r="r" t="t"/>
              <a:pathLst>
                <a:path extrusionOk="0" h="24785" w="10809">
                  <a:moveTo>
                    <a:pt x="10808" y="0"/>
                  </a:moveTo>
                  <a:lnTo>
                    <a:pt x="10808" y="0"/>
                  </a:lnTo>
                  <a:cubicBezTo>
                    <a:pt x="10808" y="1"/>
                    <a:pt x="7386" y="1765"/>
                    <a:pt x="3915" y="1765"/>
                  </a:cubicBezTo>
                  <a:cubicBezTo>
                    <a:pt x="2613" y="1765"/>
                    <a:pt x="1305" y="1517"/>
                    <a:pt x="168" y="834"/>
                  </a:cubicBezTo>
                  <a:cubicBezTo>
                    <a:pt x="168" y="834"/>
                    <a:pt x="1" y="4470"/>
                    <a:pt x="168" y="8573"/>
                  </a:cubicBezTo>
                  <a:cubicBezTo>
                    <a:pt x="301" y="12676"/>
                    <a:pt x="67" y="24785"/>
                    <a:pt x="67" y="24785"/>
                  </a:cubicBezTo>
                  <a:cubicBezTo>
                    <a:pt x="67" y="24785"/>
                    <a:pt x="9508" y="8640"/>
                    <a:pt x="10341" y="7439"/>
                  </a:cubicBezTo>
                  <a:lnTo>
                    <a:pt x="10808" y="0"/>
                  </a:ln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71"/>
            <p:cNvSpPr/>
            <p:nvPr/>
          </p:nvSpPr>
          <p:spPr>
            <a:xfrm>
              <a:off x="4381350" y="1110150"/>
              <a:ext cx="269375" cy="238625"/>
            </a:xfrm>
            <a:custGeom>
              <a:rect b="b" l="l" r="r" t="t"/>
              <a:pathLst>
                <a:path extrusionOk="0" h="9545" w="10775">
                  <a:moveTo>
                    <a:pt x="10774" y="0"/>
                  </a:moveTo>
                  <a:lnTo>
                    <a:pt x="10774" y="0"/>
                  </a:lnTo>
                  <a:cubicBezTo>
                    <a:pt x="10774" y="1"/>
                    <a:pt x="7352" y="1765"/>
                    <a:pt x="3881" y="1765"/>
                  </a:cubicBezTo>
                  <a:cubicBezTo>
                    <a:pt x="2579" y="1765"/>
                    <a:pt x="1271" y="1517"/>
                    <a:pt x="134" y="834"/>
                  </a:cubicBezTo>
                  <a:cubicBezTo>
                    <a:pt x="134" y="834"/>
                    <a:pt x="0" y="3636"/>
                    <a:pt x="67" y="7106"/>
                  </a:cubicBezTo>
                  <a:cubicBezTo>
                    <a:pt x="1034" y="8206"/>
                    <a:pt x="2302" y="9007"/>
                    <a:pt x="3736" y="9340"/>
                  </a:cubicBezTo>
                  <a:cubicBezTo>
                    <a:pt x="4284" y="9482"/>
                    <a:pt x="4826" y="9544"/>
                    <a:pt x="5358" y="9544"/>
                  </a:cubicBezTo>
                  <a:cubicBezTo>
                    <a:pt x="6961" y="9544"/>
                    <a:pt x="8471" y="8975"/>
                    <a:pt x="9774" y="8273"/>
                  </a:cubicBezTo>
                  <a:cubicBezTo>
                    <a:pt x="10041" y="7873"/>
                    <a:pt x="10207" y="7573"/>
                    <a:pt x="10307" y="7439"/>
                  </a:cubicBezTo>
                  <a:lnTo>
                    <a:pt x="10774" y="0"/>
                  </a:ln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71"/>
            <p:cNvSpPr/>
            <p:nvPr/>
          </p:nvSpPr>
          <p:spPr>
            <a:xfrm>
              <a:off x="4382175" y="1110150"/>
              <a:ext cx="268550" cy="184325"/>
            </a:xfrm>
            <a:custGeom>
              <a:rect b="b" l="l" r="r" t="t"/>
              <a:pathLst>
                <a:path extrusionOk="0" h="7373" w="10742">
                  <a:moveTo>
                    <a:pt x="10741" y="0"/>
                  </a:moveTo>
                  <a:cubicBezTo>
                    <a:pt x="10741" y="1"/>
                    <a:pt x="7319" y="1765"/>
                    <a:pt x="3848" y="1765"/>
                  </a:cubicBezTo>
                  <a:cubicBezTo>
                    <a:pt x="2546" y="1765"/>
                    <a:pt x="1238" y="1517"/>
                    <a:pt x="101" y="834"/>
                  </a:cubicBezTo>
                  <a:cubicBezTo>
                    <a:pt x="101" y="834"/>
                    <a:pt x="34" y="2169"/>
                    <a:pt x="0" y="4103"/>
                  </a:cubicBezTo>
                  <a:cubicBezTo>
                    <a:pt x="1135" y="5204"/>
                    <a:pt x="3503" y="7372"/>
                    <a:pt x="4537" y="7372"/>
                  </a:cubicBezTo>
                  <a:cubicBezTo>
                    <a:pt x="5571" y="7372"/>
                    <a:pt x="8707" y="5171"/>
                    <a:pt x="10475" y="3870"/>
                  </a:cubicBezTo>
                  <a:lnTo>
                    <a:pt x="10741" y="0"/>
                  </a:ln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71"/>
            <p:cNvSpPr/>
            <p:nvPr/>
          </p:nvSpPr>
          <p:spPr>
            <a:xfrm>
              <a:off x="4272925" y="833275"/>
              <a:ext cx="77575" cy="174325"/>
            </a:xfrm>
            <a:custGeom>
              <a:rect b="b" l="l" r="r" t="t"/>
              <a:pathLst>
                <a:path extrusionOk="0" h="6973" w="3103">
                  <a:moveTo>
                    <a:pt x="1722" y="0"/>
                  </a:moveTo>
                  <a:cubicBezTo>
                    <a:pt x="1715" y="0"/>
                    <a:pt x="1709" y="0"/>
                    <a:pt x="1702" y="1"/>
                  </a:cubicBezTo>
                  <a:cubicBezTo>
                    <a:pt x="1435" y="134"/>
                    <a:pt x="1168" y="268"/>
                    <a:pt x="935" y="468"/>
                  </a:cubicBezTo>
                  <a:cubicBezTo>
                    <a:pt x="401" y="468"/>
                    <a:pt x="1" y="1869"/>
                    <a:pt x="101" y="3570"/>
                  </a:cubicBezTo>
                  <a:cubicBezTo>
                    <a:pt x="167" y="5251"/>
                    <a:pt x="688" y="6606"/>
                    <a:pt x="1216" y="6606"/>
                  </a:cubicBezTo>
                  <a:cubicBezTo>
                    <a:pt x="1222" y="6606"/>
                    <a:pt x="1229" y="6606"/>
                    <a:pt x="1235" y="6606"/>
                  </a:cubicBezTo>
                  <a:cubicBezTo>
                    <a:pt x="1502" y="6739"/>
                    <a:pt x="1769" y="6872"/>
                    <a:pt x="2035" y="6973"/>
                  </a:cubicBezTo>
                  <a:cubicBezTo>
                    <a:pt x="2669" y="6939"/>
                    <a:pt x="3103" y="5371"/>
                    <a:pt x="3003" y="3437"/>
                  </a:cubicBezTo>
                  <a:cubicBezTo>
                    <a:pt x="2904" y="1523"/>
                    <a:pt x="2348" y="0"/>
                    <a:pt x="1722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71"/>
            <p:cNvSpPr/>
            <p:nvPr/>
          </p:nvSpPr>
          <p:spPr>
            <a:xfrm>
              <a:off x="4266250" y="556550"/>
              <a:ext cx="468700" cy="692350"/>
            </a:xfrm>
            <a:custGeom>
              <a:rect b="b" l="l" r="r" t="t"/>
              <a:pathLst>
                <a:path extrusionOk="0" h="27694" w="18748">
                  <a:moveTo>
                    <a:pt x="9682" y="1"/>
                  </a:moveTo>
                  <a:cubicBezTo>
                    <a:pt x="9126" y="1"/>
                    <a:pt x="8585" y="33"/>
                    <a:pt x="8073" y="95"/>
                  </a:cubicBezTo>
                  <a:cubicBezTo>
                    <a:pt x="5305" y="496"/>
                    <a:pt x="2903" y="2197"/>
                    <a:pt x="1635" y="4665"/>
                  </a:cubicBezTo>
                  <a:cubicBezTo>
                    <a:pt x="1" y="7868"/>
                    <a:pt x="1168" y="9736"/>
                    <a:pt x="1168" y="12237"/>
                  </a:cubicBezTo>
                  <a:cubicBezTo>
                    <a:pt x="1168" y="14739"/>
                    <a:pt x="2436" y="21344"/>
                    <a:pt x="2870" y="22078"/>
                  </a:cubicBezTo>
                  <a:cubicBezTo>
                    <a:pt x="3337" y="22778"/>
                    <a:pt x="6972" y="27415"/>
                    <a:pt x="8874" y="27682"/>
                  </a:cubicBezTo>
                  <a:cubicBezTo>
                    <a:pt x="8929" y="27690"/>
                    <a:pt x="8987" y="27693"/>
                    <a:pt x="9047" y="27693"/>
                  </a:cubicBezTo>
                  <a:cubicBezTo>
                    <a:pt x="11028" y="27693"/>
                    <a:pt x="15669" y="23539"/>
                    <a:pt x="16446" y="22245"/>
                  </a:cubicBezTo>
                  <a:cubicBezTo>
                    <a:pt x="17246" y="20910"/>
                    <a:pt x="18080" y="15540"/>
                    <a:pt x="18414" y="12337"/>
                  </a:cubicBezTo>
                  <a:cubicBezTo>
                    <a:pt x="18748" y="9135"/>
                    <a:pt x="18481" y="3665"/>
                    <a:pt x="16446" y="1963"/>
                  </a:cubicBezTo>
                  <a:cubicBezTo>
                    <a:pt x="14791" y="607"/>
                    <a:pt x="12101" y="1"/>
                    <a:pt x="9682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71"/>
            <p:cNvSpPr/>
            <p:nvPr/>
          </p:nvSpPr>
          <p:spPr>
            <a:xfrm>
              <a:off x="4322125" y="814100"/>
              <a:ext cx="370300" cy="225200"/>
            </a:xfrm>
            <a:custGeom>
              <a:rect b="b" l="l" r="r" t="t"/>
              <a:pathLst>
                <a:path extrusionOk="0" fill="none" h="9008" w="14812">
                  <a:moveTo>
                    <a:pt x="14811" y="3303"/>
                  </a:moveTo>
                  <a:lnTo>
                    <a:pt x="13177" y="3303"/>
                  </a:lnTo>
                  <a:cubicBezTo>
                    <a:pt x="13177" y="3303"/>
                    <a:pt x="13344" y="2135"/>
                    <a:pt x="11576" y="1168"/>
                  </a:cubicBezTo>
                  <a:cubicBezTo>
                    <a:pt x="10675" y="668"/>
                    <a:pt x="9674" y="1235"/>
                    <a:pt x="8940" y="1935"/>
                  </a:cubicBezTo>
                  <a:cubicBezTo>
                    <a:pt x="8207" y="2636"/>
                    <a:pt x="7773" y="3603"/>
                    <a:pt x="7740" y="4604"/>
                  </a:cubicBezTo>
                  <a:lnTo>
                    <a:pt x="7406" y="8307"/>
                  </a:lnTo>
                  <a:cubicBezTo>
                    <a:pt x="7406" y="8707"/>
                    <a:pt x="7039" y="9007"/>
                    <a:pt x="6672" y="8974"/>
                  </a:cubicBezTo>
                  <a:lnTo>
                    <a:pt x="6672" y="8974"/>
                  </a:lnTo>
                  <a:cubicBezTo>
                    <a:pt x="6305" y="8940"/>
                    <a:pt x="6038" y="8674"/>
                    <a:pt x="6005" y="8340"/>
                  </a:cubicBezTo>
                  <a:cubicBezTo>
                    <a:pt x="5905" y="6772"/>
                    <a:pt x="5738" y="2035"/>
                    <a:pt x="4437" y="1302"/>
                  </a:cubicBezTo>
                  <a:cubicBezTo>
                    <a:pt x="2169" y="1"/>
                    <a:pt x="1001" y="2869"/>
                    <a:pt x="1001" y="2869"/>
                  </a:cubicBezTo>
                  <a:lnTo>
                    <a:pt x="1" y="2869"/>
                  </a:ln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71"/>
            <p:cNvSpPr/>
            <p:nvPr/>
          </p:nvSpPr>
          <p:spPr>
            <a:xfrm>
              <a:off x="4554800" y="898950"/>
              <a:ext cx="59225" cy="41925"/>
            </a:xfrm>
            <a:custGeom>
              <a:rect b="b" l="l" r="r" t="t"/>
              <a:pathLst>
                <a:path extrusionOk="0" h="1677" w="2369">
                  <a:moveTo>
                    <a:pt x="1172" y="1"/>
                  </a:moveTo>
                  <a:cubicBezTo>
                    <a:pt x="584" y="1"/>
                    <a:pt x="0" y="393"/>
                    <a:pt x="0" y="1177"/>
                  </a:cubicBezTo>
                  <a:cubicBezTo>
                    <a:pt x="0" y="1343"/>
                    <a:pt x="34" y="1510"/>
                    <a:pt x="134" y="1677"/>
                  </a:cubicBezTo>
                  <a:lnTo>
                    <a:pt x="2235" y="1677"/>
                  </a:lnTo>
                  <a:cubicBezTo>
                    <a:pt x="2302" y="1510"/>
                    <a:pt x="2335" y="1343"/>
                    <a:pt x="2369" y="1177"/>
                  </a:cubicBezTo>
                  <a:cubicBezTo>
                    <a:pt x="2352" y="393"/>
                    <a:pt x="1760" y="1"/>
                    <a:pt x="1172" y="1"/>
                  </a:cubicBez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71"/>
            <p:cNvSpPr/>
            <p:nvPr/>
          </p:nvSpPr>
          <p:spPr>
            <a:xfrm>
              <a:off x="4382175" y="898950"/>
              <a:ext cx="59225" cy="41925"/>
            </a:xfrm>
            <a:custGeom>
              <a:rect b="b" l="l" r="r" t="t"/>
              <a:pathLst>
                <a:path extrusionOk="0" h="1677" w="2369">
                  <a:moveTo>
                    <a:pt x="1172" y="1"/>
                  </a:moveTo>
                  <a:cubicBezTo>
                    <a:pt x="584" y="1"/>
                    <a:pt x="0" y="393"/>
                    <a:pt x="0" y="1177"/>
                  </a:cubicBezTo>
                  <a:cubicBezTo>
                    <a:pt x="0" y="1343"/>
                    <a:pt x="34" y="1510"/>
                    <a:pt x="134" y="1677"/>
                  </a:cubicBezTo>
                  <a:lnTo>
                    <a:pt x="2235" y="1677"/>
                  </a:lnTo>
                  <a:cubicBezTo>
                    <a:pt x="2302" y="1510"/>
                    <a:pt x="2335" y="1343"/>
                    <a:pt x="2369" y="1177"/>
                  </a:cubicBezTo>
                  <a:cubicBezTo>
                    <a:pt x="2352" y="393"/>
                    <a:pt x="1760" y="1"/>
                    <a:pt x="1172" y="1"/>
                  </a:cubicBezTo>
                  <a:close/>
                </a:path>
              </a:pathLst>
            </a:custGeom>
            <a:solidFill>
              <a:srgbClr val="263238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71"/>
            <p:cNvSpPr/>
            <p:nvPr/>
          </p:nvSpPr>
          <p:spPr>
            <a:xfrm>
              <a:off x="4435550" y="1085125"/>
              <a:ext cx="111775" cy="27775"/>
            </a:xfrm>
            <a:custGeom>
              <a:rect b="b" l="l" r="r" t="t"/>
              <a:pathLst>
                <a:path extrusionOk="0" h="1111" w="4471">
                  <a:moveTo>
                    <a:pt x="1468" y="1"/>
                  </a:moveTo>
                  <a:lnTo>
                    <a:pt x="0" y="401"/>
                  </a:lnTo>
                  <a:cubicBezTo>
                    <a:pt x="0" y="401"/>
                    <a:pt x="301" y="1001"/>
                    <a:pt x="1601" y="1068"/>
                  </a:cubicBezTo>
                  <a:cubicBezTo>
                    <a:pt x="2002" y="1089"/>
                    <a:pt x="2356" y="1110"/>
                    <a:pt x="2679" y="1110"/>
                  </a:cubicBezTo>
                  <a:cubicBezTo>
                    <a:pt x="3375" y="1110"/>
                    <a:pt x="3923" y="1012"/>
                    <a:pt x="4470" y="601"/>
                  </a:cubicBezTo>
                  <a:lnTo>
                    <a:pt x="2702" y="101"/>
                  </a:lnTo>
                  <a:lnTo>
                    <a:pt x="2102" y="668"/>
                  </a:lnTo>
                  <a:lnTo>
                    <a:pt x="1468" y="1"/>
                  </a:ln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71"/>
            <p:cNvSpPr/>
            <p:nvPr/>
          </p:nvSpPr>
          <p:spPr>
            <a:xfrm>
              <a:off x="4447225" y="1107650"/>
              <a:ext cx="81750" cy="34800"/>
            </a:xfrm>
            <a:custGeom>
              <a:rect b="b" l="l" r="r" t="t"/>
              <a:pathLst>
                <a:path extrusionOk="0" h="1392" w="3270">
                  <a:moveTo>
                    <a:pt x="0" y="0"/>
                  </a:moveTo>
                  <a:cubicBezTo>
                    <a:pt x="267" y="601"/>
                    <a:pt x="768" y="1068"/>
                    <a:pt x="1401" y="1335"/>
                  </a:cubicBezTo>
                  <a:cubicBezTo>
                    <a:pt x="1505" y="1374"/>
                    <a:pt x="1607" y="1391"/>
                    <a:pt x="1708" y="1391"/>
                  </a:cubicBezTo>
                  <a:cubicBezTo>
                    <a:pt x="2551" y="1391"/>
                    <a:pt x="3269" y="167"/>
                    <a:pt x="3269" y="167"/>
                  </a:cubicBezTo>
                  <a:lnTo>
                    <a:pt x="3269" y="167"/>
                  </a:lnTo>
                  <a:cubicBezTo>
                    <a:pt x="3269" y="167"/>
                    <a:pt x="2782" y="197"/>
                    <a:pt x="2154" y="197"/>
                  </a:cubicBezTo>
                  <a:cubicBezTo>
                    <a:pt x="1448" y="197"/>
                    <a:pt x="565" y="159"/>
                    <a:pt x="0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6" name="Google Shape;3336;p71"/>
            <p:cNvSpPr/>
            <p:nvPr/>
          </p:nvSpPr>
          <p:spPr>
            <a:xfrm>
              <a:off x="4372175" y="556450"/>
              <a:ext cx="285225" cy="207650"/>
            </a:xfrm>
            <a:custGeom>
              <a:rect b="b" l="l" r="r" t="t"/>
              <a:pathLst>
                <a:path extrusionOk="0" h="8306" w="11409">
                  <a:moveTo>
                    <a:pt x="5476" y="1"/>
                  </a:moveTo>
                  <a:cubicBezTo>
                    <a:pt x="4909" y="1"/>
                    <a:pt x="4357" y="34"/>
                    <a:pt x="3836" y="99"/>
                  </a:cubicBezTo>
                  <a:cubicBezTo>
                    <a:pt x="2469" y="299"/>
                    <a:pt x="1201" y="800"/>
                    <a:pt x="100" y="1567"/>
                  </a:cubicBezTo>
                  <a:cubicBezTo>
                    <a:pt x="0" y="2434"/>
                    <a:pt x="0" y="3335"/>
                    <a:pt x="100" y="4202"/>
                  </a:cubicBezTo>
                  <a:cubicBezTo>
                    <a:pt x="334" y="5903"/>
                    <a:pt x="1868" y="8305"/>
                    <a:pt x="1868" y="8305"/>
                  </a:cubicBezTo>
                  <a:lnTo>
                    <a:pt x="8039" y="8305"/>
                  </a:lnTo>
                  <a:cubicBezTo>
                    <a:pt x="9207" y="7004"/>
                    <a:pt x="10074" y="5470"/>
                    <a:pt x="10608" y="3835"/>
                  </a:cubicBezTo>
                  <a:cubicBezTo>
                    <a:pt x="10975" y="2735"/>
                    <a:pt x="11208" y="1967"/>
                    <a:pt x="11408" y="1434"/>
                  </a:cubicBezTo>
                  <a:cubicBezTo>
                    <a:pt x="9762" y="441"/>
                    <a:pt x="7523" y="1"/>
                    <a:pt x="5476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7" name="Google Shape;3337;p71"/>
            <p:cNvSpPr/>
            <p:nvPr/>
          </p:nvSpPr>
          <p:spPr>
            <a:xfrm>
              <a:off x="4621500" y="674000"/>
              <a:ext cx="111775" cy="496225"/>
            </a:xfrm>
            <a:custGeom>
              <a:rect b="b" l="l" r="r" t="t"/>
              <a:pathLst>
                <a:path extrusionOk="0" h="19849" w="4471">
                  <a:moveTo>
                    <a:pt x="3770" y="1"/>
                  </a:moveTo>
                  <a:cubicBezTo>
                    <a:pt x="3170" y="1035"/>
                    <a:pt x="2102" y="3069"/>
                    <a:pt x="2102" y="3536"/>
                  </a:cubicBezTo>
                  <a:cubicBezTo>
                    <a:pt x="2102" y="4137"/>
                    <a:pt x="3270" y="7506"/>
                    <a:pt x="3270" y="8707"/>
                  </a:cubicBezTo>
                  <a:cubicBezTo>
                    <a:pt x="3270" y="9941"/>
                    <a:pt x="2469" y="12643"/>
                    <a:pt x="1502" y="13377"/>
                  </a:cubicBezTo>
                  <a:cubicBezTo>
                    <a:pt x="501" y="14111"/>
                    <a:pt x="201" y="14778"/>
                    <a:pt x="101" y="15979"/>
                  </a:cubicBezTo>
                  <a:cubicBezTo>
                    <a:pt x="1" y="16879"/>
                    <a:pt x="34" y="18847"/>
                    <a:pt x="101" y="19848"/>
                  </a:cubicBezTo>
                  <a:cubicBezTo>
                    <a:pt x="902" y="19181"/>
                    <a:pt x="1635" y="18414"/>
                    <a:pt x="2269" y="17547"/>
                  </a:cubicBezTo>
                  <a:cubicBezTo>
                    <a:pt x="3070" y="16212"/>
                    <a:pt x="3870" y="10842"/>
                    <a:pt x="4237" y="7639"/>
                  </a:cubicBezTo>
                  <a:cubicBezTo>
                    <a:pt x="4471" y="5505"/>
                    <a:pt x="4404" y="2369"/>
                    <a:pt x="3770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8" name="Google Shape;3338;p71"/>
            <p:cNvSpPr/>
            <p:nvPr/>
          </p:nvSpPr>
          <p:spPr>
            <a:xfrm>
              <a:off x="4688225" y="833275"/>
              <a:ext cx="64250" cy="174325"/>
            </a:xfrm>
            <a:custGeom>
              <a:rect b="b" l="l" r="r" t="t"/>
              <a:pathLst>
                <a:path extrusionOk="0" h="6973" w="2570">
                  <a:moveTo>
                    <a:pt x="1448" y="0"/>
                  </a:moveTo>
                  <a:cubicBezTo>
                    <a:pt x="822" y="0"/>
                    <a:pt x="233" y="1523"/>
                    <a:pt x="101" y="3437"/>
                  </a:cubicBezTo>
                  <a:cubicBezTo>
                    <a:pt x="1" y="5338"/>
                    <a:pt x="434" y="6939"/>
                    <a:pt x="1068" y="6973"/>
                  </a:cubicBezTo>
                  <a:cubicBezTo>
                    <a:pt x="1201" y="6973"/>
                    <a:pt x="1335" y="6906"/>
                    <a:pt x="1435" y="6806"/>
                  </a:cubicBezTo>
                  <a:lnTo>
                    <a:pt x="1869" y="6606"/>
                  </a:lnTo>
                  <a:lnTo>
                    <a:pt x="1902" y="6072"/>
                  </a:lnTo>
                  <a:cubicBezTo>
                    <a:pt x="2469" y="4437"/>
                    <a:pt x="2569" y="2703"/>
                    <a:pt x="2202" y="1035"/>
                  </a:cubicBezTo>
                  <a:lnTo>
                    <a:pt x="2235" y="468"/>
                  </a:lnTo>
                  <a:lnTo>
                    <a:pt x="1835" y="234"/>
                  </a:lnTo>
                  <a:cubicBezTo>
                    <a:pt x="1735" y="101"/>
                    <a:pt x="1602" y="34"/>
                    <a:pt x="1468" y="1"/>
                  </a:cubicBezTo>
                  <a:cubicBezTo>
                    <a:pt x="1461" y="0"/>
                    <a:pt x="1455" y="0"/>
                    <a:pt x="1448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9" name="Google Shape;3339;p71"/>
            <p:cNvSpPr/>
            <p:nvPr/>
          </p:nvSpPr>
          <p:spPr>
            <a:xfrm>
              <a:off x="4712400" y="844950"/>
              <a:ext cx="55075" cy="153500"/>
            </a:xfrm>
            <a:custGeom>
              <a:rect b="b" l="l" r="r" t="t"/>
              <a:pathLst>
                <a:path extrusionOk="0" h="6140" w="2203">
                  <a:moveTo>
                    <a:pt x="1248" y="0"/>
                  </a:moveTo>
                  <a:cubicBezTo>
                    <a:pt x="688" y="0"/>
                    <a:pt x="166" y="1323"/>
                    <a:pt x="68" y="3003"/>
                  </a:cubicBezTo>
                  <a:cubicBezTo>
                    <a:pt x="1" y="4704"/>
                    <a:pt x="334" y="6105"/>
                    <a:pt x="902" y="6139"/>
                  </a:cubicBezTo>
                  <a:cubicBezTo>
                    <a:pt x="908" y="6139"/>
                    <a:pt x="915" y="6139"/>
                    <a:pt x="922" y="6139"/>
                  </a:cubicBezTo>
                  <a:cubicBezTo>
                    <a:pt x="1482" y="6139"/>
                    <a:pt x="2004" y="4817"/>
                    <a:pt x="2102" y="3136"/>
                  </a:cubicBezTo>
                  <a:cubicBezTo>
                    <a:pt x="2202" y="1435"/>
                    <a:pt x="1836" y="34"/>
                    <a:pt x="1268" y="1"/>
                  </a:cubicBezTo>
                  <a:cubicBezTo>
                    <a:pt x="1262" y="0"/>
                    <a:pt x="1255" y="0"/>
                    <a:pt x="1248" y="0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71"/>
            <p:cNvSpPr/>
            <p:nvPr/>
          </p:nvSpPr>
          <p:spPr>
            <a:xfrm>
              <a:off x="4267925" y="683175"/>
              <a:ext cx="116775" cy="478700"/>
            </a:xfrm>
            <a:custGeom>
              <a:rect b="b" l="l" r="r" t="t"/>
              <a:pathLst>
                <a:path extrusionOk="0" h="19148" w="4671">
                  <a:moveTo>
                    <a:pt x="1335" y="1"/>
                  </a:moveTo>
                  <a:cubicBezTo>
                    <a:pt x="1" y="2969"/>
                    <a:pt x="1068" y="4804"/>
                    <a:pt x="1068" y="7206"/>
                  </a:cubicBezTo>
                  <a:cubicBezTo>
                    <a:pt x="1068" y="9708"/>
                    <a:pt x="2336" y="16312"/>
                    <a:pt x="2769" y="17013"/>
                  </a:cubicBezTo>
                  <a:cubicBezTo>
                    <a:pt x="3270" y="17747"/>
                    <a:pt x="3837" y="18480"/>
                    <a:pt x="4437" y="19148"/>
                  </a:cubicBezTo>
                  <a:cubicBezTo>
                    <a:pt x="4370" y="16846"/>
                    <a:pt x="4671" y="14678"/>
                    <a:pt x="3837" y="13710"/>
                  </a:cubicBezTo>
                  <a:cubicBezTo>
                    <a:pt x="2836" y="12476"/>
                    <a:pt x="2369" y="10808"/>
                    <a:pt x="2169" y="9040"/>
                  </a:cubicBezTo>
                  <a:cubicBezTo>
                    <a:pt x="1935" y="7272"/>
                    <a:pt x="2469" y="3169"/>
                    <a:pt x="2469" y="3003"/>
                  </a:cubicBezTo>
                  <a:cubicBezTo>
                    <a:pt x="2469" y="2803"/>
                    <a:pt x="1702" y="868"/>
                    <a:pt x="1335" y="1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71"/>
            <p:cNvSpPr/>
            <p:nvPr/>
          </p:nvSpPr>
          <p:spPr>
            <a:xfrm>
              <a:off x="4429700" y="1160700"/>
              <a:ext cx="128450" cy="89050"/>
            </a:xfrm>
            <a:custGeom>
              <a:rect b="b" l="l" r="r" t="t"/>
              <a:pathLst>
                <a:path extrusionOk="0" h="3562" w="5138">
                  <a:moveTo>
                    <a:pt x="2264" y="0"/>
                  </a:moveTo>
                  <a:cubicBezTo>
                    <a:pt x="1610" y="0"/>
                    <a:pt x="506" y="1357"/>
                    <a:pt x="1" y="2115"/>
                  </a:cubicBezTo>
                  <a:cubicBezTo>
                    <a:pt x="835" y="2882"/>
                    <a:pt x="1669" y="3449"/>
                    <a:pt x="2336" y="3549"/>
                  </a:cubicBezTo>
                  <a:cubicBezTo>
                    <a:pt x="2390" y="3558"/>
                    <a:pt x="2447" y="3562"/>
                    <a:pt x="2508" y="3562"/>
                  </a:cubicBezTo>
                  <a:cubicBezTo>
                    <a:pt x="3153" y="3562"/>
                    <a:pt x="4131" y="3086"/>
                    <a:pt x="5138" y="2415"/>
                  </a:cubicBezTo>
                  <a:cubicBezTo>
                    <a:pt x="4371" y="1581"/>
                    <a:pt x="3003" y="180"/>
                    <a:pt x="2369" y="13"/>
                  </a:cubicBezTo>
                  <a:cubicBezTo>
                    <a:pt x="2336" y="4"/>
                    <a:pt x="2300" y="0"/>
                    <a:pt x="2264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71"/>
            <p:cNvSpPr/>
            <p:nvPr/>
          </p:nvSpPr>
          <p:spPr>
            <a:xfrm>
              <a:off x="4599000" y="2152150"/>
              <a:ext cx="312750" cy="236800"/>
            </a:xfrm>
            <a:custGeom>
              <a:rect b="b" l="l" r="r" t="t"/>
              <a:pathLst>
                <a:path extrusionOk="0" h="9472" w="12510">
                  <a:moveTo>
                    <a:pt x="5266" y="1"/>
                  </a:moveTo>
                  <a:cubicBezTo>
                    <a:pt x="4178" y="1"/>
                    <a:pt x="0" y="2147"/>
                    <a:pt x="0" y="2719"/>
                  </a:cubicBezTo>
                  <a:cubicBezTo>
                    <a:pt x="0" y="3055"/>
                    <a:pt x="314" y="3182"/>
                    <a:pt x="771" y="3182"/>
                  </a:cubicBezTo>
                  <a:cubicBezTo>
                    <a:pt x="1131" y="3182"/>
                    <a:pt x="1580" y="3103"/>
                    <a:pt x="2035" y="2986"/>
                  </a:cubicBezTo>
                  <a:cubicBezTo>
                    <a:pt x="3069" y="2719"/>
                    <a:pt x="5037" y="1985"/>
                    <a:pt x="5037" y="1985"/>
                  </a:cubicBezTo>
                  <a:cubicBezTo>
                    <a:pt x="5037" y="1985"/>
                    <a:pt x="7205" y="7022"/>
                    <a:pt x="7873" y="7823"/>
                  </a:cubicBezTo>
                  <a:cubicBezTo>
                    <a:pt x="8475" y="8511"/>
                    <a:pt x="8905" y="9472"/>
                    <a:pt x="9863" y="9472"/>
                  </a:cubicBezTo>
                  <a:cubicBezTo>
                    <a:pt x="10019" y="9472"/>
                    <a:pt x="10188" y="9446"/>
                    <a:pt x="10374" y="9390"/>
                  </a:cubicBezTo>
                  <a:cubicBezTo>
                    <a:pt x="11142" y="9157"/>
                    <a:pt x="11875" y="8790"/>
                    <a:pt x="12509" y="8290"/>
                  </a:cubicBezTo>
                  <a:lnTo>
                    <a:pt x="11342" y="4887"/>
                  </a:lnTo>
                  <a:cubicBezTo>
                    <a:pt x="11342" y="4887"/>
                    <a:pt x="6238" y="217"/>
                    <a:pt x="5404" y="17"/>
                  </a:cubicBezTo>
                  <a:cubicBezTo>
                    <a:pt x="5366" y="6"/>
                    <a:pt x="5320" y="1"/>
                    <a:pt x="5266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71"/>
            <p:cNvSpPr/>
            <p:nvPr/>
          </p:nvSpPr>
          <p:spPr>
            <a:xfrm>
              <a:off x="4732700" y="2180875"/>
              <a:ext cx="80975" cy="94475"/>
            </a:xfrm>
            <a:custGeom>
              <a:rect b="b" l="l" r="r" t="t"/>
              <a:pathLst>
                <a:path extrusionOk="0" h="3779" w="3239">
                  <a:moveTo>
                    <a:pt x="799" y="0"/>
                  </a:moveTo>
                  <a:cubicBezTo>
                    <a:pt x="312" y="0"/>
                    <a:pt x="0" y="1912"/>
                    <a:pt x="623" y="2404"/>
                  </a:cubicBezTo>
                  <a:cubicBezTo>
                    <a:pt x="1157" y="2871"/>
                    <a:pt x="1724" y="3338"/>
                    <a:pt x="2324" y="3738"/>
                  </a:cubicBezTo>
                  <a:cubicBezTo>
                    <a:pt x="2386" y="3763"/>
                    <a:pt x="2460" y="3778"/>
                    <a:pt x="2535" y="3778"/>
                  </a:cubicBezTo>
                  <a:cubicBezTo>
                    <a:pt x="2867" y="3778"/>
                    <a:pt x="3239" y="3478"/>
                    <a:pt x="2858" y="2337"/>
                  </a:cubicBezTo>
                  <a:cubicBezTo>
                    <a:pt x="2391" y="903"/>
                    <a:pt x="1290" y="69"/>
                    <a:pt x="823" y="2"/>
                  </a:cubicBezTo>
                  <a:cubicBezTo>
                    <a:pt x="815" y="1"/>
                    <a:pt x="807" y="0"/>
                    <a:pt x="799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71"/>
            <p:cNvSpPr/>
            <p:nvPr/>
          </p:nvSpPr>
          <p:spPr>
            <a:xfrm>
              <a:off x="4624025" y="2171800"/>
              <a:ext cx="145250" cy="101400"/>
            </a:xfrm>
            <a:custGeom>
              <a:rect b="b" l="l" r="r" t="t"/>
              <a:pathLst>
                <a:path extrusionOk="0" h="4056" w="5810">
                  <a:moveTo>
                    <a:pt x="4907" y="1"/>
                  </a:moveTo>
                  <a:cubicBezTo>
                    <a:pt x="4806" y="1"/>
                    <a:pt x="4694" y="11"/>
                    <a:pt x="4570" y="32"/>
                  </a:cubicBezTo>
                  <a:cubicBezTo>
                    <a:pt x="4570" y="32"/>
                    <a:pt x="200" y="2600"/>
                    <a:pt x="67" y="3467"/>
                  </a:cubicBezTo>
                  <a:cubicBezTo>
                    <a:pt x="1" y="3911"/>
                    <a:pt x="243" y="4055"/>
                    <a:pt x="622" y="4055"/>
                  </a:cubicBezTo>
                  <a:cubicBezTo>
                    <a:pt x="1011" y="4055"/>
                    <a:pt x="1544" y="3903"/>
                    <a:pt x="2035" y="3768"/>
                  </a:cubicBezTo>
                  <a:cubicBezTo>
                    <a:pt x="3269" y="3401"/>
                    <a:pt x="5304" y="2934"/>
                    <a:pt x="5571" y="1799"/>
                  </a:cubicBezTo>
                  <a:cubicBezTo>
                    <a:pt x="5810" y="753"/>
                    <a:pt x="5781" y="1"/>
                    <a:pt x="4907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5" name="Google Shape;3345;p71"/>
            <p:cNvSpPr/>
            <p:nvPr/>
          </p:nvSpPr>
          <p:spPr>
            <a:xfrm>
              <a:off x="4748525" y="2220075"/>
              <a:ext cx="80850" cy="94475"/>
            </a:xfrm>
            <a:custGeom>
              <a:rect b="b" l="l" r="r" t="t"/>
              <a:pathLst>
                <a:path extrusionOk="0" h="3779" w="3234">
                  <a:moveTo>
                    <a:pt x="768" y="0"/>
                  </a:moveTo>
                  <a:cubicBezTo>
                    <a:pt x="313" y="0"/>
                    <a:pt x="0" y="1911"/>
                    <a:pt x="591" y="2370"/>
                  </a:cubicBezTo>
                  <a:cubicBezTo>
                    <a:pt x="1124" y="2871"/>
                    <a:pt x="1691" y="3338"/>
                    <a:pt x="2292" y="3738"/>
                  </a:cubicBezTo>
                  <a:cubicBezTo>
                    <a:pt x="2353" y="3762"/>
                    <a:pt x="2427" y="3778"/>
                    <a:pt x="2504" y="3778"/>
                  </a:cubicBezTo>
                  <a:cubicBezTo>
                    <a:pt x="2843" y="3778"/>
                    <a:pt x="3234" y="3474"/>
                    <a:pt x="2826" y="2304"/>
                  </a:cubicBezTo>
                  <a:cubicBezTo>
                    <a:pt x="2359" y="903"/>
                    <a:pt x="1258" y="69"/>
                    <a:pt x="791" y="2"/>
                  </a:cubicBezTo>
                  <a:cubicBezTo>
                    <a:pt x="783" y="1"/>
                    <a:pt x="775" y="0"/>
                    <a:pt x="768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6" name="Google Shape;3346;p71"/>
            <p:cNvSpPr/>
            <p:nvPr/>
          </p:nvSpPr>
          <p:spPr>
            <a:xfrm>
              <a:off x="4639075" y="2211025"/>
              <a:ext cx="146000" cy="101475"/>
            </a:xfrm>
            <a:custGeom>
              <a:rect b="b" l="l" r="r" t="t"/>
              <a:pathLst>
                <a:path extrusionOk="0" h="4059" w="5840">
                  <a:moveTo>
                    <a:pt x="4906" y="1"/>
                  </a:moveTo>
                  <a:cubicBezTo>
                    <a:pt x="4804" y="1"/>
                    <a:pt x="4692" y="10"/>
                    <a:pt x="4568" y="30"/>
                  </a:cubicBezTo>
                  <a:cubicBezTo>
                    <a:pt x="4568" y="30"/>
                    <a:pt x="232" y="2632"/>
                    <a:pt x="65" y="3499"/>
                  </a:cubicBezTo>
                  <a:cubicBezTo>
                    <a:pt x="0" y="3921"/>
                    <a:pt x="234" y="4059"/>
                    <a:pt x="603" y="4059"/>
                  </a:cubicBezTo>
                  <a:cubicBezTo>
                    <a:pt x="994" y="4059"/>
                    <a:pt x="1536" y="3904"/>
                    <a:pt x="2033" y="3766"/>
                  </a:cubicBezTo>
                  <a:cubicBezTo>
                    <a:pt x="3267" y="3433"/>
                    <a:pt x="5302" y="2932"/>
                    <a:pt x="5569" y="1798"/>
                  </a:cubicBezTo>
                  <a:cubicBezTo>
                    <a:pt x="5839" y="778"/>
                    <a:pt x="5812" y="1"/>
                    <a:pt x="4906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71"/>
            <p:cNvSpPr/>
            <p:nvPr/>
          </p:nvSpPr>
          <p:spPr>
            <a:xfrm>
              <a:off x="4761025" y="2262600"/>
              <a:ext cx="70400" cy="82825"/>
            </a:xfrm>
            <a:custGeom>
              <a:rect b="b" l="l" r="r" t="t"/>
              <a:pathLst>
                <a:path extrusionOk="0" h="3313" w="2816">
                  <a:moveTo>
                    <a:pt x="667" y="0"/>
                  </a:moveTo>
                  <a:cubicBezTo>
                    <a:pt x="248" y="0"/>
                    <a:pt x="1" y="1678"/>
                    <a:pt x="524" y="2070"/>
                  </a:cubicBezTo>
                  <a:cubicBezTo>
                    <a:pt x="991" y="2504"/>
                    <a:pt x="1492" y="2904"/>
                    <a:pt x="1992" y="3271"/>
                  </a:cubicBezTo>
                  <a:cubicBezTo>
                    <a:pt x="2050" y="3297"/>
                    <a:pt x="2119" y="3313"/>
                    <a:pt x="2189" y="3313"/>
                  </a:cubicBezTo>
                  <a:cubicBezTo>
                    <a:pt x="2486" y="3313"/>
                    <a:pt x="2816" y="3034"/>
                    <a:pt x="2492" y="2037"/>
                  </a:cubicBezTo>
                  <a:cubicBezTo>
                    <a:pt x="2059" y="769"/>
                    <a:pt x="1091" y="69"/>
                    <a:pt x="691" y="2"/>
                  </a:cubicBezTo>
                  <a:cubicBezTo>
                    <a:pt x="683" y="1"/>
                    <a:pt x="675" y="0"/>
                    <a:pt x="667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71"/>
            <p:cNvSpPr/>
            <p:nvPr/>
          </p:nvSpPr>
          <p:spPr>
            <a:xfrm>
              <a:off x="4664925" y="2254300"/>
              <a:ext cx="127750" cy="89050"/>
            </a:xfrm>
            <a:custGeom>
              <a:rect b="b" l="l" r="r" t="t"/>
              <a:pathLst>
                <a:path extrusionOk="0" h="3562" w="5110">
                  <a:moveTo>
                    <a:pt x="4322" y="1"/>
                  </a:moveTo>
                  <a:cubicBezTo>
                    <a:pt x="4227" y="1"/>
                    <a:pt x="4121" y="12"/>
                    <a:pt x="4001" y="34"/>
                  </a:cubicBezTo>
                  <a:cubicBezTo>
                    <a:pt x="4001" y="34"/>
                    <a:pt x="165" y="2302"/>
                    <a:pt x="65" y="3069"/>
                  </a:cubicBezTo>
                  <a:cubicBezTo>
                    <a:pt x="1" y="3440"/>
                    <a:pt x="201" y="3562"/>
                    <a:pt x="524" y="3562"/>
                  </a:cubicBezTo>
                  <a:cubicBezTo>
                    <a:pt x="869" y="3562"/>
                    <a:pt x="1352" y="3423"/>
                    <a:pt x="1800" y="3303"/>
                  </a:cubicBezTo>
                  <a:cubicBezTo>
                    <a:pt x="2867" y="3003"/>
                    <a:pt x="4669" y="2602"/>
                    <a:pt x="4902" y="1568"/>
                  </a:cubicBezTo>
                  <a:cubicBezTo>
                    <a:pt x="5109" y="679"/>
                    <a:pt x="5080" y="1"/>
                    <a:pt x="4322" y="1"/>
                  </a:cubicBezTo>
                  <a:close/>
                </a:path>
              </a:pathLst>
            </a:custGeom>
            <a:solidFill>
              <a:srgbClr val="FFFFFF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71"/>
            <p:cNvSpPr/>
            <p:nvPr/>
          </p:nvSpPr>
          <p:spPr>
            <a:xfrm>
              <a:off x="4875850" y="1956600"/>
              <a:ext cx="565450" cy="452825"/>
            </a:xfrm>
            <a:custGeom>
              <a:rect b="b" l="l" r="r" t="t"/>
              <a:pathLst>
                <a:path extrusionOk="0" h="18113" w="22618">
                  <a:moveTo>
                    <a:pt x="18114" y="0"/>
                  </a:moveTo>
                  <a:lnTo>
                    <a:pt x="11309" y="1801"/>
                  </a:lnTo>
                  <a:cubicBezTo>
                    <a:pt x="11309" y="1801"/>
                    <a:pt x="4271" y="9774"/>
                    <a:pt x="3303" y="10508"/>
                  </a:cubicBezTo>
                  <a:cubicBezTo>
                    <a:pt x="2236" y="11241"/>
                    <a:pt x="1135" y="11875"/>
                    <a:pt x="1" y="12476"/>
                  </a:cubicBezTo>
                  <a:lnTo>
                    <a:pt x="1602" y="18113"/>
                  </a:lnTo>
                  <a:cubicBezTo>
                    <a:pt x="1602" y="18113"/>
                    <a:pt x="11609" y="13209"/>
                    <a:pt x="15645" y="10641"/>
                  </a:cubicBezTo>
                  <a:cubicBezTo>
                    <a:pt x="19715" y="8072"/>
                    <a:pt x="22617" y="6605"/>
                    <a:pt x="22517" y="5404"/>
                  </a:cubicBezTo>
                  <a:cubicBezTo>
                    <a:pt x="22384" y="4170"/>
                    <a:pt x="18114" y="0"/>
                    <a:pt x="181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71"/>
            <p:cNvSpPr/>
            <p:nvPr/>
          </p:nvSpPr>
          <p:spPr>
            <a:xfrm>
              <a:off x="4875850" y="1956600"/>
              <a:ext cx="565450" cy="452825"/>
            </a:xfrm>
            <a:custGeom>
              <a:rect b="b" l="l" r="r" t="t"/>
              <a:pathLst>
                <a:path extrusionOk="0" fill="none" h="18113" w="22618">
                  <a:moveTo>
                    <a:pt x="11309" y="1801"/>
                  </a:moveTo>
                  <a:cubicBezTo>
                    <a:pt x="11309" y="1801"/>
                    <a:pt x="4271" y="9774"/>
                    <a:pt x="3303" y="10508"/>
                  </a:cubicBezTo>
                  <a:cubicBezTo>
                    <a:pt x="2236" y="11241"/>
                    <a:pt x="1135" y="11875"/>
                    <a:pt x="1" y="12476"/>
                  </a:cubicBezTo>
                  <a:lnTo>
                    <a:pt x="1602" y="18113"/>
                  </a:lnTo>
                  <a:cubicBezTo>
                    <a:pt x="1602" y="18113"/>
                    <a:pt x="11609" y="13209"/>
                    <a:pt x="15645" y="10641"/>
                  </a:cubicBezTo>
                  <a:cubicBezTo>
                    <a:pt x="19715" y="8072"/>
                    <a:pt x="22617" y="6605"/>
                    <a:pt x="22517" y="5404"/>
                  </a:cubicBezTo>
                  <a:cubicBezTo>
                    <a:pt x="22384" y="4170"/>
                    <a:pt x="18114" y="0"/>
                    <a:pt x="18114" y="0"/>
                  </a:cubicBezTo>
                </a:path>
              </a:pathLst>
            </a:custGeom>
            <a:noFill/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71"/>
            <p:cNvSpPr/>
            <p:nvPr/>
          </p:nvSpPr>
          <p:spPr>
            <a:xfrm>
              <a:off x="5106850" y="1960750"/>
              <a:ext cx="80100" cy="95925"/>
            </a:xfrm>
            <a:custGeom>
              <a:rect b="b" l="l" r="r" t="t"/>
              <a:pathLst>
                <a:path extrusionOk="0" fill="none" h="3837" w="3204">
                  <a:moveTo>
                    <a:pt x="1" y="3837"/>
                  </a:moveTo>
                  <a:lnTo>
                    <a:pt x="3203" y="1"/>
                  </a:lnTo>
                </a:path>
              </a:pathLst>
            </a:custGeom>
            <a:noFill/>
            <a:ln cap="rnd" cmpd="sng" w="10850">
              <a:solidFill>
                <a:srgbClr val="69696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2" name="Google Shape;3352;p71"/>
            <p:cNvSpPr/>
            <p:nvPr/>
          </p:nvSpPr>
          <p:spPr>
            <a:xfrm>
              <a:off x="4382175" y="1422050"/>
              <a:ext cx="165975" cy="307725"/>
            </a:xfrm>
            <a:custGeom>
              <a:rect b="b" l="l" r="r" t="t"/>
              <a:pathLst>
                <a:path extrusionOk="0" h="12309" w="6639">
                  <a:moveTo>
                    <a:pt x="134" y="0"/>
                  </a:moveTo>
                  <a:cubicBezTo>
                    <a:pt x="134" y="5170"/>
                    <a:pt x="0" y="12309"/>
                    <a:pt x="0" y="12309"/>
                  </a:cubicBezTo>
                  <a:cubicBezTo>
                    <a:pt x="0" y="12309"/>
                    <a:pt x="3670" y="6038"/>
                    <a:pt x="6639" y="1034"/>
                  </a:cubicBezTo>
                  <a:lnTo>
                    <a:pt x="6639" y="1034"/>
                  </a:lnTo>
                  <a:cubicBezTo>
                    <a:pt x="3870" y="1735"/>
                    <a:pt x="2035" y="4537"/>
                    <a:pt x="2035" y="4537"/>
                  </a:cubicBezTo>
                  <a:cubicBezTo>
                    <a:pt x="1502" y="2969"/>
                    <a:pt x="868" y="1434"/>
                    <a:pt x="134" y="0"/>
                  </a:cubicBezTo>
                  <a:close/>
                </a:path>
              </a:pathLst>
            </a:custGeom>
            <a:solidFill>
              <a:srgbClr val="707BE0"/>
            </a:solidFill>
            <a:ln cap="rnd" cmpd="sng" w="1085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Sherlog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customer complaint to root cause in minutes, not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977639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435D74"/>
                </a:solidFill>
                <a:latin typeface="Maven Pro"/>
              </a:rPr>
              <a:t>An AI assistant that reads your logs, finds the failure, and points at the line of code.</a:t>
            </a:r>
          </a:p>
          <a:p>
            <a:pPr>
              <a:spcBef>
                <a:spcPts val="600"/>
              </a:spcBef>
            </a:pPr>
            <a:r>
              <a:rPr sz="1000" b="0" i="0">
                <a:solidFill>
                  <a:srgbClr val="5F8195"/>
                </a:solidFill>
                <a:latin typeface="Maven Pro"/>
              </a:rPr>
              <a:t>HCLTech Hackathon  ·  AMS / Observability  ·  Use Case #02</a:t>
            </a:r>
          </a:p>
        </p:txBody>
      </p:sp>
      <p:sp>
        <p:nvSpPr>
          <p:cNvPr id="5" name="Oval 4"/>
          <p:cNvSpPr/>
          <p:nvPr/>
        </p:nvSpPr>
        <p:spPr>
          <a:xfrm>
            <a:off x="7452360" y="566928"/>
            <a:ext cx="109728" cy="109728"/>
          </a:xfrm>
          <a:prstGeom prst="ellipse">
            <a:avLst/>
          </a:prstGeom>
          <a:noFill/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71816" y="566928"/>
            <a:ext cx="109728" cy="109728"/>
          </a:xfrm>
          <a:prstGeom prst="ellipse">
            <a:avLst/>
          </a:prstGeom>
          <a:noFill/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91272" y="566928"/>
            <a:ext cx="109728" cy="109728"/>
          </a:xfrm>
          <a:prstGeom prst="ellipse">
            <a:avLst/>
          </a:prstGeom>
          <a:noFill/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110728" y="566928"/>
            <a:ext cx="109728" cy="109728"/>
          </a:xfrm>
          <a:prstGeom prst="ellipse">
            <a:avLst/>
          </a:prstGeom>
          <a:noFill/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30183" y="566928"/>
            <a:ext cx="109728" cy="109728"/>
          </a:xfrm>
          <a:prstGeom prst="ellipse">
            <a:avLst/>
          </a:prstGeom>
          <a:noFill/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4681728"/>
            <a:ext cx="109728" cy="109728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681728"/>
            <a:ext cx="109728" cy="109728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70432" y="4681728"/>
            <a:ext cx="109728" cy="109728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89888" y="4681728"/>
            <a:ext cx="109728" cy="109728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609344" y="4681728"/>
            <a:ext cx="109728" cy="109728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worst bugs are the quiet 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" y="1645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707BE0"/>
                </a:solidFill>
                <a:latin typeface="Maven Pro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4800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200" b="1" i="0">
                <a:solidFill>
                  <a:srgbClr val="707BE0"/>
                </a:solidFill>
                <a:latin typeface="Maven Pro"/>
              </a:rPr>
              <a:t>•  </a:t>
            </a:r>
            <a:r>
              <a:rPr sz="1200" b="1" i="0">
                <a:solidFill>
                  <a:srgbClr val="181818"/>
                </a:solidFill>
                <a:latin typeface="Maven Pro"/>
              </a:rPr>
              <a:t>The customer pays, the API says 200 OK. </a:t>
            </a:r>
            <a:r>
              <a:rPr sz="1200" b="0" i="0">
                <a:solidFill>
                  <a:srgbClr val="435D74"/>
                </a:solidFill>
                <a:latin typeface="Maven Pro"/>
              </a:rPr>
              <a:t>but the subscription never activates and no email goes out. Nothing looks wrong.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707BE0"/>
                </a:solidFill>
                <a:latin typeface="Maven Pro"/>
              </a:rPr>
              <a:t>•  </a:t>
            </a:r>
            <a:r>
              <a:rPr sz="1200" b="1" i="0">
                <a:solidFill>
                  <a:srgbClr val="181818"/>
                </a:solidFill>
                <a:latin typeface="Maven Pro"/>
              </a:rPr>
              <a:t>The clues are scattered. </a:t>
            </a:r>
            <a:r>
              <a:rPr sz="1200" b="0" i="0">
                <a:solidFill>
                  <a:srgbClr val="435D74"/>
                </a:solidFill>
                <a:latin typeface="Maven Pro"/>
              </a:rPr>
              <a:t>across three log files in three different formats.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707BE0"/>
                </a:solidFill>
                <a:latin typeface="Maven Pro"/>
              </a:rPr>
              <a:t>•  </a:t>
            </a:r>
            <a:r>
              <a:rPr sz="1200" b="1" i="0">
                <a:solidFill>
                  <a:srgbClr val="181818"/>
                </a:solidFill>
                <a:latin typeface="Maven Pro"/>
              </a:rPr>
              <a:t>Today this is a manual hunt. </a:t>
            </a:r>
            <a:r>
              <a:rPr sz="1200" b="0" i="0">
                <a:solidFill>
                  <a:srgbClr val="435D74"/>
                </a:solidFill>
                <a:latin typeface="Maven Pro"/>
              </a:rPr>
              <a:t>an engineer greps each file and rebuilds the story line by line. It takes hours.</a:t>
            </a:r>
          </a:p>
          <a:p>
            <a:pPr>
              <a:spcAft>
                <a:spcPts val="1200"/>
              </a:spcAft>
            </a:pPr>
            <a:r>
              <a:rPr sz="1200" b="1" i="0">
                <a:solidFill>
                  <a:srgbClr val="707BE0"/>
                </a:solidFill>
                <a:latin typeface="Maven Pro"/>
              </a:rPr>
              <a:t>•  </a:t>
            </a:r>
            <a:r>
              <a:rPr sz="1200" b="1" i="0">
                <a:solidFill>
                  <a:srgbClr val="181818"/>
                </a:solidFill>
                <a:latin typeface="Maven Pro"/>
              </a:rPr>
              <a:t>The biggest clue is a missing log line. </a:t>
            </a:r>
            <a:r>
              <a:rPr sz="1200" b="0" i="0">
                <a:solidFill>
                  <a:srgbClr val="435D74"/>
                </a:solidFill>
                <a:latin typeface="Maven Pro"/>
              </a:rPr>
              <a:t>and grep cannot find what is not there.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371600"/>
            <a:ext cx="3063240" cy="2926080"/>
          </a:xfrm>
          <a:prstGeom prst="roundRect">
            <a:avLst>
              <a:gd name="adj" fmla="val 6000"/>
            </a:avLst>
          </a:prstGeom>
          <a:solidFill>
            <a:srgbClr val="E3E9ED"/>
          </a:solidFill>
          <a:ln w="9525">
            <a:solidFill>
              <a:srgbClr val="CF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79008" y="1554480"/>
            <a:ext cx="265176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707BE0"/>
                </a:solidFill>
                <a:latin typeface="Maven Pro"/>
              </a:rPr>
              <a:t>“</a:t>
            </a:r>
          </a:p>
          <a:p>
            <a:r>
              <a:rPr sz="1350" b="0" i="1">
                <a:solidFill>
                  <a:srgbClr val="181818"/>
                </a:solidFill>
                <a:latin typeface="Maven Pro"/>
              </a:rPr>
              <a:t>I was charged but my subscription still shows expired, and no confirmation email arrived.</a:t>
            </a:r>
          </a:p>
          <a:p>
            <a:pPr>
              <a:spcBef>
                <a:spcPts val="1000"/>
              </a:spcBef>
            </a:pPr>
            <a:r>
              <a:rPr sz="950" b="0" i="0">
                <a:solidFill>
                  <a:srgbClr val="5F8195"/>
                </a:solidFill>
                <a:latin typeface="Maven Pro"/>
              </a:rPr>
              <a:t>The support ticket that starts a multi-hour log dig.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Paste the complaint. Get the root cause.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" y="1645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707BE0"/>
                </a:solidFill>
                <a:latin typeface="Maven Pro"/>
              </a:rPr>
              <a:t>THE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1883664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1. Ingest</a:t>
            </a:r>
          </a:p>
          <a:p>
            <a:pPr algn="ctr"/>
            <a:r>
              <a:rPr sz="900" b="0" i="0">
                <a:solidFill>
                  <a:srgbClr val="435D74"/>
                </a:solidFill>
                <a:latin typeface="Maven Pro"/>
              </a:rPr>
              <a:t>all 3 log formats go into one searchable store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86584" y="2057400"/>
            <a:ext cx="228600" cy="0"/>
          </a:xfrm>
          <a:prstGeom prst="line">
            <a:avLst/>
          </a:prstGeom>
          <a:ln w="22225">
            <a:solidFill>
              <a:srgbClr val="707BE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615184" y="1463040"/>
            <a:ext cx="1883664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2. Investigate</a:t>
            </a:r>
          </a:p>
          <a:p>
            <a:pPr algn="ctr"/>
            <a:r>
              <a:rPr sz="900" b="0" i="0">
                <a:solidFill>
                  <a:srgbClr val="435D74"/>
                </a:solidFill>
                <a:latin typeface="Maven Pro"/>
              </a:rPr>
              <a:t>an AI agent digs through the logs like an engineer would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498848" y="2057400"/>
            <a:ext cx="228600" cy="0"/>
          </a:xfrm>
          <a:prstGeom prst="line">
            <a:avLst/>
          </a:prstGeom>
          <a:ln w="22225">
            <a:solidFill>
              <a:srgbClr val="707BE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27448" y="1463040"/>
            <a:ext cx="1883664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3. Pin the code</a:t>
            </a:r>
          </a:p>
          <a:p>
            <a:pPr algn="ctr"/>
            <a:r>
              <a:rPr sz="900" b="0" i="0">
                <a:solidFill>
                  <a:srgbClr val="435D74"/>
                </a:solidFill>
                <a:latin typeface="Maven Pro"/>
              </a:rPr>
              <a:t>the failure is traced to an exact file and line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611112" y="2057400"/>
            <a:ext cx="228600" cy="0"/>
          </a:xfrm>
          <a:prstGeom prst="line">
            <a:avLst/>
          </a:prstGeom>
          <a:ln w="22225">
            <a:solidFill>
              <a:srgbClr val="707BE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39712" y="1463040"/>
            <a:ext cx="1883664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4. Report</a:t>
            </a:r>
          </a:p>
          <a:p>
            <a:pPr algn="ctr"/>
            <a:r>
              <a:rPr sz="900" b="0" i="0">
                <a:solidFill>
                  <a:srgbClr val="435D74"/>
                </a:solidFill>
                <a:latin typeface="Maven Pro"/>
              </a:rPr>
              <a:t>a full RCA with real log evidence and a diagram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81818"/>
                </a:solidFill>
                <a:latin typeface="Maven Pro"/>
              </a:rPr>
              <a:t>One command, end to end: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8138160" cy="960120"/>
          </a:xfrm>
          <a:prstGeom prst="roundRect">
            <a:avLst>
              <a:gd name="adj" fmla="val 5000"/>
            </a:avLst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37160" tIns="82296" bIns="82296"/>
          <a:lstStyle/>
          <a:p>
            <a:pPr algn="ctr">
              <a:spcAft>
                <a:spcPts val="150"/>
              </a:spcAft>
            </a:pPr>
            <a:r>
              <a:rPr sz="1050" b="0" i="0">
                <a:solidFill>
                  <a:srgbClr val="E3E9ED"/>
                </a:solidFill>
                <a:latin typeface="Courier New"/>
              </a:rPr>
              <a:t>$ python src/pipeline.py "Customer USR-95005 says they were charged but their</a:t>
            </a:r>
          </a:p>
          <a:p>
            <a:pPr>
              <a:spcAft>
                <a:spcPts val="150"/>
              </a:spcAft>
            </a:pPr>
            <a:r>
              <a:rPr sz="1050" b="0" i="0">
                <a:solidFill>
                  <a:srgbClr val="E3E9ED"/>
                </a:solidFill>
                <a:latin typeface="Courier New"/>
              </a:rPr>
              <a:t>   subscription still shows expired and no email arrived"</a:t>
            </a:r>
          </a:p>
          <a:p>
            <a:pPr>
              <a:spcAft>
                <a:spcPts val="150"/>
              </a:spcAft>
            </a:pPr>
            <a:r>
              <a:rPr sz="1050" b="0" i="0">
                <a:solidFill>
                  <a:srgbClr val="86EFAC"/>
                </a:solidFill>
                <a:latin typeface="Courier New"/>
              </a:rPr>
              <a:t>→ reports/rca_TXN-0F14D1C5530B.md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Charged, but never activated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" y="1645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707BE0"/>
                </a:solidFill>
                <a:latin typeface="Maven Pro"/>
              </a:rPr>
              <a:t>OUR DEMO 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4069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150" b="1" i="0">
                <a:solidFill>
                  <a:srgbClr val="707BE0"/>
                </a:solidFill>
                <a:latin typeface="Maven Pro"/>
              </a:rPr>
              <a:t>•  </a:t>
            </a:r>
            <a:r>
              <a:rPr sz="1150" b="1" i="0">
                <a:solidFill>
                  <a:srgbClr val="181818"/>
                </a:solidFill>
                <a:latin typeface="Maven Pro"/>
              </a:rPr>
              <a:t>Payment goes through. </a:t>
            </a:r>
            <a:r>
              <a:rPr sz="1150" b="0" i="0">
                <a:solidFill>
                  <a:srgbClr val="435D74"/>
                </a:solidFill>
                <a:latin typeface="Maven Pro"/>
              </a:rPr>
              <a:t>StrivePay approves the charge.</a:t>
            </a:r>
          </a:p>
          <a:p>
            <a:pPr>
              <a:spcAft>
                <a:spcPts val="1100"/>
              </a:spcAft>
            </a:pPr>
            <a:r>
              <a:rPr sz="1150" b="1" i="0">
                <a:solidFill>
                  <a:srgbClr val="707BE0"/>
                </a:solidFill>
                <a:latin typeface="Maven Pro"/>
              </a:rPr>
              <a:t>•  </a:t>
            </a:r>
            <a:r>
              <a:rPr sz="1150" b="1" i="0">
                <a:solidFill>
                  <a:srgbClr val="181818"/>
                </a:solidFill>
                <a:latin typeface="Maven Pro"/>
              </a:rPr>
              <a:t>The database is overloaded. </a:t>
            </a:r>
            <a:r>
              <a:rPr sz="1150" b="0" i="0">
                <a:solidFill>
                  <a:srgbClr val="435D74"/>
                </a:solidFill>
                <a:latin typeface="Maven Pro"/>
              </a:rPr>
              <a:t>the subscription update times out.</a:t>
            </a:r>
          </a:p>
          <a:p>
            <a:pPr>
              <a:spcAft>
                <a:spcPts val="1100"/>
              </a:spcAft>
            </a:pPr>
            <a:r>
              <a:rPr sz="1150" b="1" i="0">
                <a:solidFill>
                  <a:srgbClr val="707BE0"/>
                </a:solidFill>
                <a:latin typeface="Maven Pro"/>
              </a:rPr>
              <a:t>•  </a:t>
            </a:r>
            <a:r>
              <a:rPr sz="1150" b="1" i="0">
                <a:solidFill>
                  <a:srgbClr val="181818"/>
                </a:solidFill>
                <a:latin typeface="Maven Pro"/>
              </a:rPr>
              <a:t>The code swallows the error. </a:t>
            </a:r>
            <a:r>
              <a:rPr sz="1150" b="0" i="0">
                <a:solidFill>
                  <a:srgbClr val="435D74"/>
                </a:solidFill>
                <a:latin typeface="Maven Pro"/>
              </a:rPr>
              <a:t>a bare except-pass hides the failure.</a:t>
            </a:r>
          </a:p>
          <a:p>
            <a:pPr>
              <a:spcAft>
                <a:spcPts val="1100"/>
              </a:spcAft>
            </a:pPr>
            <a:r>
              <a:rPr sz="1150" b="1" i="0">
                <a:solidFill>
                  <a:srgbClr val="707BE0"/>
                </a:solidFill>
                <a:latin typeface="Maven Pro"/>
              </a:rPr>
              <a:t>•  </a:t>
            </a:r>
            <a:r>
              <a:rPr sz="1150" b="1" i="0">
                <a:solidFill>
                  <a:srgbClr val="181818"/>
                </a:solidFill>
                <a:latin typeface="Maven Pro"/>
              </a:rPr>
              <a:t>So everything looks fine. </a:t>
            </a:r>
            <a:r>
              <a:rPr sz="1150" b="0" i="0">
                <a:solidFill>
                  <a:srgbClr val="435D74"/>
                </a:solidFill>
                <a:latin typeface="Maven Pro"/>
              </a:rPr>
              <a:t>the API returns 200 OK. The customer paid and got nothing.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371600"/>
            <a:ext cx="3977639" cy="2286000"/>
          </a:xfrm>
          <a:prstGeom prst="roundRect">
            <a:avLst>
              <a:gd name="adj" fmla="val 5000"/>
            </a:avLst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37160" tIns="82296" bIns="82296"/>
          <a:lstStyle/>
          <a:p>
            <a:pPr algn="ctr">
              <a:spcAft>
                <a:spcPts val="150"/>
              </a:spcAft>
            </a:pPr>
            <a:r>
              <a:rPr sz="900" b="0" i="0">
                <a:solidFill>
                  <a:srgbClr val="E3E9ED"/>
                </a:solidFill>
                <a:latin typeface="Courier New"/>
              </a:rPr>
              <a:t>09:39:08 INFO  api   POST /subscriptions/renew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86EFAC"/>
                </a:solidFill>
                <a:latin typeface="Courier New"/>
              </a:rPr>
              <a:t>09:39:09 INFO  pay   charge APPROVED (StrivePay)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E3E9ED"/>
                </a:solidFill>
                <a:latin typeface="Courier New"/>
              </a:rPr>
              <a:t>09:39:09 INFO  subs  Renewing [USR-95005]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FCA5A5"/>
                </a:solidFill>
                <a:latin typeface="Courier New"/>
              </a:rPr>
              <a:t>09:39:14 ERROR db    'subscriptions-db' exhausted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E3E9ED"/>
                </a:solidFill>
                <a:latin typeface="Courier New"/>
              </a:rPr>
              <a:t>09:39:14 INFO  api   200 OK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E3E9ED"/>
                </a:solidFill>
                <a:latin typeface="Courier New"/>
              </a:rPr>
              <a:t/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FBBF24"/>
                </a:solidFill>
                <a:latin typeface="Courier New"/>
              </a:rPr>
              <a:t>  subscription set ACTIVE   ← NEVER HAPPENED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FBBF24"/>
                </a:solidFill>
                <a:latin typeface="Courier New"/>
              </a:rPr>
              <a:t>  confirmation email sent   ← NEVER HAPPENED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3840480"/>
            <a:ext cx="39776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181818"/>
                </a:solidFill>
                <a:latin typeface="Maven Pro"/>
              </a:rPr>
              <a:t>The giveaway is what's missing: </a:t>
            </a:r>
            <a:r>
              <a:rPr sz="1100" b="0" i="0">
                <a:solidFill>
                  <a:srgbClr val="435D74"/>
                </a:solidFill>
                <a:latin typeface="Maven Pro"/>
              </a:rPr>
              <a:t>the two log lines that should exist, don't.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you'll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" y="1645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707BE0"/>
                </a:solidFill>
                <a:latin typeface="Maven Pro"/>
              </a:rPr>
              <a:t>LIVE DEMO</a:t>
            </a:r>
          </a:p>
        </p:txBody>
      </p:sp>
      <p:sp>
        <p:nvSpPr>
          <p:cNvPr id="4" name="Oval 3"/>
          <p:cNvSpPr/>
          <p:nvPr/>
        </p:nvSpPr>
        <p:spPr>
          <a:xfrm>
            <a:off x="512064" y="1371600"/>
            <a:ext cx="374904" cy="374904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ven Pro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325880"/>
            <a:ext cx="7589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81818"/>
                </a:solidFill>
                <a:latin typeface="Maven Pro"/>
              </a:rPr>
              <a:t>Paste the complaint   </a:t>
            </a:r>
            <a:r>
              <a:rPr sz="1100" b="0" i="0">
                <a:solidFill>
                  <a:srgbClr val="435D74"/>
                </a:solidFill>
                <a:latin typeface="Maven Pro"/>
              </a:rPr>
              <a:t>plain English in the UI. No ticket numbers, no transaction IDs.</a:t>
            </a:r>
          </a:p>
        </p:txBody>
      </p:sp>
      <p:sp>
        <p:nvSpPr>
          <p:cNvPr id="6" name="Oval 5"/>
          <p:cNvSpPr/>
          <p:nvPr/>
        </p:nvSpPr>
        <p:spPr>
          <a:xfrm>
            <a:off x="512064" y="2185416"/>
            <a:ext cx="374904" cy="374904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ven Pro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7589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81818"/>
                </a:solidFill>
                <a:latin typeface="Maven Pro"/>
              </a:rPr>
              <a:t>Watch the AI investigate   </a:t>
            </a:r>
            <a:r>
              <a:rPr sz="1100" b="0" i="0">
                <a:solidFill>
                  <a:srgbClr val="435D74"/>
                </a:solidFill>
                <a:latin typeface="Maven Pro"/>
              </a:rPr>
              <a:t>it finds the user, picks the suspicious transaction, and pulls the timeline. Every query shows up live.</a:t>
            </a:r>
          </a:p>
        </p:txBody>
      </p:sp>
      <p:sp>
        <p:nvSpPr>
          <p:cNvPr id="8" name="Oval 7"/>
          <p:cNvSpPr/>
          <p:nvPr/>
        </p:nvSpPr>
        <p:spPr>
          <a:xfrm>
            <a:off x="512064" y="2999232"/>
            <a:ext cx="374904" cy="374904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ven Pro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53512"/>
            <a:ext cx="7589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81818"/>
                </a:solidFill>
                <a:latin typeface="Maven Pro"/>
              </a:rPr>
              <a:t>Read the RCA   </a:t>
            </a:r>
            <a:r>
              <a:rPr sz="1100" b="0" i="0">
                <a:solidFill>
                  <a:srgbClr val="435D74"/>
                </a:solidFill>
                <a:latin typeface="Maven Pro"/>
              </a:rPr>
              <a:t>root cause, impact, fixes, and the guilty line of code, backed by real log lines.</a:t>
            </a:r>
          </a:p>
        </p:txBody>
      </p:sp>
      <p:sp>
        <p:nvSpPr>
          <p:cNvPr id="10" name="Oval 9"/>
          <p:cNvSpPr/>
          <p:nvPr/>
        </p:nvSpPr>
        <p:spPr>
          <a:xfrm>
            <a:off x="512064" y="3813048"/>
            <a:ext cx="374904" cy="374904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Maven Pro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67328"/>
            <a:ext cx="7589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81818"/>
                </a:solidFill>
                <a:latin typeface="Maven Pro"/>
              </a:rPr>
              <a:t>See the journey diagram   </a:t>
            </a:r>
            <a:r>
              <a:rPr sz="1100" b="0" i="0">
                <a:solidFill>
                  <a:srgbClr val="435D74"/>
                </a:solidFill>
                <a:latin typeface="Maven Pro"/>
              </a:rPr>
              <a:t>the whole transaction in one picture, with the missing steps drawn as dashed arrows.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 RCA a human would sign off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" y="1645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707BE0"/>
                </a:solidFill>
                <a:latin typeface="Maven Pro"/>
              </a:rPr>
              <a:t>THE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5257800" cy="3337560"/>
          </a:xfrm>
          <a:prstGeom prst="roundRect">
            <a:avLst>
              <a:gd name="adj" fmla="val 5000"/>
            </a:avLst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37160" tIns="82296" bIns="82296"/>
          <a:lstStyle/>
          <a:p>
            <a:pPr algn="ctr">
              <a:spcAft>
                <a:spcPts val="150"/>
              </a:spcAft>
            </a:pPr>
            <a:r>
              <a:rPr sz="900" b="0" i="0">
                <a:solidFill>
                  <a:srgbClr val="A5B4FC"/>
                </a:solidFill>
                <a:latin typeface="Courier New"/>
              </a:rPr>
              <a:t>## Root cause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E3E9ED"/>
                </a:solidFill>
                <a:latin typeface="Courier New"/>
              </a:rPr>
              <a:t>DB connection pool exhausted during renewal. SubscriptionService.renew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E3E9ED"/>
                </a:solidFill>
                <a:latin typeface="Courier New"/>
              </a:rPr>
              <a:t>catches and hides ALL exceptions, so state falls out of sync.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E3E9ED"/>
                </a:solidFill>
                <a:latin typeface="Courier New"/>
              </a:rPr>
              <a:t/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A5B4FC"/>
                </a:solidFill>
                <a:latin typeface="Courier New"/>
              </a:rPr>
              <a:t>## Code location: app/services/subscription_service.py:38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FCA5A5"/>
                </a:solidFill>
                <a:latin typeface="Courier New"/>
              </a:rPr>
              <a:t>  38 |   except Exception: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FCA5A5"/>
                </a:solidFill>
                <a:latin typeface="Courier New"/>
              </a:rPr>
              <a:t>  39 |     # TODO(mike): add retry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FCA5A5"/>
                </a:solidFill>
                <a:latin typeface="Courier New"/>
              </a:rPr>
              <a:t>  40 |     pass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E3E9ED"/>
                </a:solidFill>
                <a:latin typeface="Courier New"/>
              </a:rPr>
              <a:t/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A5B4FC"/>
                </a:solidFill>
                <a:latin typeface="Courier New"/>
              </a:rPr>
              <a:t>## Log evidence (copied straight from the logs)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E3E9ED"/>
                </a:solidFill>
                <a:latin typeface="Courier New"/>
              </a:rPr>
              <a:t>09:39:09 INFO  [subscriptions] Renewing [USR-95005, ...]</a:t>
            </a:r>
          </a:p>
          <a:p>
            <a:pPr>
              <a:spcAft>
                <a:spcPts val="150"/>
              </a:spcAft>
            </a:pPr>
            <a:r>
              <a:rPr sz="900" b="0" i="0">
                <a:solidFill>
                  <a:srgbClr val="E3E9ED"/>
                </a:solidFill>
                <a:latin typeface="Courier New"/>
              </a:rPr>
              <a:t>09:39:14 ERROR [db] pool exhausted (10/10 in use)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463040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 i="0">
                <a:solidFill>
                  <a:srgbClr val="707BE0"/>
                </a:solidFill>
                <a:latin typeface="Maven Pro"/>
              </a:rPr>
              <a:t>•  </a:t>
            </a:r>
            <a:r>
              <a:rPr sz="1100" b="1" i="0">
                <a:solidFill>
                  <a:srgbClr val="181818"/>
                </a:solidFill>
                <a:latin typeface="Maven Pro"/>
              </a:rPr>
              <a:t>Root cause. </a:t>
            </a:r>
            <a:r>
              <a:rPr sz="1100" b="0" i="0">
                <a:solidFill>
                  <a:srgbClr val="435D74"/>
                </a:solidFill>
                <a:latin typeface="Maven Pro"/>
              </a:rPr>
              <a:t>in plain language, tied to code.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707BE0"/>
                </a:solidFill>
                <a:latin typeface="Maven Pro"/>
              </a:rPr>
              <a:t>•  </a:t>
            </a:r>
            <a:r>
              <a:rPr sz="1100" b="1" i="0">
                <a:solidFill>
                  <a:srgbClr val="181818"/>
                </a:solidFill>
                <a:latin typeface="Maven Pro"/>
              </a:rPr>
              <a:t>The guilty line. </a:t>
            </a:r>
            <a:r>
              <a:rPr sz="1100" b="0" i="0">
                <a:solidFill>
                  <a:srgbClr val="435D74"/>
                </a:solidFill>
                <a:latin typeface="Maven Pro"/>
              </a:rPr>
              <a:t>exact file and line number.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707BE0"/>
                </a:solidFill>
                <a:latin typeface="Maven Pro"/>
              </a:rPr>
              <a:t>•  </a:t>
            </a:r>
            <a:r>
              <a:rPr sz="1100" b="1" i="0">
                <a:solidFill>
                  <a:srgbClr val="181818"/>
                </a:solidFill>
                <a:latin typeface="Maven Pro"/>
              </a:rPr>
              <a:t>Fixes. </a:t>
            </a:r>
            <a:r>
              <a:rPr sz="1100" b="0" i="0">
                <a:solidFill>
                  <a:srgbClr val="435D74"/>
                </a:solidFill>
                <a:latin typeface="Maven Pro"/>
              </a:rPr>
              <a:t>a quick patch and a proper long-term fix.</a:t>
            </a:r>
          </a:p>
          <a:p>
            <a:pPr>
              <a:spcAft>
                <a:spcPts val="1000"/>
              </a:spcAft>
            </a:pPr>
            <a:r>
              <a:rPr sz="1100" b="1" i="0">
                <a:solidFill>
                  <a:srgbClr val="707BE0"/>
                </a:solidFill>
                <a:latin typeface="Maven Pro"/>
              </a:rPr>
              <a:t>•  </a:t>
            </a:r>
            <a:r>
              <a:rPr sz="1100" b="1" i="0">
                <a:solidFill>
                  <a:srgbClr val="181818"/>
                </a:solidFill>
                <a:latin typeface="Maven Pro"/>
              </a:rPr>
              <a:t>A diagram. </a:t>
            </a:r>
            <a:r>
              <a:rPr sz="1100" b="0" i="0">
                <a:solidFill>
                  <a:srgbClr val="435D74"/>
                </a:solidFill>
                <a:latin typeface="Maven Pro"/>
              </a:rPr>
              <a:t>the whole story in one picture.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simple stages, one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" y="1645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707BE0"/>
                </a:solidFill>
                <a:latin typeface="Maven Pro"/>
              </a:rP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463040"/>
            <a:ext cx="1508760" cy="1033271"/>
          </a:xfrm>
          <a:prstGeom prst="roundRect">
            <a:avLst>
              <a:gd name="adj" fmla="val 12000"/>
            </a:avLst>
          </a:prstGeom>
          <a:solidFill>
            <a:srgbClr val="E3E9ED"/>
          </a:solidFill>
          <a:ln w="15875">
            <a:solidFill>
              <a:srgbClr val="5F81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Log sources</a:t>
            </a:r>
          </a:p>
          <a:p>
            <a:pPr algn="ctr"/>
            <a:r>
              <a:rPr sz="800" b="0" i="0">
                <a:solidFill>
                  <a:srgbClr val="435D74"/>
                </a:solidFill>
                <a:latin typeface="Maven Pro"/>
              </a:rPr>
              <a:t>app.log · transactions.json · monitoring.log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20240" y="1984248"/>
            <a:ext cx="310896" cy="0"/>
          </a:xfrm>
          <a:prstGeom prst="line">
            <a:avLst/>
          </a:prstGeom>
          <a:ln w="22225">
            <a:solidFill>
              <a:srgbClr val="5F819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31136" y="1463040"/>
            <a:ext cx="1508760" cy="10332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Ingestion</a:t>
            </a:r>
          </a:p>
          <a:p>
            <a:pPr algn="ctr"/>
            <a:r>
              <a:rPr sz="800" b="0" i="0">
                <a:solidFill>
                  <a:srgbClr val="435D74"/>
                </a:solidFill>
                <a:latin typeface="Maven Pro"/>
              </a:rPr>
              <a:t>parse + normalize into one schema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39896" y="1984248"/>
            <a:ext cx="310895" cy="0"/>
          </a:xfrm>
          <a:prstGeom prst="line">
            <a:avLst/>
          </a:prstGeom>
          <a:ln w="22225">
            <a:solidFill>
              <a:srgbClr val="5F819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050791" y="1463040"/>
            <a:ext cx="1508760" cy="1033271"/>
          </a:xfrm>
          <a:prstGeom prst="roundRect">
            <a:avLst>
              <a:gd name="adj" fmla="val 12000"/>
            </a:avLst>
          </a:prstGeom>
          <a:solidFill>
            <a:srgbClr val="E3E9ED"/>
          </a:solidFill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Elasticsearch</a:t>
            </a:r>
          </a:p>
          <a:p>
            <a:pPr algn="ctr"/>
            <a:r>
              <a:rPr sz="800" b="0" i="0">
                <a:solidFill>
                  <a:srgbClr val="435D74"/>
                </a:solidFill>
                <a:latin typeface="Maven Pro"/>
              </a:rPr>
              <a:t>one searchable log store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59552" y="1984248"/>
            <a:ext cx="301752" cy="0"/>
          </a:xfrm>
          <a:prstGeom prst="line">
            <a:avLst/>
          </a:prstGeom>
          <a:ln w="22225">
            <a:solidFill>
              <a:srgbClr val="5F819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861304" y="1463040"/>
            <a:ext cx="1609344" cy="10332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AI investigator</a:t>
            </a:r>
          </a:p>
          <a:p>
            <a:pPr algn="ctr"/>
            <a:r>
              <a:rPr sz="800" b="0" i="0">
                <a:solidFill>
                  <a:srgbClr val="435D74"/>
                </a:solidFill>
                <a:latin typeface="Maven Pro"/>
              </a:rPr>
              <a:t>Gemini agent, 4 log query tools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70648" y="1984248"/>
            <a:ext cx="310896" cy="0"/>
          </a:xfrm>
          <a:prstGeom prst="line">
            <a:avLst/>
          </a:prstGeom>
          <a:ln w="22225">
            <a:solidFill>
              <a:srgbClr val="5F819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81544" y="1463040"/>
            <a:ext cx="1033271" cy="1033271"/>
          </a:xfrm>
          <a:prstGeom prst="roundRect">
            <a:avLst>
              <a:gd name="adj" fmla="val 12000"/>
            </a:avLst>
          </a:prstGeom>
          <a:solidFill>
            <a:srgbClr val="E3E9ED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Failure point</a:t>
            </a:r>
          </a:p>
          <a:p>
            <a:pPr algn="ctr"/>
            <a:r>
              <a:rPr sz="800" b="0" i="0">
                <a:solidFill>
                  <a:srgbClr val="435D74"/>
                </a:solidFill>
                <a:latin typeface="Maven Pro"/>
              </a:rPr>
              <a:t>+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3255264"/>
            <a:ext cx="1719072" cy="10332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Code correlator</a:t>
            </a:r>
          </a:p>
          <a:p>
            <a:pPr algn="ctr"/>
            <a:r>
              <a:rPr sz="800" b="0" i="0">
                <a:solidFill>
                  <a:srgbClr val="435D74"/>
                </a:solidFill>
                <a:latin typeface="Maven Pro"/>
              </a:rPr>
              <a:t>GitPython finds the file and 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3255264"/>
            <a:ext cx="1719072" cy="10332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07B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RCA generator</a:t>
            </a:r>
          </a:p>
          <a:p>
            <a:pPr algn="ctr"/>
            <a:r>
              <a:rPr sz="800" b="0" i="0">
                <a:solidFill>
                  <a:srgbClr val="435D74"/>
                </a:solidFill>
                <a:latin typeface="Maven Pro"/>
              </a:rPr>
              <a:t>writes cause, impact, fixes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3255264"/>
            <a:ext cx="1856231" cy="1033271"/>
          </a:xfrm>
          <a:prstGeom prst="roundRect">
            <a:avLst>
              <a:gd name="adj" fmla="val 12000"/>
            </a:avLst>
          </a:prstGeom>
          <a:solidFill>
            <a:srgbClr val="E3E9ED"/>
          </a:solidFill>
          <a:ln w="1587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50" b="1" i="0">
                <a:solidFill>
                  <a:srgbClr val="181818"/>
                </a:solidFill>
                <a:latin typeface="Maven Pro"/>
              </a:rPr>
              <a:t>RCA report + diagram</a:t>
            </a:r>
          </a:p>
          <a:p>
            <a:pPr algn="ctr"/>
            <a:r>
              <a:rPr sz="800" b="0" i="0">
                <a:solidFill>
                  <a:srgbClr val="435D74"/>
                </a:solidFill>
                <a:latin typeface="Maven Pro"/>
              </a:rPr>
              <a:t>with evidence attached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377440" y="2496312"/>
            <a:ext cx="5916168" cy="758952"/>
          </a:xfrm>
          <a:prstGeom prst="line">
            <a:avLst/>
          </a:prstGeom>
          <a:ln w="22225">
            <a:solidFill>
              <a:srgbClr val="5F819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27832" y="3767328"/>
            <a:ext cx="475488" cy="0"/>
          </a:xfrm>
          <a:prstGeom prst="line">
            <a:avLst/>
          </a:prstGeom>
          <a:ln w="22225">
            <a:solidFill>
              <a:srgbClr val="5F819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422392" y="3767328"/>
            <a:ext cx="475488" cy="0"/>
          </a:xfrm>
          <a:prstGeom prst="line">
            <a:avLst/>
          </a:prstGeom>
          <a:ln w="22225">
            <a:solidFill>
              <a:srgbClr val="5F819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4526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5F8195"/>
                </a:solidFill>
                <a:latin typeface="Maven Pro"/>
              </a:rPr>
              <a:t>The stages are independent: swap in a different bug or codebase and the same pipeline still works.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Things we did on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" y="1645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707BE0"/>
                </a:solidFill>
                <a:latin typeface="Maven Pro"/>
              </a:rPr>
              <a:t>KEY DECISIONS</a:t>
            </a:r>
          </a:p>
        </p:txBody>
      </p:sp>
      <p:sp>
        <p:nvSpPr>
          <p:cNvPr id="4" name="Oval 3"/>
          <p:cNvSpPr/>
          <p:nvPr/>
        </p:nvSpPr>
        <p:spPr>
          <a:xfrm>
            <a:off x="512064" y="1380744"/>
            <a:ext cx="265176" cy="265176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ven Pro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316736"/>
            <a:ext cx="7726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81818"/>
                </a:solidFill>
                <a:latin typeface="Maven Pro"/>
              </a:rPr>
              <a:t>The AI picks its own queries. </a:t>
            </a:r>
            <a:r>
              <a:rPr sz="1150" b="0" i="0">
                <a:solidFill>
                  <a:srgbClr val="435D74"/>
                </a:solidFill>
                <a:latin typeface="Maven Pro"/>
              </a:rPr>
              <a:t>it is an agent with 4 log tools, not a fixed script. It follows the evidence: complaint, then user, then transaction, then timeline.</a:t>
            </a:r>
          </a:p>
        </p:txBody>
      </p:sp>
      <p:sp>
        <p:nvSpPr>
          <p:cNvPr id="6" name="Oval 5"/>
          <p:cNvSpPr/>
          <p:nvPr/>
        </p:nvSpPr>
        <p:spPr>
          <a:xfrm>
            <a:off x="512064" y="2221992"/>
            <a:ext cx="265176" cy="265176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ven Pro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57984"/>
            <a:ext cx="7726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81818"/>
                </a:solidFill>
                <a:latin typeface="Maven Pro"/>
              </a:rPr>
              <a:t>The AI never writes evidence. </a:t>
            </a:r>
            <a:r>
              <a:rPr sz="1150" b="0" i="0">
                <a:solidFill>
                  <a:srgbClr val="435D74"/>
                </a:solidFill>
                <a:latin typeface="Maven Pro"/>
              </a:rPr>
              <a:t>log citations are copied verbatim, the code location comes from a Git search, the diagram is templated. The AI only writes the analysis.</a:t>
            </a:r>
          </a:p>
        </p:txBody>
      </p:sp>
      <p:sp>
        <p:nvSpPr>
          <p:cNvPr id="8" name="Oval 7"/>
          <p:cNvSpPr/>
          <p:nvPr/>
        </p:nvSpPr>
        <p:spPr>
          <a:xfrm>
            <a:off x="512064" y="3063240"/>
            <a:ext cx="265176" cy="265176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ven Pro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99232"/>
            <a:ext cx="7726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81818"/>
                </a:solidFill>
                <a:latin typeface="Maven Pro"/>
              </a:rPr>
              <a:t>It is allowed to say "nothing is wrong". </a:t>
            </a:r>
            <a:r>
              <a:rPr sz="1150" b="0" i="0">
                <a:solidFill>
                  <a:srgbClr val="435D74"/>
                </a:solidFill>
                <a:latin typeface="Maven Pro"/>
              </a:rPr>
              <a:t>clean transactions come back clean. It does not invent incidents.</a:t>
            </a:r>
          </a:p>
        </p:txBody>
      </p:sp>
      <p:sp>
        <p:nvSpPr>
          <p:cNvPr id="10" name="Oval 9"/>
          <p:cNvSpPr/>
          <p:nvPr/>
        </p:nvSpPr>
        <p:spPr>
          <a:xfrm>
            <a:off x="512064" y="3904488"/>
            <a:ext cx="265176" cy="265176"/>
          </a:xfrm>
          <a:prstGeom prst="ellipse">
            <a:avLst/>
          </a:prstGeom>
          <a:solidFill>
            <a:srgbClr val="707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Maven Pro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7726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181818"/>
                </a:solidFill>
                <a:latin typeface="Maven Pro"/>
              </a:rPr>
              <a:t>We score it, we don't vibe it. </a:t>
            </a:r>
            <a:r>
              <a:rPr sz="1150" b="0" i="0">
                <a:solidFill>
                  <a:srgbClr val="435D74"/>
                </a:solidFill>
                <a:latin typeface="Maven Pro"/>
              </a:rPr>
              <a:t>9 test investigations against a hidden answer key, and every cited log line is checked to actually exist.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Small, boring, reliable pieces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" y="1645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 i="0">
                <a:solidFill>
                  <a:srgbClr val="707BE0"/>
                </a:solidFill>
                <a:latin typeface="Maven Pro"/>
              </a:rPr>
              <a:t>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300" b="1" i="0">
                <a:solidFill>
                  <a:srgbClr val="181818"/>
                </a:solidFill>
                <a:latin typeface="Maven Pro"/>
              </a:rPr>
              <a:t>Python</a:t>
            </a:r>
          </a:p>
          <a:p>
            <a:r>
              <a:rPr sz="1000" b="0" i="0">
                <a:solidFill>
                  <a:srgbClr val="435D74"/>
                </a:solidFill>
                <a:latin typeface="Maven Pro"/>
              </a:rPr>
              <a:t>the whole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19272" y="1463040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300" b="1" i="0">
                <a:solidFill>
                  <a:srgbClr val="181818"/>
                </a:solidFill>
                <a:latin typeface="Maven Pro"/>
              </a:rPr>
              <a:t>Elasticsearch + Kibana</a:t>
            </a:r>
          </a:p>
          <a:p>
            <a:r>
              <a:rPr sz="1000" b="0" i="0">
                <a:solidFill>
                  <a:srgbClr val="435D74"/>
                </a:solidFill>
                <a:latin typeface="Maven Pro"/>
              </a:rPr>
              <a:t>the log store, via docker compose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35624" y="1463040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300" b="1" i="0">
                <a:solidFill>
                  <a:srgbClr val="181818"/>
                </a:solidFill>
                <a:latin typeface="Maven Pro"/>
              </a:rPr>
              <a:t>Gemini</a:t>
            </a:r>
          </a:p>
          <a:p>
            <a:r>
              <a:rPr sz="1000" b="0" i="0">
                <a:solidFill>
                  <a:srgbClr val="435D74"/>
                </a:solidFill>
                <a:latin typeface="Maven Pro"/>
              </a:rPr>
              <a:t>the investigation agent and RCA writeup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9631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300" b="1" i="0">
                <a:solidFill>
                  <a:srgbClr val="181818"/>
                </a:solidFill>
                <a:latin typeface="Maven Pro"/>
              </a:rPr>
              <a:t>GitPython</a:t>
            </a:r>
          </a:p>
          <a:p>
            <a:r>
              <a:rPr sz="1000" b="0" i="0">
                <a:solidFill>
                  <a:srgbClr val="435D74"/>
                </a:solidFill>
                <a:latin typeface="Maven Pro"/>
              </a:rPr>
              <a:t>finds the guilty code, no AI involved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2" y="249631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300" b="1" i="0">
                <a:solidFill>
                  <a:srgbClr val="181818"/>
                </a:solidFill>
                <a:latin typeface="Maven Pro"/>
              </a:rPr>
              <a:t>Streamlit</a:t>
            </a:r>
          </a:p>
          <a:p>
            <a:r>
              <a:rPr sz="1000" b="0" i="0">
                <a:solidFill>
                  <a:srgbClr val="435D74"/>
                </a:solidFill>
                <a:latin typeface="Maven Pro"/>
              </a:rPr>
              <a:t>the demo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2496312"/>
            <a:ext cx="260604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300" b="1" i="0">
                <a:solidFill>
                  <a:srgbClr val="181818"/>
                </a:solidFill>
                <a:latin typeface="Maven Pro"/>
              </a:rPr>
              <a:t>Mermaid</a:t>
            </a:r>
          </a:p>
          <a:p>
            <a:r>
              <a:rPr sz="1000" b="0" i="0">
                <a:solidFill>
                  <a:srgbClr val="435D74"/>
                </a:solidFill>
                <a:latin typeface="Maven Pro"/>
              </a:rPr>
              <a:t>the journey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886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81818"/>
                </a:solidFill>
                <a:latin typeface="Maven Pro"/>
              </a:rPr>
              <a:t>One entrypoint: </a:t>
            </a:r>
            <a:r>
              <a:rPr sz="1100" b="0" i="0">
                <a:solidFill>
                  <a:srgbClr val="707BE0"/>
                </a:solidFill>
                <a:latin typeface="Courier New"/>
              </a:rPr>
              <a:t>src/pipeline.py</a:t>
            </a:r>
            <a:r>
              <a:rPr sz="1200" b="1" i="0">
                <a:solidFill>
                  <a:srgbClr val="181818"/>
                </a:solidFill>
                <a:latin typeface="Maven Pro"/>
              </a:rPr>
              <a:t>    UI: </a:t>
            </a:r>
            <a:r>
              <a:rPr sz="1100" b="0" i="0">
                <a:solidFill>
                  <a:srgbClr val="707BE0"/>
                </a:solidFill>
                <a:latin typeface="Courier New"/>
              </a:rPr>
              <a:t>ui/app.py</a:t>
            </a:r>
          </a:p>
          <a:p>
            <a:pPr>
              <a:spcBef>
                <a:spcPts val="400"/>
              </a:spcBef>
            </a:pPr>
            <a:r>
              <a:rPr sz="1200" b="1" i="0">
                <a:solidFill>
                  <a:srgbClr val="181818"/>
                </a:solidFill>
                <a:latin typeface="Maven Pro"/>
              </a:rPr>
              <a:t>Demo codebase: </a:t>
            </a:r>
            <a:r>
              <a:rPr sz="1100" b="0" i="0">
                <a:solidFill>
                  <a:srgbClr val="707BE0"/>
                </a:solidFill>
                <a:latin typeface="Courier New"/>
              </a:rPr>
              <a:t>github.com/aadityaincode/novastream-billing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ll About Artificial Intelligence by Slidesgo">
  <a:themeElements>
    <a:clrScheme name="Simple Light">
      <a:dk1>
        <a:srgbClr val="181818"/>
      </a:dk1>
      <a:lt1>
        <a:srgbClr val="F3F3F3"/>
      </a:lt1>
      <a:dk2>
        <a:srgbClr val="3D3D3B"/>
      </a:dk2>
      <a:lt2>
        <a:srgbClr val="C1C1C1"/>
      </a:lt2>
      <a:accent1>
        <a:srgbClr val="5D65BB"/>
      </a:accent1>
      <a:accent2>
        <a:srgbClr val="707BE0"/>
      </a:accent2>
      <a:accent3>
        <a:srgbClr val="BCC1E6"/>
      </a:accent3>
      <a:accent4>
        <a:srgbClr val="FFFFFF"/>
      </a:accent4>
      <a:accent5>
        <a:srgbClr val="FFFFFF"/>
      </a:accent5>
      <a:accent6>
        <a:srgbClr val="FFFFFF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