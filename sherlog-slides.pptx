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  <p:sldMasterId id="2147483683" r:id="rId2"/>
  </p:sldMasterIdLst>
  <p:notesMasterIdLst>
    <p:notesMasterId r:id="rId13"/>
  </p:notesMasterIdLst>
  <p:sldIdLst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290" r:id="rId12"/>
  </p:sldIdLst>
  <p:sldSz cx="9144000" cy="5143500" type="screen16x9"/>
  <p:notesSz cx="6858000" cy="91440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Maven Pro" panose="020B0604020202020204" charset="0"/>
      <p:regular r:id="rId18"/>
      <p:bold r:id="rId19"/>
    </p:embeddedFont>
    <p:embeddedFont>
      <p:font typeface="MuseoModerno Medium" panose="020B0604020202020204" charset="0"/>
      <p:regular r:id="rId20"/>
      <p:bold r:id="rId21"/>
      <p:italic r:id="rId22"/>
      <p:boldItalic r:id="rId23"/>
    </p:embeddedFont>
    <p:embeddedFont>
      <p:font typeface="Nunito Light" pitchFamily="2" charset="0"/>
      <p:regular r:id="rId24"/>
    </p:embeddedFont>
    <p:embeddedFont>
      <p:font typeface="Proxima Nova" panose="020B0604020202020204" charset="0"/>
      <p:regular r:id="rId25"/>
      <p:bold r:id="rId26"/>
      <p:italic r:id="rId27"/>
      <p:boldItalic r:id="rId28"/>
    </p:embeddedFont>
    <p:embeddedFont>
      <p:font typeface="Proxima Nova Semibold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F66BE3-2B35-4F8A-B220-73DAFB01544D}">
  <a:tblStyle styleId="{52F66BE3-2B35-4F8A-B220-73DAFB0154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78"/>
  </p:normalViewPr>
  <p:slideViewPr>
    <p:cSldViewPr snapToGrid="0">
      <p:cViewPr varScale="1">
        <p:scale>
          <a:sx n="111" d="100"/>
          <a:sy n="111" d="100"/>
        </p:scale>
        <p:origin x="7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2" name="Google Shape;3222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3" name="Google Shape;3223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3928800" cy="25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076875"/>
            <a:ext cx="39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249375" y="2717600"/>
            <a:ext cx="4181400" cy="15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5514025" y="1720050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4249375" y="4229000"/>
            <a:ext cx="41814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8" name="Google Shape;18;p4"/>
          <p:cNvGrpSpPr/>
          <p:nvPr/>
        </p:nvGrpSpPr>
        <p:grpSpPr>
          <a:xfrm rot="5400000">
            <a:off x="8320800" y="4025275"/>
            <a:ext cx="1009703" cy="130500"/>
            <a:chOff x="5461400" y="616025"/>
            <a:chExt cx="1009703" cy="130500"/>
          </a:xfrm>
        </p:grpSpPr>
        <p:sp>
          <p:nvSpPr>
            <p:cNvPr id="19" name="Google Shape;19;p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5055284" y="403129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1583300" y="403129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5055275" y="3458600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1583075" y="3458600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30" name="Google Shape;30;p5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31" name="Google Shape;31;p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36;p5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37" name="Google Shape;37;p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4" name="Google Shape;44;p6"/>
          <p:cNvGrpSpPr/>
          <p:nvPr/>
        </p:nvGrpSpPr>
        <p:grpSpPr>
          <a:xfrm rot="5400000">
            <a:off x="8320800" y="4025275"/>
            <a:ext cx="1009703" cy="130500"/>
            <a:chOff x="5461400" y="616025"/>
            <a:chExt cx="1009703" cy="130500"/>
          </a:xfrm>
        </p:grpSpPr>
        <p:sp>
          <p:nvSpPr>
            <p:cNvPr id="45" name="Google Shape;45;p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385575" y="1177400"/>
            <a:ext cx="4045200" cy="12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ubTitle" idx="1"/>
          </p:nvPr>
        </p:nvSpPr>
        <p:spPr>
          <a:xfrm>
            <a:off x="4385575" y="2432600"/>
            <a:ext cx="4045200" cy="21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348675" y="539500"/>
            <a:ext cx="4082100" cy="19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2414775"/>
            <a:ext cx="33267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713225" y="3576200"/>
            <a:ext cx="33267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 hasCustomPrompt="1"/>
          </p:nvPr>
        </p:nvSpPr>
        <p:spPr>
          <a:xfrm>
            <a:off x="720000" y="2917875"/>
            <a:ext cx="4586100" cy="11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>
            <a:spLocks noGrp="1"/>
          </p:cNvSpPr>
          <p:nvPr>
            <p:ph type="subTitle" idx="1"/>
          </p:nvPr>
        </p:nvSpPr>
        <p:spPr>
          <a:xfrm>
            <a:off x="720000" y="4106900"/>
            <a:ext cx="45861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720000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2"/>
          </p:nvPr>
        </p:nvSpPr>
        <p:spPr>
          <a:xfrm>
            <a:off x="3419271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3"/>
          </p:nvPr>
        </p:nvSpPr>
        <p:spPr>
          <a:xfrm>
            <a:off x="720000" y="403130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4"/>
          </p:nvPr>
        </p:nvSpPr>
        <p:spPr>
          <a:xfrm>
            <a:off x="3419271" y="403130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5" hasCustomPrompt="1"/>
          </p:nvPr>
        </p:nvSpPr>
        <p:spPr>
          <a:xfrm>
            <a:off x="1505400" y="1245075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6" hasCustomPrompt="1"/>
          </p:nvPr>
        </p:nvSpPr>
        <p:spPr>
          <a:xfrm>
            <a:off x="1505400" y="3066797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7" hasCustomPrompt="1"/>
          </p:nvPr>
        </p:nvSpPr>
        <p:spPr>
          <a:xfrm>
            <a:off x="4204671" y="1245075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8" hasCustomPrompt="1"/>
          </p:nvPr>
        </p:nvSpPr>
        <p:spPr>
          <a:xfrm>
            <a:off x="4204671" y="3066797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9"/>
          </p:nvPr>
        </p:nvSpPr>
        <p:spPr>
          <a:xfrm>
            <a:off x="720000" y="18773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3"/>
          </p:nvPr>
        </p:nvSpPr>
        <p:spPr>
          <a:xfrm>
            <a:off x="3419271" y="18773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4"/>
          </p:nvPr>
        </p:nvSpPr>
        <p:spPr>
          <a:xfrm>
            <a:off x="720000" y="36989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5"/>
          </p:nvPr>
        </p:nvSpPr>
        <p:spPr>
          <a:xfrm>
            <a:off x="3419271" y="36989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6"/>
          </p:nvPr>
        </p:nvSpPr>
        <p:spPr>
          <a:xfrm>
            <a:off x="6118546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7"/>
          </p:nvPr>
        </p:nvSpPr>
        <p:spPr>
          <a:xfrm>
            <a:off x="6118546" y="403130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18" hasCustomPrompt="1"/>
          </p:nvPr>
        </p:nvSpPr>
        <p:spPr>
          <a:xfrm>
            <a:off x="6903946" y="1245074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19" hasCustomPrompt="1"/>
          </p:nvPr>
        </p:nvSpPr>
        <p:spPr>
          <a:xfrm>
            <a:off x="6903946" y="3066800"/>
            <a:ext cx="734700" cy="63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20"/>
          </p:nvPr>
        </p:nvSpPr>
        <p:spPr>
          <a:xfrm>
            <a:off x="6118546" y="18773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21"/>
          </p:nvPr>
        </p:nvSpPr>
        <p:spPr>
          <a:xfrm>
            <a:off x="6118546" y="36989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85" name="Google Shape;85;p13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86" name="Google Shape;86;p1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13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92" name="Google Shape;92;p1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4277865" y="3942200"/>
            <a:ext cx="41529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4277850" y="1104750"/>
            <a:ext cx="4152900" cy="28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720000" y="1368875"/>
            <a:ext cx="37245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ubTitle" idx="1"/>
          </p:nvPr>
        </p:nvSpPr>
        <p:spPr>
          <a:xfrm>
            <a:off x="720000" y="3664925"/>
            <a:ext cx="3724500" cy="9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5"/>
          <p:cNvSpPr>
            <a:spLocks noGrp="1"/>
          </p:cNvSpPr>
          <p:nvPr>
            <p:ph type="pic" idx="2"/>
          </p:nvPr>
        </p:nvSpPr>
        <p:spPr>
          <a:xfrm>
            <a:off x="4875300" y="-731275"/>
            <a:ext cx="6484200" cy="6496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1090250" y="1619588"/>
            <a:ext cx="2824500" cy="119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1"/>
          </p:nvPr>
        </p:nvSpPr>
        <p:spPr>
          <a:xfrm>
            <a:off x="1090250" y="2815313"/>
            <a:ext cx="2824500" cy="11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1540550" y="1817525"/>
            <a:ext cx="2824500" cy="119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1"/>
          </p:nvPr>
        </p:nvSpPr>
        <p:spPr>
          <a:xfrm>
            <a:off x="1540550" y="3013250"/>
            <a:ext cx="2824500" cy="10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>
            <a:off x="5012875" y="1817525"/>
            <a:ext cx="2824200" cy="119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ubTitle" idx="1"/>
          </p:nvPr>
        </p:nvSpPr>
        <p:spPr>
          <a:xfrm>
            <a:off x="5013050" y="3013250"/>
            <a:ext cx="2824200" cy="10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ubTitle" idx="1"/>
          </p:nvPr>
        </p:nvSpPr>
        <p:spPr>
          <a:xfrm>
            <a:off x="4929774" y="3158975"/>
            <a:ext cx="2690400" cy="11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subTitle" idx="2"/>
          </p:nvPr>
        </p:nvSpPr>
        <p:spPr>
          <a:xfrm>
            <a:off x="1523825" y="3158975"/>
            <a:ext cx="2690400" cy="11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subTitle" idx="3"/>
          </p:nvPr>
        </p:nvSpPr>
        <p:spPr>
          <a:xfrm>
            <a:off x="1523825" y="2600075"/>
            <a:ext cx="2690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ubTitle" idx="4"/>
          </p:nvPr>
        </p:nvSpPr>
        <p:spPr>
          <a:xfrm>
            <a:off x="4929776" y="2600075"/>
            <a:ext cx="2690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19" name="Google Shape;119;p19"/>
          <p:cNvGrpSpPr/>
          <p:nvPr/>
        </p:nvGrpSpPr>
        <p:grpSpPr>
          <a:xfrm rot="-5400000" flipH="1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120" name="Google Shape;120;p1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25;p19"/>
          <p:cNvGrpSpPr/>
          <p:nvPr/>
        </p:nvGrpSpPr>
        <p:grpSpPr>
          <a:xfrm rot="-5400000" flipH="1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126" name="Google Shape;126;p1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1"/>
          </p:nvPr>
        </p:nvSpPr>
        <p:spPr>
          <a:xfrm>
            <a:off x="4176598" y="1637600"/>
            <a:ext cx="2980200" cy="21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subTitle" idx="2"/>
          </p:nvPr>
        </p:nvSpPr>
        <p:spPr>
          <a:xfrm>
            <a:off x="720000" y="1637600"/>
            <a:ext cx="2980200" cy="21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1"/>
          </p:nvPr>
        </p:nvSpPr>
        <p:spPr>
          <a:xfrm>
            <a:off x="825400" y="3235706"/>
            <a:ext cx="22425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2"/>
          </p:nvPr>
        </p:nvSpPr>
        <p:spPr>
          <a:xfrm>
            <a:off x="3450744" y="3235706"/>
            <a:ext cx="22425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3"/>
          </p:nvPr>
        </p:nvSpPr>
        <p:spPr>
          <a:xfrm>
            <a:off x="6076094" y="3235706"/>
            <a:ext cx="22425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4"/>
          </p:nvPr>
        </p:nvSpPr>
        <p:spPr>
          <a:xfrm>
            <a:off x="825400" y="2575700"/>
            <a:ext cx="22425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5"/>
          </p:nvPr>
        </p:nvSpPr>
        <p:spPr>
          <a:xfrm>
            <a:off x="3450747" y="2575700"/>
            <a:ext cx="22425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subTitle" idx="6"/>
          </p:nvPr>
        </p:nvSpPr>
        <p:spPr>
          <a:xfrm>
            <a:off x="6076094" y="2575700"/>
            <a:ext cx="22425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43" name="Google Shape;143;p21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144" name="Google Shape;144;p2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" name="Google Shape;149;p21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150" name="Google Shape;150;p2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1"/>
          </p:nvPr>
        </p:nvSpPr>
        <p:spPr>
          <a:xfrm>
            <a:off x="1690036" y="19941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subTitle" idx="2"/>
          </p:nvPr>
        </p:nvSpPr>
        <p:spPr>
          <a:xfrm>
            <a:off x="4755314" y="1994150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3"/>
          </p:nvPr>
        </p:nvSpPr>
        <p:spPr>
          <a:xfrm>
            <a:off x="1690036" y="37570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subTitle" idx="4"/>
          </p:nvPr>
        </p:nvSpPr>
        <p:spPr>
          <a:xfrm>
            <a:off x="4755314" y="37570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5"/>
          </p:nvPr>
        </p:nvSpPr>
        <p:spPr>
          <a:xfrm>
            <a:off x="1690036" y="15647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6"/>
          </p:nvPr>
        </p:nvSpPr>
        <p:spPr>
          <a:xfrm>
            <a:off x="1690036" y="33277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subTitle" idx="7"/>
          </p:nvPr>
        </p:nvSpPr>
        <p:spPr>
          <a:xfrm>
            <a:off x="4755311" y="15647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ubTitle" idx="8"/>
          </p:nvPr>
        </p:nvSpPr>
        <p:spPr>
          <a:xfrm>
            <a:off x="4755311" y="33277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65" name="Google Shape;165;p22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166" name="Google Shape;166;p2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subTitle" idx="1"/>
          </p:nvPr>
        </p:nvSpPr>
        <p:spPr>
          <a:xfrm>
            <a:off x="914600" y="2024693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ubTitle" idx="2"/>
          </p:nvPr>
        </p:nvSpPr>
        <p:spPr>
          <a:xfrm>
            <a:off x="3523194" y="2024693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subTitle" idx="3"/>
          </p:nvPr>
        </p:nvSpPr>
        <p:spPr>
          <a:xfrm>
            <a:off x="914600" y="3728318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ubTitle" idx="4"/>
          </p:nvPr>
        </p:nvSpPr>
        <p:spPr>
          <a:xfrm>
            <a:off x="3523194" y="3728318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subTitle" idx="5"/>
          </p:nvPr>
        </p:nvSpPr>
        <p:spPr>
          <a:xfrm>
            <a:off x="6131788" y="2024693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3"/>
          <p:cNvSpPr txBox="1">
            <a:spLocks noGrp="1"/>
          </p:cNvSpPr>
          <p:nvPr>
            <p:ph type="subTitle" idx="6"/>
          </p:nvPr>
        </p:nvSpPr>
        <p:spPr>
          <a:xfrm>
            <a:off x="6131788" y="3728318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3"/>
          <p:cNvSpPr txBox="1">
            <a:spLocks noGrp="1"/>
          </p:cNvSpPr>
          <p:nvPr>
            <p:ph type="subTitle" idx="7"/>
          </p:nvPr>
        </p:nvSpPr>
        <p:spPr>
          <a:xfrm>
            <a:off x="918719" y="15933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subTitle" idx="8"/>
          </p:nvPr>
        </p:nvSpPr>
        <p:spPr>
          <a:xfrm>
            <a:off x="3527313" y="15933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subTitle" idx="9"/>
          </p:nvPr>
        </p:nvSpPr>
        <p:spPr>
          <a:xfrm>
            <a:off x="6135907" y="15933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subTitle" idx="13"/>
          </p:nvPr>
        </p:nvSpPr>
        <p:spPr>
          <a:xfrm>
            <a:off x="918719" y="32969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subTitle" idx="14"/>
          </p:nvPr>
        </p:nvSpPr>
        <p:spPr>
          <a:xfrm>
            <a:off x="3527313" y="32969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subTitle" idx="15"/>
          </p:nvPr>
        </p:nvSpPr>
        <p:spPr>
          <a:xfrm>
            <a:off x="6135907" y="32969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85" name="Google Shape;185;p23"/>
          <p:cNvGrpSpPr/>
          <p:nvPr/>
        </p:nvGrpSpPr>
        <p:grpSpPr>
          <a:xfrm rot="-5400000" flipH="1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186" name="Google Shape;186;p2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23"/>
          <p:cNvGrpSpPr/>
          <p:nvPr/>
        </p:nvGrpSpPr>
        <p:grpSpPr>
          <a:xfrm rot="-5400000" flipH="1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192" name="Google Shape;192;p2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7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subTitle" idx="1"/>
          </p:nvPr>
        </p:nvSpPr>
        <p:spPr>
          <a:xfrm>
            <a:off x="2218900" y="1990676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4"/>
          <p:cNvSpPr txBox="1">
            <a:spLocks noGrp="1"/>
          </p:cNvSpPr>
          <p:nvPr>
            <p:ph type="subTitle" idx="2"/>
          </p:nvPr>
        </p:nvSpPr>
        <p:spPr>
          <a:xfrm>
            <a:off x="4827494" y="1990676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subTitle" idx="3"/>
          </p:nvPr>
        </p:nvSpPr>
        <p:spPr>
          <a:xfrm>
            <a:off x="914600" y="3694300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4"/>
          <p:cNvSpPr txBox="1">
            <a:spLocks noGrp="1"/>
          </p:cNvSpPr>
          <p:nvPr>
            <p:ph type="subTitle" idx="4"/>
          </p:nvPr>
        </p:nvSpPr>
        <p:spPr>
          <a:xfrm>
            <a:off x="3523194" y="3694300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5"/>
          </p:nvPr>
        </p:nvSpPr>
        <p:spPr>
          <a:xfrm>
            <a:off x="6131788" y="3694300"/>
            <a:ext cx="2097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6"/>
          </p:nvPr>
        </p:nvSpPr>
        <p:spPr>
          <a:xfrm>
            <a:off x="2223019" y="15933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subTitle" idx="7"/>
          </p:nvPr>
        </p:nvSpPr>
        <p:spPr>
          <a:xfrm>
            <a:off x="4831613" y="15933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8"/>
          </p:nvPr>
        </p:nvSpPr>
        <p:spPr>
          <a:xfrm>
            <a:off x="918719" y="32969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9"/>
          </p:nvPr>
        </p:nvSpPr>
        <p:spPr>
          <a:xfrm>
            <a:off x="3527313" y="32969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subTitle" idx="13"/>
          </p:nvPr>
        </p:nvSpPr>
        <p:spPr>
          <a:xfrm>
            <a:off x="6135907" y="3296925"/>
            <a:ext cx="2089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09" name="Google Shape;209;p24"/>
          <p:cNvGrpSpPr/>
          <p:nvPr/>
        </p:nvGrpSpPr>
        <p:grpSpPr>
          <a:xfrm rot="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210" name="Google Shape;210;p2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" name="Google Shape;215;p24"/>
          <p:cNvGrpSpPr/>
          <p:nvPr/>
        </p:nvGrpSpPr>
        <p:grpSpPr>
          <a:xfrm rot="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216" name="Google Shape;216;p2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>
            <a:spLocks noGrp="1"/>
          </p:cNvSpPr>
          <p:nvPr>
            <p:ph type="title" hasCustomPrompt="1"/>
          </p:nvPr>
        </p:nvSpPr>
        <p:spPr>
          <a:xfrm>
            <a:off x="713225" y="539500"/>
            <a:ext cx="382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5"/>
          <p:cNvSpPr txBox="1">
            <a:spLocks noGrp="1"/>
          </p:cNvSpPr>
          <p:nvPr>
            <p:ph type="subTitle" idx="1"/>
          </p:nvPr>
        </p:nvSpPr>
        <p:spPr>
          <a:xfrm>
            <a:off x="713225" y="1308396"/>
            <a:ext cx="38226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984059"/>
            <a:ext cx="382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5"/>
          <p:cNvSpPr txBox="1">
            <a:spLocks noGrp="1"/>
          </p:cNvSpPr>
          <p:nvPr>
            <p:ph type="subTitle" idx="3"/>
          </p:nvPr>
        </p:nvSpPr>
        <p:spPr>
          <a:xfrm>
            <a:off x="713225" y="2752951"/>
            <a:ext cx="38226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25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3428594"/>
            <a:ext cx="382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5"/>
          <p:cNvSpPr txBox="1">
            <a:spLocks noGrp="1"/>
          </p:cNvSpPr>
          <p:nvPr>
            <p:ph type="subTitle" idx="5"/>
          </p:nvPr>
        </p:nvSpPr>
        <p:spPr>
          <a:xfrm>
            <a:off x="713225" y="4197499"/>
            <a:ext cx="38226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>
            <a:spLocks noGrp="1"/>
          </p:cNvSpPr>
          <p:nvPr>
            <p:ph type="title" hasCustomPrompt="1"/>
          </p:nvPr>
        </p:nvSpPr>
        <p:spPr>
          <a:xfrm>
            <a:off x="1249075" y="1301725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0" name="Google Shape;230;p26"/>
          <p:cNvSpPr txBox="1">
            <a:spLocks noGrp="1"/>
          </p:cNvSpPr>
          <p:nvPr>
            <p:ph type="subTitle" idx="1"/>
          </p:nvPr>
        </p:nvSpPr>
        <p:spPr>
          <a:xfrm>
            <a:off x="829225" y="3789200"/>
            <a:ext cx="2238600" cy="8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1" name="Google Shape;231;p26"/>
          <p:cNvSpPr txBox="1">
            <a:spLocks noGrp="1"/>
          </p:cNvSpPr>
          <p:nvPr>
            <p:ph type="subTitle" idx="2"/>
          </p:nvPr>
        </p:nvSpPr>
        <p:spPr>
          <a:xfrm>
            <a:off x="829225" y="3292175"/>
            <a:ext cx="2238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2" name="Google Shape;23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438" y="1301725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26"/>
          <p:cNvSpPr txBox="1">
            <a:spLocks noGrp="1"/>
          </p:cNvSpPr>
          <p:nvPr>
            <p:ph type="subTitle" idx="4"/>
          </p:nvPr>
        </p:nvSpPr>
        <p:spPr>
          <a:xfrm>
            <a:off x="3452701" y="3789200"/>
            <a:ext cx="2238600" cy="8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subTitle" idx="5"/>
          </p:nvPr>
        </p:nvSpPr>
        <p:spPr>
          <a:xfrm>
            <a:off x="3452704" y="3292175"/>
            <a:ext cx="2238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5" name="Google Shape;235;p26"/>
          <p:cNvSpPr txBox="1">
            <a:spLocks noGrp="1"/>
          </p:cNvSpPr>
          <p:nvPr>
            <p:ph type="title" idx="6" hasCustomPrompt="1"/>
          </p:nvPr>
        </p:nvSpPr>
        <p:spPr>
          <a:xfrm>
            <a:off x="6496625" y="1301725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6" name="Google Shape;236;p26"/>
          <p:cNvSpPr txBox="1">
            <a:spLocks noGrp="1"/>
          </p:cNvSpPr>
          <p:nvPr>
            <p:ph type="subTitle" idx="7"/>
          </p:nvPr>
        </p:nvSpPr>
        <p:spPr>
          <a:xfrm>
            <a:off x="6076177" y="3789200"/>
            <a:ext cx="2238600" cy="8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7" name="Google Shape;237;p26"/>
          <p:cNvSpPr txBox="1">
            <a:spLocks noGrp="1"/>
          </p:cNvSpPr>
          <p:nvPr>
            <p:ph type="subTitle" idx="8"/>
          </p:nvPr>
        </p:nvSpPr>
        <p:spPr>
          <a:xfrm>
            <a:off x="6076182" y="3292175"/>
            <a:ext cx="22386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8" name="Google Shape;23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26"/>
          <p:cNvGrpSpPr/>
          <p:nvPr/>
        </p:nvGrpSpPr>
        <p:grpSpPr>
          <a:xfrm rot="-5400000" flipH="1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240" name="Google Shape;240;p2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" name="Google Shape;245;p26"/>
          <p:cNvGrpSpPr/>
          <p:nvPr/>
        </p:nvGrpSpPr>
        <p:grpSpPr>
          <a:xfrm rot="-5400000" flipH="1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246" name="Google Shape;246;p2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27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253" name="Google Shape;253;p27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" name="Google Shape;258;p27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259" name="Google Shape;259;p27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28"/>
          <p:cNvGrpSpPr/>
          <p:nvPr/>
        </p:nvGrpSpPr>
        <p:grpSpPr>
          <a:xfrm rot="5400000" flipH="1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267" name="Google Shape;267;p28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8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8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8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" name="Google Shape;272;p28"/>
          <p:cNvGrpSpPr/>
          <p:nvPr/>
        </p:nvGrpSpPr>
        <p:grpSpPr>
          <a:xfrm rot="5400000" flipH="1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273" name="Google Shape;273;p28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8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8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8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8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9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281" name="Google Shape;281;p2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29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287" name="Google Shape;287;p2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2" name="Google Shape;292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0_1_1_1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30"/>
          <p:cNvGrpSpPr/>
          <p:nvPr/>
        </p:nvGrpSpPr>
        <p:grpSpPr>
          <a:xfrm rot="5400000" flipH="1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295" name="Google Shape;295;p30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0" name="Google Shape;300;p30"/>
          <p:cNvGrpSpPr/>
          <p:nvPr/>
        </p:nvGrpSpPr>
        <p:grpSpPr>
          <a:xfrm rot="5400000" flipH="1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301" name="Google Shape;301;p30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" name="Google Shape;30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4151700" cy="11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1"/>
          <p:cNvSpPr txBox="1">
            <a:spLocks noGrp="1"/>
          </p:cNvSpPr>
          <p:nvPr>
            <p:ph type="subTitle" idx="1"/>
          </p:nvPr>
        </p:nvSpPr>
        <p:spPr>
          <a:xfrm>
            <a:off x="713225" y="1653700"/>
            <a:ext cx="4151700" cy="12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713225" y="3894375"/>
            <a:ext cx="4151700" cy="7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sz="1200" b="1" u="sng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32"/>
          <p:cNvGrpSpPr/>
          <p:nvPr/>
        </p:nvGrpSpPr>
        <p:grpSpPr>
          <a:xfrm>
            <a:off x="4067150" y="539500"/>
            <a:ext cx="1009703" cy="130500"/>
            <a:chOff x="5461400" y="616025"/>
            <a:chExt cx="1009703" cy="130500"/>
          </a:xfrm>
        </p:grpSpPr>
        <p:sp>
          <p:nvSpPr>
            <p:cNvPr id="313" name="Google Shape;313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32"/>
          <p:cNvGrpSpPr/>
          <p:nvPr/>
        </p:nvGrpSpPr>
        <p:grpSpPr>
          <a:xfrm>
            <a:off x="4067150" y="4473500"/>
            <a:ext cx="1009703" cy="130500"/>
            <a:chOff x="5461400" y="616025"/>
            <a:chExt cx="1009703" cy="130500"/>
          </a:xfrm>
        </p:grpSpPr>
        <p:sp>
          <p:nvSpPr>
            <p:cNvPr id="319" name="Google Shape;319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33"/>
          <p:cNvGrpSpPr/>
          <p:nvPr/>
        </p:nvGrpSpPr>
        <p:grpSpPr>
          <a:xfrm rot="-5400000">
            <a:off x="273625" y="2506500"/>
            <a:ext cx="1009703" cy="130500"/>
            <a:chOff x="5461400" y="616025"/>
            <a:chExt cx="1009703" cy="130500"/>
          </a:xfrm>
        </p:grpSpPr>
        <p:sp>
          <p:nvSpPr>
            <p:cNvPr id="326" name="Google Shape;326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33"/>
          <p:cNvGrpSpPr/>
          <p:nvPr/>
        </p:nvGrpSpPr>
        <p:grpSpPr>
          <a:xfrm rot="-5400000">
            <a:off x="7860675" y="2506500"/>
            <a:ext cx="1009703" cy="130500"/>
            <a:chOff x="5461400" y="616025"/>
            <a:chExt cx="1009703" cy="130500"/>
          </a:xfrm>
        </p:grpSpPr>
        <p:sp>
          <p:nvSpPr>
            <p:cNvPr id="332" name="Google Shape;332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6"/>
          <p:cNvSpPr txBox="1">
            <a:spLocks noGrp="1"/>
          </p:cNvSpPr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useoModerno Medium"/>
              <a:buNone/>
              <a:defRPr sz="35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Sherlog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845" y="3051469"/>
            <a:ext cx="6271966" cy="475800"/>
          </a:xfrm>
        </p:spPr>
        <p:txBody>
          <a:bodyPr/>
          <a:lstStyle/>
          <a:p>
            <a:r>
              <a:rPr dirty="0"/>
              <a:t>From customer complaint to root cause in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977639"/>
            <a:ext cx="6858000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 dirty="0">
                <a:solidFill>
                  <a:srgbClr val="435D74"/>
                </a:solidFill>
                <a:latin typeface="Maven Pro"/>
              </a:rPr>
              <a:t>An AI assistant that reads your logs, finds the failure, and points at the line of code.</a:t>
            </a:r>
          </a:p>
          <a:p>
            <a:pPr>
              <a:spcBef>
                <a:spcPts val="600"/>
              </a:spcBef>
            </a:pPr>
            <a:r>
              <a:rPr sz="1000" b="0" i="0" dirty="0" err="1">
                <a:solidFill>
                  <a:srgbClr val="5F8195"/>
                </a:solidFill>
                <a:latin typeface="Maven Pro"/>
              </a:rPr>
              <a:t>HCLTech</a:t>
            </a:r>
            <a:r>
              <a:rPr sz="1000" b="0" i="0" dirty="0">
                <a:solidFill>
                  <a:srgbClr val="5F8195"/>
                </a:solidFill>
                <a:latin typeface="Maven Pro"/>
              </a:rPr>
              <a:t> Hackathon  ·  Use Case #02</a:t>
            </a:r>
          </a:p>
        </p:txBody>
      </p:sp>
      <p:sp>
        <p:nvSpPr>
          <p:cNvPr id="5" name="Oval 4"/>
          <p:cNvSpPr/>
          <p:nvPr/>
        </p:nvSpPr>
        <p:spPr>
          <a:xfrm>
            <a:off x="7452360" y="566928"/>
            <a:ext cx="109728" cy="109728"/>
          </a:xfrm>
          <a:prstGeom prst="ellipse">
            <a:avLst/>
          </a:prstGeom>
          <a:noFill/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71816" y="566928"/>
            <a:ext cx="109728" cy="109728"/>
          </a:xfrm>
          <a:prstGeom prst="ellipse">
            <a:avLst/>
          </a:prstGeom>
          <a:noFill/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891272" y="566928"/>
            <a:ext cx="109728" cy="109728"/>
          </a:xfrm>
          <a:prstGeom prst="ellipse">
            <a:avLst/>
          </a:prstGeom>
          <a:noFill/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110728" y="566928"/>
            <a:ext cx="109728" cy="109728"/>
          </a:xfrm>
          <a:prstGeom prst="ellipse">
            <a:avLst/>
          </a:prstGeom>
          <a:noFill/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330183" y="566928"/>
            <a:ext cx="109728" cy="109728"/>
          </a:xfrm>
          <a:prstGeom prst="ellipse">
            <a:avLst/>
          </a:prstGeom>
          <a:noFill/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4681728"/>
            <a:ext cx="109728" cy="109728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50976" y="4681728"/>
            <a:ext cx="109728" cy="109728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70432" y="4681728"/>
            <a:ext cx="109728" cy="109728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89888" y="4681728"/>
            <a:ext cx="109728" cy="109728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09344" y="4681728"/>
            <a:ext cx="109728" cy="109728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" name="Google Shape;2156;p52">
            <a:extLst>
              <a:ext uri="{FF2B5EF4-FFF2-40B4-BE49-F238E27FC236}">
                <a16:creationId xmlns:a16="http://schemas.microsoft.com/office/drawing/2014/main" id="{D92CAFC4-7DE0-555F-554D-86A330E6BE40}"/>
              </a:ext>
            </a:extLst>
          </p:cNvPr>
          <p:cNvGrpSpPr/>
          <p:nvPr/>
        </p:nvGrpSpPr>
        <p:grpSpPr>
          <a:xfrm>
            <a:off x="3727060" y="434341"/>
            <a:ext cx="5079178" cy="2883546"/>
            <a:chOff x="878187" y="304556"/>
            <a:chExt cx="7190230" cy="4082030"/>
          </a:xfrm>
        </p:grpSpPr>
        <p:sp>
          <p:nvSpPr>
            <p:cNvPr id="16" name="Google Shape;2157;p52">
              <a:extLst>
                <a:ext uri="{FF2B5EF4-FFF2-40B4-BE49-F238E27FC236}">
                  <a16:creationId xmlns:a16="http://schemas.microsoft.com/office/drawing/2014/main" id="{5D3E2E7D-E22A-4B3F-9A54-EA30EEC6D56A}"/>
                </a:ext>
              </a:extLst>
            </p:cNvPr>
            <p:cNvSpPr/>
            <p:nvPr/>
          </p:nvSpPr>
          <p:spPr>
            <a:xfrm flipH="1">
              <a:off x="878187" y="304556"/>
              <a:ext cx="7190230" cy="4082030"/>
            </a:xfrm>
            <a:custGeom>
              <a:avLst/>
              <a:gdLst/>
              <a:ahLst/>
              <a:cxnLst/>
              <a:rect l="l" t="t" r="r" b="b"/>
              <a:pathLst>
                <a:path w="261677" h="148559" extrusionOk="0">
                  <a:moveTo>
                    <a:pt x="179263" y="1"/>
                  </a:moveTo>
                  <a:cubicBezTo>
                    <a:pt x="177409" y="1"/>
                    <a:pt x="175556" y="92"/>
                    <a:pt x="173712" y="286"/>
                  </a:cubicBezTo>
                  <a:cubicBezTo>
                    <a:pt x="143134" y="3508"/>
                    <a:pt x="107935" y="24664"/>
                    <a:pt x="89181" y="29101"/>
                  </a:cubicBezTo>
                  <a:cubicBezTo>
                    <a:pt x="86873" y="29648"/>
                    <a:pt x="84491" y="29858"/>
                    <a:pt x="82044" y="29858"/>
                  </a:cubicBezTo>
                  <a:cubicBezTo>
                    <a:pt x="73800" y="29858"/>
                    <a:pt x="64822" y="27469"/>
                    <a:pt x="55480" y="27469"/>
                  </a:cubicBezTo>
                  <a:cubicBezTo>
                    <a:pt x="45058" y="27469"/>
                    <a:pt x="34184" y="30443"/>
                    <a:pt x="23375" y="43023"/>
                  </a:cubicBezTo>
                  <a:cubicBezTo>
                    <a:pt x="0" y="70227"/>
                    <a:pt x="10548" y="133237"/>
                    <a:pt x="62190" y="145577"/>
                  </a:cubicBezTo>
                  <a:cubicBezTo>
                    <a:pt x="71078" y="147700"/>
                    <a:pt x="79205" y="148558"/>
                    <a:pt x="86689" y="148558"/>
                  </a:cubicBezTo>
                  <a:cubicBezTo>
                    <a:pt x="118331" y="148558"/>
                    <a:pt x="138458" y="133214"/>
                    <a:pt x="155813" y="133214"/>
                  </a:cubicBezTo>
                  <a:cubicBezTo>
                    <a:pt x="158218" y="133214"/>
                    <a:pt x="160569" y="133508"/>
                    <a:pt x="162891" y="134179"/>
                  </a:cubicBezTo>
                  <a:cubicBezTo>
                    <a:pt x="170092" y="136259"/>
                    <a:pt x="178962" y="137411"/>
                    <a:pt x="188437" y="137411"/>
                  </a:cubicBezTo>
                  <a:cubicBezTo>
                    <a:pt x="209277" y="137411"/>
                    <a:pt x="233045" y="131841"/>
                    <a:pt x="248424" y="118343"/>
                  </a:cubicBezTo>
                  <a:cubicBezTo>
                    <a:pt x="261677" y="106701"/>
                    <a:pt x="259580" y="79619"/>
                    <a:pt x="252893" y="56640"/>
                  </a:cubicBezTo>
                  <a:cubicBezTo>
                    <a:pt x="245233" y="30165"/>
                    <a:pt x="223743" y="9253"/>
                    <a:pt x="196144" y="2262"/>
                  </a:cubicBezTo>
                  <a:cubicBezTo>
                    <a:pt x="190663" y="863"/>
                    <a:pt x="184958" y="1"/>
                    <a:pt x="1792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2158;p52">
              <a:extLst>
                <a:ext uri="{FF2B5EF4-FFF2-40B4-BE49-F238E27FC236}">
                  <a16:creationId xmlns:a16="http://schemas.microsoft.com/office/drawing/2014/main" id="{239EFA24-D6CB-2037-D27F-5CEDC2ACB252}"/>
                </a:ext>
              </a:extLst>
            </p:cNvPr>
            <p:cNvSpPr/>
            <p:nvPr/>
          </p:nvSpPr>
          <p:spPr>
            <a:xfrm>
              <a:off x="7747245" y="3859485"/>
              <a:ext cx="126149" cy="10057"/>
            </a:xfrm>
            <a:custGeom>
              <a:avLst/>
              <a:gdLst/>
              <a:ahLst/>
              <a:cxnLst/>
              <a:rect l="l" t="t" r="r" b="b"/>
              <a:pathLst>
                <a:path w="4591" h="366" extrusionOk="0">
                  <a:moveTo>
                    <a:pt x="1" y="0"/>
                  </a:moveTo>
                  <a:lnTo>
                    <a:pt x="1" y="365"/>
                  </a:lnTo>
                  <a:lnTo>
                    <a:pt x="4591" y="365"/>
                  </a:lnTo>
                  <a:lnTo>
                    <a:pt x="45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159;p52">
              <a:extLst>
                <a:ext uri="{FF2B5EF4-FFF2-40B4-BE49-F238E27FC236}">
                  <a16:creationId xmlns:a16="http://schemas.microsoft.com/office/drawing/2014/main" id="{449C5F82-5CF5-A6DC-AE69-2073C4571891}"/>
                </a:ext>
              </a:extLst>
            </p:cNvPr>
            <p:cNvSpPr/>
            <p:nvPr/>
          </p:nvSpPr>
          <p:spPr>
            <a:xfrm>
              <a:off x="5450456" y="3859485"/>
              <a:ext cx="2197431" cy="10057"/>
            </a:xfrm>
            <a:custGeom>
              <a:avLst/>
              <a:gdLst/>
              <a:ahLst/>
              <a:cxnLst/>
              <a:rect l="l" t="t" r="r" b="b"/>
              <a:pathLst>
                <a:path w="79972" h="366" extrusionOk="0">
                  <a:moveTo>
                    <a:pt x="1" y="0"/>
                  </a:moveTo>
                  <a:lnTo>
                    <a:pt x="1" y="365"/>
                  </a:lnTo>
                  <a:lnTo>
                    <a:pt x="79972" y="365"/>
                  </a:lnTo>
                  <a:lnTo>
                    <a:pt x="799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160;p52">
              <a:extLst>
                <a:ext uri="{FF2B5EF4-FFF2-40B4-BE49-F238E27FC236}">
                  <a16:creationId xmlns:a16="http://schemas.microsoft.com/office/drawing/2014/main" id="{07CAE80D-DFEA-245F-892A-CD1BC695443E}"/>
                </a:ext>
              </a:extLst>
            </p:cNvPr>
            <p:cNvSpPr/>
            <p:nvPr/>
          </p:nvSpPr>
          <p:spPr>
            <a:xfrm>
              <a:off x="3317378" y="3859485"/>
              <a:ext cx="162887" cy="10057"/>
            </a:xfrm>
            <a:custGeom>
              <a:avLst/>
              <a:gdLst/>
              <a:ahLst/>
              <a:cxnLst/>
              <a:rect l="l" t="t" r="r" b="b"/>
              <a:pathLst>
                <a:path w="5928" h="366" extrusionOk="0">
                  <a:moveTo>
                    <a:pt x="0" y="0"/>
                  </a:moveTo>
                  <a:lnTo>
                    <a:pt x="0" y="365"/>
                  </a:lnTo>
                  <a:lnTo>
                    <a:pt x="5927" y="365"/>
                  </a:lnTo>
                  <a:lnTo>
                    <a:pt x="59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61;p52">
              <a:extLst>
                <a:ext uri="{FF2B5EF4-FFF2-40B4-BE49-F238E27FC236}">
                  <a16:creationId xmlns:a16="http://schemas.microsoft.com/office/drawing/2014/main" id="{017CC4A0-BF20-DAD4-1D94-C0E7B63DD497}"/>
                </a:ext>
              </a:extLst>
            </p:cNvPr>
            <p:cNvSpPr/>
            <p:nvPr/>
          </p:nvSpPr>
          <p:spPr>
            <a:xfrm>
              <a:off x="1057326" y="3859485"/>
              <a:ext cx="2160693" cy="10057"/>
            </a:xfrm>
            <a:custGeom>
              <a:avLst/>
              <a:gdLst/>
              <a:ahLst/>
              <a:cxnLst/>
              <a:rect l="l" t="t" r="r" b="b"/>
              <a:pathLst>
                <a:path w="78635" h="366" extrusionOk="0">
                  <a:moveTo>
                    <a:pt x="0" y="0"/>
                  </a:moveTo>
                  <a:lnTo>
                    <a:pt x="0" y="365"/>
                  </a:lnTo>
                  <a:lnTo>
                    <a:pt x="78634" y="365"/>
                  </a:lnTo>
                  <a:lnTo>
                    <a:pt x="786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62;p52">
              <a:extLst>
                <a:ext uri="{FF2B5EF4-FFF2-40B4-BE49-F238E27FC236}">
                  <a16:creationId xmlns:a16="http://schemas.microsoft.com/office/drawing/2014/main" id="{E462E0D4-5E3D-B23A-0837-FA9A52EE611C}"/>
                </a:ext>
              </a:extLst>
            </p:cNvPr>
            <p:cNvSpPr/>
            <p:nvPr/>
          </p:nvSpPr>
          <p:spPr>
            <a:xfrm>
              <a:off x="1353808" y="3111685"/>
              <a:ext cx="129501" cy="101392"/>
            </a:xfrm>
            <a:custGeom>
              <a:avLst/>
              <a:gdLst/>
              <a:ahLst/>
              <a:cxnLst/>
              <a:rect l="l" t="t" r="r" b="b"/>
              <a:pathLst>
                <a:path w="4713" h="3690" extrusionOk="0">
                  <a:moveTo>
                    <a:pt x="1441" y="1"/>
                  </a:moveTo>
                  <a:cubicBezTo>
                    <a:pt x="1386" y="1"/>
                    <a:pt x="1332" y="4"/>
                    <a:pt x="1277" y="11"/>
                  </a:cubicBezTo>
                  <a:cubicBezTo>
                    <a:pt x="487" y="133"/>
                    <a:pt x="1" y="923"/>
                    <a:pt x="214" y="1683"/>
                  </a:cubicBezTo>
                  <a:cubicBezTo>
                    <a:pt x="396" y="2473"/>
                    <a:pt x="1217" y="3051"/>
                    <a:pt x="1885" y="3355"/>
                  </a:cubicBezTo>
                  <a:cubicBezTo>
                    <a:pt x="2589" y="3668"/>
                    <a:pt x="4163" y="3690"/>
                    <a:pt x="4599" y="3690"/>
                  </a:cubicBezTo>
                  <a:cubicBezTo>
                    <a:pt x="4671" y="3690"/>
                    <a:pt x="4712" y="3689"/>
                    <a:pt x="4712" y="3689"/>
                  </a:cubicBezTo>
                  <a:cubicBezTo>
                    <a:pt x="4712" y="3689"/>
                    <a:pt x="4287" y="2352"/>
                    <a:pt x="4256" y="2291"/>
                  </a:cubicBezTo>
                  <a:cubicBezTo>
                    <a:pt x="3822" y="1422"/>
                    <a:pt x="2559" y="1"/>
                    <a:pt x="14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163;p52">
              <a:extLst>
                <a:ext uri="{FF2B5EF4-FFF2-40B4-BE49-F238E27FC236}">
                  <a16:creationId xmlns:a16="http://schemas.microsoft.com/office/drawing/2014/main" id="{7C2B42C5-7C32-C9D1-C62B-EB97B98D6EA7}"/>
                </a:ext>
              </a:extLst>
            </p:cNvPr>
            <p:cNvSpPr/>
            <p:nvPr/>
          </p:nvSpPr>
          <p:spPr>
            <a:xfrm>
              <a:off x="1357985" y="2954404"/>
              <a:ext cx="805173" cy="910110"/>
            </a:xfrm>
            <a:custGeom>
              <a:avLst/>
              <a:gdLst/>
              <a:ahLst/>
              <a:cxnLst/>
              <a:rect l="l" t="t" r="r" b="b"/>
              <a:pathLst>
                <a:path w="29303" h="33122" extrusionOk="0">
                  <a:moveTo>
                    <a:pt x="6219" y="0"/>
                  </a:moveTo>
                  <a:cubicBezTo>
                    <a:pt x="6021" y="0"/>
                    <a:pt x="5818" y="46"/>
                    <a:pt x="5624" y="143"/>
                  </a:cubicBezTo>
                  <a:cubicBezTo>
                    <a:pt x="4621" y="659"/>
                    <a:pt x="4347" y="2696"/>
                    <a:pt x="4499" y="3699"/>
                  </a:cubicBezTo>
                  <a:cubicBezTo>
                    <a:pt x="4499" y="3789"/>
                    <a:pt x="4886" y="5098"/>
                    <a:pt x="4924" y="5098"/>
                  </a:cubicBezTo>
                  <a:cubicBezTo>
                    <a:pt x="4924" y="5098"/>
                    <a:pt x="4925" y="5097"/>
                    <a:pt x="4925" y="5097"/>
                  </a:cubicBezTo>
                  <a:lnTo>
                    <a:pt x="4925" y="5097"/>
                  </a:lnTo>
                  <a:cubicBezTo>
                    <a:pt x="4895" y="5431"/>
                    <a:pt x="4834" y="5766"/>
                    <a:pt x="4803" y="6161"/>
                  </a:cubicBezTo>
                  <a:cubicBezTo>
                    <a:pt x="4743" y="6860"/>
                    <a:pt x="4651" y="7650"/>
                    <a:pt x="4621" y="8501"/>
                  </a:cubicBezTo>
                  <a:cubicBezTo>
                    <a:pt x="4591" y="9444"/>
                    <a:pt x="4621" y="10356"/>
                    <a:pt x="4712" y="11298"/>
                  </a:cubicBezTo>
                  <a:cubicBezTo>
                    <a:pt x="4773" y="12331"/>
                    <a:pt x="4955" y="13365"/>
                    <a:pt x="5229" y="14368"/>
                  </a:cubicBezTo>
                  <a:lnTo>
                    <a:pt x="5229" y="14429"/>
                  </a:lnTo>
                  <a:cubicBezTo>
                    <a:pt x="5047" y="14125"/>
                    <a:pt x="4499" y="13365"/>
                    <a:pt x="4469" y="13304"/>
                  </a:cubicBezTo>
                  <a:cubicBezTo>
                    <a:pt x="3909" y="12668"/>
                    <a:pt x="2605" y="11798"/>
                    <a:pt x="1571" y="11798"/>
                  </a:cubicBezTo>
                  <a:cubicBezTo>
                    <a:pt x="1369" y="11798"/>
                    <a:pt x="1178" y="11831"/>
                    <a:pt x="1004" y="11906"/>
                  </a:cubicBezTo>
                  <a:cubicBezTo>
                    <a:pt x="274" y="12210"/>
                    <a:pt x="1" y="13091"/>
                    <a:pt x="396" y="13790"/>
                  </a:cubicBezTo>
                  <a:cubicBezTo>
                    <a:pt x="761" y="14429"/>
                    <a:pt x="1673" y="14763"/>
                    <a:pt x="2432" y="14885"/>
                  </a:cubicBezTo>
                  <a:cubicBezTo>
                    <a:pt x="2522" y="14897"/>
                    <a:pt x="2621" y="14903"/>
                    <a:pt x="2729" y="14903"/>
                  </a:cubicBezTo>
                  <a:cubicBezTo>
                    <a:pt x="3642" y="14903"/>
                    <a:pt x="5093" y="14486"/>
                    <a:pt x="5229" y="14459"/>
                  </a:cubicBezTo>
                  <a:cubicBezTo>
                    <a:pt x="5502" y="15462"/>
                    <a:pt x="5867" y="16465"/>
                    <a:pt x="6293" y="17438"/>
                  </a:cubicBezTo>
                  <a:cubicBezTo>
                    <a:pt x="6536" y="18015"/>
                    <a:pt x="6809" y="18562"/>
                    <a:pt x="7083" y="19140"/>
                  </a:cubicBezTo>
                  <a:cubicBezTo>
                    <a:pt x="6931" y="18897"/>
                    <a:pt x="6779" y="18684"/>
                    <a:pt x="6749" y="18654"/>
                  </a:cubicBezTo>
                  <a:cubicBezTo>
                    <a:pt x="6189" y="18018"/>
                    <a:pt x="4885" y="17148"/>
                    <a:pt x="3851" y="17148"/>
                  </a:cubicBezTo>
                  <a:cubicBezTo>
                    <a:pt x="3649" y="17148"/>
                    <a:pt x="3457" y="17181"/>
                    <a:pt x="3284" y="17255"/>
                  </a:cubicBezTo>
                  <a:cubicBezTo>
                    <a:pt x="2584" y="17590"/>
                    <a:pt x="2311" y="18441"/>
                    <a:pt x="2706" y="19140"/>
                  </a:cubicBezTo>
                  <a:cubicBezTo>
                    <a:pt x="3071" y="19839"/>
                    <a:pt x="4013" y="20204"/>
                    <a:pt x="4773" y="20295"/>
                  </a:cubicBezTo>
                  <a:cubicBezTo>
                    <a:pt x="4863" y="20310"/>
                    <a:pt x="4965" y="20317"/>
                    <a:pt x="5077" y="20317"/>
                  </a:cubicBezTo>
                  <a:cubicBezTo>
                    <a:pt x="5867" y="20317"/>
                    <a:pt x="7101" y="19980"/>
                    <a:pt x="7448" y="19900"/>
                  </a:cubicBezTo>
                  <a:lnTo>
                    <a:pt x="7782" y="20538"/>
                  </a:lnTo>
                  <a:cubicBezTo>
                    <a:pt x="8299" y="21572"/>
                    <a:pt x="8816" y="22605"/>
                    <a:pt x="9302" y="23608"/>
                  </a:cubicBezTo>
                  <a:cubicBezTo>
                    <a:pt x="9454" y="23973"/>
                    <a:pt x="9636" y="24338"/>
                    <a:pt x="9788" y="24702"/>
                  </a:cubicBezTo>
                  <a:cubicBezTo>
                    <a:pt x="9636" y="24490"/>
                    <a:pt x="9515" y="24307"/>
                    <a:pt x="9484" y="24277"/>
                  </a:cubicBezTo>
                  <a:cubicBezTo>
                    <a:pt x="8919" y="23634"/>
                    <a:pt x="7593" y="22753"/>
                    <a:pt x="6554" y="22753"/>
                  </a:cubicBezTo>
                  <a:cubicBezTo>
                    <a:pt x="6364" y="22753"/>
                    <a:pt x="6184" y="22782"/>
                    <a:pt x="6019" y="22848"/>
                  </a:cubicBezTo>
                  <a:cubicBezTo>
                    <a:pt x="5290" y="23183"/>
                    <a:pt x="5016" y="24094"/>
                    <a:pt x="5442" y="24763"/>
                  </a:cubicBezTo>
                  <a:cubicBezTo>
                    <a:pt x="5806" y="25493"/>
                    <a:pt x="6749" y="25827"/>
                    <a:pt x="7509" y="25949"/>
                  </a:cubicBezTo>
                  <a:cubicBezTo>
                    <a:pt x="7592" y="25958"/>
                    <a:pt x="7682" y="25963"/>
                    <a:pt x="7777" y="25963"/>
                  </a:cubicBezTo>
                  <a:cubicBezTo>
                    <a:pt x="8557" y="25963"/>
                    <a:pt x="9689" y="25662"/>
                    <a:pt x="10123" y="25553"/>
                  </a:cubicBezTo>
                  <a:cubicBezTo>
                    <a:pt x="10275" y="25949"/>
                    <a:pt x="10427" y="26313"/>
                    <a:pt x="10548" y="26678"/>
                  </a:cubicBezTo>
                  <a:cubicBezTo>
                    <a:pt x="10639" y="26921"/>
                    <a:pt x="10731" y="27164"/>
                    <a:pt x="10791" y="27438"/>
                  </a:cubicBezTo>
                  <a:cubicBezTo>
                    <a:pt x="10852" y="27711"/>
                    <a:pt x="10943" y="27955"/>
                    <a:pt x="11004" y="28198"/>
                  </a:cubicBezTo>
                  <a:cubicBezTo>
                    <a:pt x="11126" y="28684"/>
                    <a:pt x="11247" y="29170"/>
                    <a:pt x="11338" y="29657"/>
                  </a:cubicBezTo>
                  <a:cubicBezTo>
                    <a:pt x="11430" y="29991"/>
                    <a:pt x="11490" y="30325"/>
                    <a:pt x="11551" y="30629"/>
                  </a:cubicBezTo>
                  <a:cubicBezTo>
                    <a:pt x="11369" y="30265"/>
                    <a:pt x="11034" y="29566"/>
                    <a:pt x="11004" y="29505"/>
                  </a:cubicBezTo>
                  <a:cubicBezTo>
                    <a:pt x="10506" y="28730"/>
                    <a:pt x="9178" y="27554"/>
                    <a:pt x="8119" y="27554"/>
                  </a:cubicBezTo>
                  <a:cubicBezTo>
                    <a:pt x="8014" y="27554"/>
                    <a:pt x="7911" y="27565"/>
                    <a:pt x="7813" y="27590"/>
                  </a:cubicBezTo>
                  <a:cubicBezTo>
                    <a:pt x="7053" y="27803"/>
                    <a:pt x="6627" y="28654"/>
                    <a:pt x="6931" y="29383"/>
                  </a:cubicBezTo>
                  <a:cubicBezTo>
                    <a:pt x="7205" y="30143"/>
                    <a:pt x="8086" y="30629"/>
                    <a:pt x="8785" y="30842"/>
                  </a:cubicBezTo>
                  <a:cubicBezTo>
                    <a:pt x="9076" y="30928"/>
                    <a:pt x="9486" y="30957"/>
                    <a:pt x="9903" y="30957"/>
                  </a:cubicBezTo>
                  <a:cubicBezTo>
                    <a:pt x="10662" y="30957"/>
                    <a:pt x="11444" y="30862"/>
                    <a:pt x="11582" y="30842"/>
                  </a:cubicBezTo>
                  <a:cubicBezTo>
                    <a:pt x="11703" y="31389"/>
                    <a:pt x="11794" y="31906"/>
                    <a:pt x="11886" y="32362"/>
                  </a:cubicBezTo>
                  <a:cubicBezTo>
                    <a:pt x="11916" y="32636"/>
                    <a:pt x="11977" y="32879"/>
                    <a:pt x="12007" y="33122"/>
                  </a:cubicBezTo>
                  <a:lnTo>
                    <a:pt x="12706" y="33122"/>
                  </a:lnTo>
                  <a:cubicBezTo>
                    <a:pt x="12645" y="32848"/>
                    <a:pt x="12615" y="32575"/>
                    <a:pt x="12554" y="32271"/>
                  </a:cubicBezTo>
                  <a:cubicBezTo>
                    <a:pt x="12433" y="31724"/>
                    <a:pt x="12311" y="31146"/>
                    <a:pt x="12159" y="30569"/>
                  </a:cubicBezTo>
                  <a:cubicBezTo>
                    <a:pt x="12706" y="30356"/>
                    <a:pt x="13223" y="30113"/>
                    <a:pt x="13740" y="29839"/>
                  </a:cubicBezTo>
                  <a:cubicBezTo>
                    <a:pt x="14317" y="30477"/>
                    <a:pt x="15807" y="31207"/>
                    <a:pt x="16019" y="31298"/>
                  </a:cubicBezTo>
                  <a:cubicBezTo>
                    <a:pt x="15807" y="31784"/>
                    <a:pt x="15594" y="32271"/>
                    <a:pt x="15411" y="32727"/>
                  </a:cubicBezTo>
                  <a:cubicBezTo>
                    <a:pt x="15351" y="32879"/>
                    <a:pt x="15290" y="33000"/>
                    <a:pt x="15229" y="33122"/>
                  </a:cubicBezTo>
                  <a:lnTo>
                    <a:pt x="15989" y="33122"/>
                  </a:lnTo>
                  <a:lnTo>
                    <a:pt x="16050" y="33000"/>
                  </a:lnTo>
                  <a:cubicBezTo>
                    <a:pt x="16263" y="32484"/>
                    <a:pt x="16475" y="31936"/>
                    <a:pt x="16688" y="31359"/>
                  </a:cubicBezTo>
                  <a:cubicBezTo>
                    <a:pt x="16854" y="31406"/>
                    <a:pt x="17940" y="31638"/>
                    <a:pt x="18800" y="31638"/>
                  </a:cubicBezTo>
                  <a:cubicBezTo>
                    <a:pt x="19045" y="31638"/>
                    <a:pt x="19272" y="31619"/>
                    <a:pt x="19454" y="31572"/>
                  </a:cubicBezTo>
                  <a:cubicBezTo>
                    <a:pt x="20214" y="31420"/>
                    <a:pt x="21095" y="30994"/>
                    <a:pt x="21430" y="30265"/>
                  </a:cubicBezTo>
                  <a:cubicBezTo>
                    <a:pt x="21795" y="29535"/>
                    <a:pt x="21430" y="28684"/>
                    <a:pt x="20670" y="28411"/>
                  </a:cubicBezTo>
                  <a:cubicBezTo>
                    <a:pt x="20530" y="28359"/>
                    <a:pt x="20380" y="28335"/>
                    <a:pt x="20224" y="28335"/>
                  </a:cubicBezTo>
                  <a:cubicBezTo>
                    <a:pt x="19186" y="28335"/>
                    <a:pt x="17859" y="29369"/>
                    <a:pt x="17357" y="30082"/>
                  </a:cubicBezTo>
                  <a:cubicBezTo>
                    <a:pt x="17296" y="30143"/>
                    <a:pt x="16962" y="30690"/>
                    <a:pt x="16779" y="31055"/>
                  </a:cubicBezTo>
                  <a:cubicBezTo>
                    <a:pt x="16870" y="30842"/>
                    <a:pt x="16962" y="30599"/>
                    <a:pt x="17022" y="30386"/>
                  </a:cubicBezTo>
                  <a:cubicBezTo>
                    <a:pt x="17205" y="29900"/>
                    <a:pt x="17357" y="29414"/>
                    <a:pt x="17539" y="28927"/>
                  </a:cubicBezTo>
                  <a:cubicBezTo>
                    <a:pt x="17600" y="28684"/>
                    <a:pt x="17691" y="28411"/>
                    <a:pt x="17752" y="28167"/>
                  </a:cubicBezTo>
                  <a:cubicBezTo>
                    <a:pt x="17843" y="27894"/>
                    <a:pt x="17904" y="27620"/>
                    <a:pt x="17965" y="27377"/>
                  </a:cubicBezTo>
                  <a:cubicBezTo>
                    <a:pt x="18117" y="26739"/>
                    <a:pt x="18238" y="26131"/>
                    <a:pt x="18360" y="25462"/>
                  </a:cubicBezTo>
                  <a:cubicBezTo>
                    <a:pt x="18733" y="25606"/>
                    <a:pt x="20084" y="26075"/>
                    <a:pt x="20872" y="26075"/>
                  </a:cubicBezTo>
                  <a:cubicBezTo>
                    <a:pt x="20918" y="26075"/>
                    <a:pt x="20962" y="26073"/>
                    <a:pt x="21004" y="26070"/>
                  </a:cubicBezTo>
                  <a:cubicBezTo>
                    <a:pt x="21764" y="26009"/>
                    <a:pt x="22706" y="25736"/>
                    <a:pt x="23162" y="25067"/>
                  </a:cubicBezTo>
                  <a:cubicBezTo>
                    <a:pt x="23618" y="24398"/>
                    <a:pt x="23406" y="23486"/>
                    <a:pt x="22706" y="23122"/>
                  </a:cubicBezTo>
                  <a:cubicBezTo>
                    <a:pt x="22502" y="23010"/>
                    <a:pt x="22263" y="22962"/>
                    <a:pt x="22006" y="22962"/>
                  </a:cubicBezTo>
                  <a:cubicBezTo>
                    <a:pt x="21004" y="22962"/>
                    <a:pt x="19731" y="23696"/>
                    <a:pt x="19150" y="24277"/>
                  </a:cubicBezTo>
                  <a:cubicBezTo>
                    <a:pt x="19120" y="24307"/>
                    <a:pt x="18633" y="24885"/>
                    <a:pt x="18390" y="25219"/>
                  </a:cubicBezTo>
                  <a:cubicBezTo>
                    <a:pt x="18451" y="24824"/>
                    <a:pt x="18512" y="24459"/>
                    <a:pt x="18573" y="24034"/>
                  </a:cubicBezTo>
                  <a:cubicBezTo>
                    <a:pt x="18694" y="22909"/>
                    <a:pt x="18816" y="21754"/>
                    <a:pt x="18937" y="20629"/>
                  </a:cubicBezTo>
                  <a:cubicBezTo>
                    <a:pt x="18968" y="20265"/>
                    <a:pt x="19029" y="19930"/>
                    <a:pt x="19059" y="19565"/>
                  </a:cubicBezTo>
                  <a:cubicBezTo>
                    <a:pt x="19207" y="19625"/>
                    <a:pt x="20864" y="20235"/>
                    <a:pt x="21734" y="20235"/>
                  </a:cubicBezTo>
                  <a:cubicBezTo>
                    <a:pt x="21755" y="20235"/>
                    <a:pt x="21775" y="20235"/>
                    <a:pt x="21795" y="20234"/>
                  </a:cubicBezTo>
                  <a:cubicBezTo>
                    <a:pt x="22554" y="20173"/>
                    <a:pt x="23497" y="19900"/>
                    <a:pt x="23922" y="19201"/>
                  </a:cubicBezTo>
                  <a:cubicBezTo>
                    <a:pt x="24378" y="18562"/>
                    <a:pt x="24165" y="17651"/>
                    <a:pt x="23466" y="17255"/>
                  </a:cubicBezTo>
                  <a:cubicBezTo>
                    <a:pt x="23269" y="17154"/>
                    <a:pt x="23041" y="17110"/>
                    <a:pt x="22796" y="17110"/>
                  </a:cubicBezTo>
                  <a:cubicBezTo>
                    <a:pt x="21791" y="17110"/>
                    <a:pt x="20502" y="17849"/>
                    <a:pt x="19940" y="18410"/>
                  </a:cubicBezTo>
                  <a:cubicBezTo>
                    <a:pt x="19880" y="18471"/>
                    <a:pt x="19211" y="19292"/>
                    <a:pt x="19059" y="19505"/>
                  </a:cubicBezTo>
                  <a:cubicBezTo>
                    <a:pt x="19150" y="18745"/>
                    <a:pt x="19241" y="17985"/>
                    <a:pt x="19333" y="17225"/>
                  </a:cubicBezTo>
                  <a:cubicBezTo>
                    <a:pt x="19484" y="16222"/>
                    <a:pt x="19728" y="15219"/>
                    <a:pt x="20001" y="14216"/>
                  </a:cubicBezTo>
                  <a:cubicBezTo>
                    <a:pt x="20059" y="14245"/>
                    <a:pt x="21737" y="14888"/>
                    <a:pt x="22626" y="14888"/>
                  </a:cubicBezTo>
                  <a:cubicBezTo>
                    <a:pt x="22664" y="14888"/>
                    <a:pt x="22701" y="14887"/>
                    <a:pt x="22737" y="14885"/>
                  </a:cubicBezTo>
                  <a:cubicBezTo>
                    <a:pt x="23497" y="14824"/>
                    <a:pt x="24469" y="14550"/>
                    <a:pt x="24895" y="13851"/>
                  </a:cubicBezTo>
                  <a:cubicBezTo>
                    <a:pt x="25351" y="13213"/>
                    <a:pt x="25138" y="12301"/>
                    <a:pt x="24439" y="11906"/>
                  </a:cubicBezTo>
                  <a:cubicBezTo>
                    <a:pt x="24242" y="11804"/>
                    <a:pt x="24014" y="11760"/>
                    <a:pt x="23768" y="11760"/>
                  </a:cubicBezTo>
                  <a:cubicBezTo>
                    <a:pt x="22762" y="11760"/>
                    <a:pt x="21469" y="12499"/>
                    <a:pt x="20883" y="13061"/>
                  </a:cubicBezTo>
                  <a:cubicBezTo>
                    <a:pt x="20852" y="13122"/>
                    <a:pt x="20123" y="14003"/>
                    <a:pt x="20001" y="14185"/>
                  </a:cubicBezTo>
                  <a:cubicBezTo>
                    <a:pt x="20001" y="14125"/>
                    <a:pt x="20032" y="14064"/>
                    <a:pt x="20062" y="14003"/>
                  </a:cubicBezTo>
                  <a:cubicBezTo>
                    <a:pt x="20366" y="13030"/>
                    <a:pt x="20761" y="12058"/>
                    <a:pt x="21247" y="11146"/>
                  </a:cubicBezTo>
                  <a:cubicBezTo>
                    <a:pt x="21521" y="10660"/>
                    <a:pt x="21795" y="10173"/>
                    <a:pt x="22068" y="9717"/>
                  </a:cubicBezTo>
                  <a:cubicBezTo>
                    <a:pt x="22402" y="9900"/>
                    <a:pt x="23861" y="10599"/>
                    <a:pt x="24682" y="10629"/>
                  </a:cubicBezTo>
                  <a:cubicBezTo>
                    <a:pt x="24744" y="10632"/>
                    <a:pt x="24807" y="10633"/>
                    <a:pt x="24870" y="10633"/>
                  </a:cubicBezTo>
                  <a:cubicBezTo>
                    <a:pt x="25617" y="10633"/>
                    <a:pt x="26453" y="10458"/>
                    <a:pt x="26901" y="9869"/>
                  </a:cubicBezTo>
                  <a:cubicBezTo>
                    <a:pt x="27448" y="9292"/>
                    <a:pt x="27327" y="8349"/>
                    <a:pt x="26688" y="7894"/>
                  </a:cubicBezTo>
                  <a:cubicBezTo>
                    <a:pt x="26429" y="7723"/>
                    <a:pt x="26104" y="7652"/>
                    <a:pt x="25752" y="7652"/>
                  </a:cubicBezTo>
                  <a:cubicBezTo>
                    <a:pt x="24785" y="7652"/>
                    <a:pt x="23612" y="8186"/>
                    <a:pt x="23010" y="8653"/>
                  </a:cubicBezTo>
                  <a:cubicBezTo>
                    <a:pt x="22980" y="8684"/>
                    <a:pt x="22585" y="9079"/>
                    <a:pt x="22281" y="9383"/>
                  </a:cubicBezTo>
                  <a:cubicBezTo>
                    <a:pt x="22433" y="9170"/>
                    <a:pt x="22554" y="8957"/>
                    <a:pt x="22676" y="8775"/>
                  </a:cubicBezTo>
                  <a:cubicBezTo>
                    <a:pt x="23162" y="8046"/>
                    <a:pt x="23618" y="7438"/>
                    <a:pt x="24074" y="6890"/>
                  </a:cubicBezTo>
                  <a:cubicBezTo>
                    <a:pt x="24317" y="6556"/>
                    <a:pt x="24530" y="6283"/>
                    <a:pt x="24743" y="6039"/>
                  </a:cubicBezTo>
                  <a:cubicBezTo>
                    <a:pt x="25138" y="6039"/>
                    <a:pt x="26779" y="5979"/>
                    <a:pt x="27479" y="5644"/>
                  </a:cubicBezTo>
                  <a:cubicBezTo>
                    <a:pt x="28178" y="5340"/>
                    <a:pt x="28938" y="4732"/>
                    <a:pt x="29120" y="3942"/>
                  </a:cubicBezTo>
                  <a:cubicBezTo>
                    <a:pt x="29302" y="3152"/>
                    <a:pt x="28786" y="2362"/>
                    <a:pt x="27965" y="2270"/>
                  </a:cubicBezTo>
                  <a:cubicBezTo>
                    <a:pt x="27923" y="2266"/>
                    <a:pt x="27881" y="2264"/>
                    <a:pt x="27838" y="2264"/>
                  </a:cubicBezTo>
                  <a:cubicBezTo>
                    <a:pt x="26742" y="2264"/>
                    <a:pt x="25487" y="3734"/>
                    <a:pt x="25077" y="4641"/>
                  </a:cubicBezTo>
                  <a:cubicBezTo>
                    <a:pt x="25047" y="4732"/>
                    <a:pt x="24621" y="6039"/>
                    <a:pt x="24652" y="6039"/>
                  </a:cubicBezTo>
                  <a:lnTo>
                    <a:pt x="24682" y="6039"/>
                  </a:lnTo>
                  <a:cubicBezTo>
                    <a:pt x="24469" y="6283"/>
                    <a:pt x="24226" y="6556"/>
                    <a:pt x="23983" y="6830"/>
                  </a:cubicBezTo>
                  <a:cubicBezTo>
                    <a:pt x="23558" y="7377"/>
                    <a:pt x="23041" y="8015"/>
                    <a:pt x="22554" y="8714"/>
                  </a:cubicBezTo>
                  <a:cubicBezTo>
                    <a:pt x="22007" y="9474"/>
                    <a:pt x="21521" y="10264"/>
                    <a:pt x="21065" y="11085"/>
                  </a:cubicBezTo>
                  <a:cubicBezTo>
                    <a:pt x="20548" y="11997"/>
                    <a:pt x="20123" y="12939"/>
                    <a:pt x="19788" y="13942"/>
                  </a:cubicBezTo>
                  <a:lnTo>
                    <a:pt x="19788" y="12635"/>
                  </a:lnTo>
                  <a:cubicBezTo>
                    <a:pt x="19667" y="11632"/>
                    <a:pt x="18816" y="9748"/>
                    <a:pt x="17691" y="9535"/>
                  </a:cubicBezTo>
                  <a:cubicBezTo>
                    <a:pt x="17623" y="9524"/>
                    <a:pt x="17556" y="9519"/>
                    <a:pt x="17489" y="9519"/>
                  </a:cubicBezTo>
                  <a:cubicBezTo>
                    <a:pt x="16785" y="9519"/>
                    <a:pt x="16197" y="10089"/>
                    <a:pt x="16141" y="10812"/>
                  </a:cubicBezTo>
                  <a:cubicBezTo>
                    <a:pt x="16080" y="11632"/>
                    <a:pt x="16658" y="12422"/>
                    <a:pt x="17235" y="12939"/>
                  </a:cubicBezTo>
                  <a:cubicBezTo>
                    <a:pt x="17874" y="13486"/>
                    <a:pt x="19636" y="14064"/>
                    <a:pt x="19788" y="14094"/>
                  </a:cubicBezTo>
                  <a:cubicBezTo>
                    <a:pt x="19454" y="15097"/>
                    <a:pt x="19211" y="16131"/>
                    <a:pt x="19029" y="17195"/>
                  </a:cubicBezTo>
                  <a:cubicBezTo>
                    <a:pt x="18907" y="17802"/>
                    <a:pt x="18816" y="18410"/>
                    <a:pt x="18755" y="19049"/>
                  </a:cubicBezTo>
                  <a:lnTo>
                    <a:pt x="18755" y="18471"/>
                  </a:lnTo>
                  <a:cubicBezTo>
                    <a:pt x="18603" y="17438"/>
                    <a:pt x="17782" y="15584"/>
                    <a:pt x="16658" y="15371"/>
                  </a:cubicBezTo>
                  <a:cubicBezTo>
                    <a:pt x="16587" y="15360"/>
                    <a:pt x="16517" y="15355"/>
                    <a:pt x="16447" y="15355"/>
                  </a:cubicBezTo>
                  <a:cubicBezTo>
                    <a:pt x="15742" y="15355"/>
                    <a:pt x="15132" y="15900"/>
                    <a:pt x="15077" y="16647"/>
                  </a:cubicBezTo>
                  <a:cubicBezTo>
                    <a:pt x="15016" y="17438"/>
                    <a:pt x="15594" y="18228"/>
                    <a:pt x="16171" y="18745"/>
                  </a:cubicBezTo>
                  <a:cubicBezTo>
                    <a:pt x="16749" y="19261"/>
                    <a:pt x="18238" y="19748"/>
                    <a:pt x="18664" y="19900"/>
                  </a:cubicBezTo>
                  <a:cubicBezTo>
                    <a:pt x="18633" y="20113"/>
                    <a:pt x="18603" y="20356"/>
                    <a:pt x="18573" y="20599"/>
                  </a:cubicBezTo>
                  <a:cubicBezTo>
                    <a:pt x="18421" y="21754"/>
                    <a:pt x="18299" y="22879"/>
                    <a:pt x="18117" y="24003"/>
                  </a:cubicBezTo>
                  <a:cubicBezTo>
                    <a:pt x="18086" y="24368"/>
                    <a:pt x="17995" y="24793"/>
                    <a:pt x="17934" y="25158"/>
                  </a:cubicBezTo>
                  <a:lnTo>
                    <a:pt x="17934" y="24672"/>
                  </a:lnTo>
                  <a:cubicBezTo>
                    <a:pt x="17813" y="23638"/>
                    <a:pt x="16962" y="21784"/>
                    <a:pt x="15837" y="21572"/>
                  </a:cubicBezTo>
                  <a:cubicBezTo>
                    <a:pt x="15766" y="21561"/>
                    <a:pt x="15696" y="21555"/>
                    <a:pt x="15627" y="21555"/>
                  </a:cubicBezTo>
                  <a:cubicBezTo>
                    <a:pt x="14922" y="21555"/>
                    <a:pt x="14314" y="22101"/>
                    <a:pt x="14287" y="22848"/>
                  </a:cubicBezTo>
                  <a:cubicBezTo>
                    <a:pt x="14226" y="23638"/>
                    <a:pt x="14804" y="24459"/>
                    <a:pt x="15351" y="24945"/>
                  </a:cubicBezTo>
                  <a:cubicBezTo>
                    <a:pt x="15928" y="25462"/>
                    <a:pt x="17296" y="25918"/>
                    <a:pt x="17782" y="26100"/>
                  </a:cubicBezTo>
                  <a:cubicBezTo>
                    <a:pt x="17691" y="26465"/>
                    <a:pt x="17600" y="26891"/>
                    <a:pt x="17509" y="27256"/>
                  </a:cubicBezTo>
                  <a:cubicBezTo>
                    <a:pt x="17418" y="27499"/>
                    <a:pt x="17387" y="27772"/>
                    <a:pt x="17296" y="28015"/>
                  </a:cubicBezTo>
                  <a:cubicBezTo>
                    <a:pt x="17205" y="28259"/>
                    <a:pt x="17114" y="28532"/>
                    <a:pt x="17053" y="28775"/>
                  </a:cubicBezTo>
                  <a:cubicBezTo>
                    <a:pt x="16870" y="29231"/>
                    <a:pt x="16718" y="29718"/>
                    <a:pt x="16536" y="30173"/>
                  </a:cubicBezTo>
                  <a:cubicBezTo>
                    <a:pt x="16415" y="30508"/>
                    <a:pt x="16293" y="30812"/>
                    <a:pt x="16141" y="31116"/>
                  </a:cubicBezTo>
                  <a:cubicBezTo>
                    <a:pt x="16202" y="30721"/>
                    <a:pt x="16323" y="29961"/>
                    <a:pt x="16323" y="29870"/>
                  </a:cubicBezTo>
                  <a:cubicBezTo>
                    <a:pt x="16293" y="28988"/>
                    <a:pt x="16050" y="28107"/>
                    <a:pt x="15624" y="27347"/>
                  </a:cubicBezTo>
                  <a:cubicBezTo>
                    <a:pt x="15624" y="27225"/>
                    <a:pt x="15624" y="27134"/>
                    <a:pt x="15624" y="27043"/>
                  </a:cubicBezTo>
                  <a:cubicBezTo>
                    <a:pt x="15519" y="26333"/>
                    <a:pt x="14937" y="25851"/>
                    <a:pt x="14271" y="25851"/>
                  </a:cubicBezTo>
                  <a:cubicBezTo>
                    <a:pt x="14166" y="25851"/>
                    <a:pt x="14060" y="25863"/>
                    <a:pt x="13952" y="25888"/>
                  </a:cubicBezTo>
                  <a:cubicBezTo>
                    <a:pt x="12858" y="26192"/>
                    <a:pt x="12159" y="28107"/>
                    <a:pt x="12098" y="29140"/>
                  </a:cubicBezTo>
                  <a:cubicBezTo>
                    <a:pt x="12098" y="29201"/>
                    <a:pt x="12129" y="29839"/>
                    <a:pt x="12190" y="30265"/>
                  </a:cubicBezTo>
                  <a:cubicBezTo>
                    <a:pt x="12129" y="30052"/>
                    <a:pt x="12068" y="29809"/>
                    <a:pt x="12007" y="29566"/>
                  </a:cubicBezTo>
                  <a:cubicBezTo>
                    <a:pt x="11886" y="29079"/>
                    <a:pt x="11764" y="28593"/>
                    <a:pt x="11642" y="28076"/>
                  </a:cubicBezTo>
                  <a:lnTo>
                    <a:pt x="11399" y="27316"/>
                  </a:lnTo>
                  <a:cubicBezTo>
                    <a:pt x="11338" y="27043"/>
                    <a:pt x="11217" y="26800"/>
                    <a:pt x="11126" y="26556"/>
                  </a:cubicBezTo>
                  <a:cubicBezTo>
                    <a:pt x="10913" y="25949"/>
                    <a:pt x="10670" y="25371"/>
                    <a:pt x="10396" y="24763"/>
                  </a:cubicBezTo>
                  <a:cubicBezTo>
                    <a:pt x="10822" y="24672"/>
                    <a:pt x="12341" y="24277"/>
                    <a:pt x="12949" y="23821"/>
                  </a:cubicBezTo>
                  <a:cubicBezTo>
                    <a:pt x="13557" y="23365"/>
                    <a:pt x="14196" y="22605"/>
                    <a:pt x="14196" y="21784"/>
                  </a:cubicBezTo>
                  <a:cubicBezTo>
                    <a:pt x="14196" y="21029"/>
                    <a:pt x="13585" y="20412"/>
                    <a:pt x="12841" y="20412"/>
                  </a:cubicBezTo>
                  <a:cubicBezTo>
                    <a:pt x="12806" y="20412"/>
                    <a:pt x="12772" y="20414"/>
                    <a:pt x="12737" y="20417"/>
                  </a:cubicBezTo>
                  <a:cubicBezTo>
                    <a:pt x="11582" y="20538"/>
                    <a:pt x="10609" y="22331"/>
                    <a:pt x="10396" y="23334"/>
                  </a:cubicBezTo>
                  <a:cubicBezTo>
                    <a:pt x="10396" y="23395"/>
                    <a:pt x="10335" y="24125"/>
                    <a:pt x="10305" y="24520"/>
                  </a:cubicBezTo>
                  <a:cubicBezTo>
                    <a:pt x="10123" y="24186"/>
                    <a:pt x="9971" y="23821"/>
                    <a:pt x="9788" y="23456"/>
                  </a:cubicBezTo>
                  <a:cubicBezTo>
                    <a:pt x="9302" y="22453"/>
                    <a:pt x="8755" y="21420"/>
                    <a:pt x="8208" y="20417"/>
                  </a:cubicBezTo>
                  <a:cubicBezTo>
                    <a:pt x="8025" y="20113"/>
                    <a:pt x="7873" y="19809"/>
                    <a:pt x="7721" y="19505"/>
                  </a:cubicBezTo>
                  <a:cubicBezTo>
                    <a:pt x="7873" y="19444"/>
                    <a:pt x="9667" y="19049"/>
                    <a:pt x="10366" y="18532"/>
                  </a:cubicBezTo>
                  <a:cubicBezTo>
                    <a:pt x="10943" y="18046"/>
                    <a:pt x="11582" y="17286"/>
                    <a:pt x="11582" y="16495"/>
                  </a:cubicBezTo>
                  <a:cubicBezTo>
                    <a:pt x="11610" y="15754"/>
                    <a:pt x="11023" y="15119"/>
                    <a:pt x="10272" y="15119"/>
                  </a:cubicBezTo>
                  <a:cubicBezTo>
                    <a:pt x="10223" y="15119"/>
                    <a:pt x="10173" y="15122"/>
                    <a:pt x="10123" y="15128"/>
                  </a:cubicBezTo>
                  <a:cubicBezTo>
                    <a:pt x="8998" y="15249"/>
                    <a:pt x="8025" y="17043"/>
                    <a:pt x="7813" y="18046"/>
                  </a:cubicBezTo>
                  <a:cubicBezTo>
                    <a:pt x="7813" y="18106"/>
                    <a:pt x="7691" y="19170"/>
                    <a:pt x="7691" y="19444"/>
                  </a:cubicBezTo>
                  <a:cubicBezTo>
                    <a:pt x="7326" y="18745"/>
                    <a:pt x="6992" y="18046"/>
                    <a:pt x="6657" y="17377"/>
                  </a:cubicBezTo>
                  <a:cubicBezTo>
                    <a:pt x="6232" y="16435"/>
                    <a:pt x="5867" y="15462"/>
                    <a:pt x="5563" y="14489"/>
                  </a:cubicBezTo>
                  <a:cubicBezTo>
                    <a:pt x="5624" y="14489"/>
                    <a:pt x="7509" y="14064"/>
                    <a:pt x="8208" y="13517"/>
                  </a:cubicBezTo>
                  <a:cubicBezTo>
                    <a:pt x="8816" y="13061"/>
                    <a:pt x="9454" y="12301"/>
                    <a:pt x="9454" y="11480"/>
                  </a:cubicBezTo>
                  <a:cubicBezTo>
                    <a:pt x="9454" y="10725"/>
                    <a:pt x="8843" y="10108"/>
                    <a:pt x="8099" y="10108"/>
                  </a:cubicBezTo>
                  <a:cubicBezTo>
                    <a:pt x="8065" y="10108"/>
                    <a:pt x="8030" y="10110"/>
                    <a:pt x="7995" y="10112"/>
                  </a:cubicBezTo>
                  <a:cubicBezTo>
                    <a:pt x="6840" y="10234"/>
                    <a:pt x="5867" y="12027"/>
                    <a:pt x="5654" y="13030"/>
                  </a:cubicBezTo>
                  <a:cubicBezTo>
                    <a:pt x="5654" y="13122"/>
                    <a:pt x="5563" y="14246"/>
                    <a:pt x="5533" y="14459"/>
                  </a:cubicBezTo>
                  <a:lnTo>
                    <a:pt x="5472" y="14277"/>
                  </a:lnTo>
                  <a:cubicBezTo>
                    <a:pt x="5199" y="13274"/>
                    <a:pt x="5016" y="12270"/>
                    <a:pt x="4925" y="11237"/>
                  </a:cubicBezTo>
                  <a:cubicBezTo>
                    <a:pt x="4834" y="10690"/>
                    <a:pt x="4803" y="10143"/>
                    <a:pt x="4803" y="9596"/>
                  </a:cubicBezTo>
                  <a:cubicBezTo>
                    <a:pt x="5168" y="9565"/>
                    <a:pt x="6809" y="9353"/>
                    <a:pt x="7448" y="8927"/>
                  </a:cubicBezTo>
                  <a:cubicBezTo>
                    <a:pt x="8116" y="8532"/>
                    <a:pt x="8846" y="7863"/>
                    <a:pt x="8907" y="7042"/>
                  </a:cubicBezTo>
                  <a:cubicBezTo>
                    <a:pt x="8998" y="6252"/>
                    <a:pt x="8420" y="5553"/>
                    <a:pt x="7630" y="5523"/>
                  </a:cubicBezTo>
                  <a:cubicBezTo>
                    <a:pt x="6475" y="5523"/>
                    <a:pt x="5290" y="7225"/>
                    <a:pt x="4986" y="8197"/>
                  </a:cubicBezTo>
                  <a:cubicBezTo>
                    <a:pt x="4986" y="8228"/>
                    <a:pt x="4864" y="8805"/>
                    <a:pt x="4773" y="9201"/>
                  </a:cubicBezTo>
                  <a:lnTo>
                    <a:pt x="4773" y="8471"/>
                  </a:lnTo>
                  <a:cubicBezTo>
                    <a:pt x="4773" y="7620"/>
                    <a:pt x="4834" y="6830"/>
                    <a:pt x="4895" y="6131"/>
                  </a:cubicBezTo>
                  <a:cubicBezTo>
                    <a:pt x="4925" y="5735"/>
                    <a:pt x="4955" y="5371"/>
                    <a:pt x="5016" y="5036"/>
                  </a:cubicBezTo>
                  <a:cubicBezTo>
                    <a:pt x="5320" y="4824"/>
                    <a:pt x="6657" y="3881"/>
                    <a:pt x="7053" y="3213"/>
                  </a:cubicBezTo>
                  <a:cubicBezTo>
                    <a:pt x="7448" y="2544"/>
                    <a:pt x="7782" y="1632"/>
                    <a:pt x="7478" y="903"/>
                  </a:cubicBezTo>
                  <a:cubicBezTo>
                    <a:pt x="7277" y="345"/>
                    <a:pt x="6766" y="0"/>
                    <a:pt x="62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164;p52">
              <a:extLst>
                <a:ext uri="{FF2B5EF4-FFF2-40B4-BE49-F238E27FC236}">
                  <a16:creationId xmlns:a16="http://schemas.microsoft.com/office/drawing/2014/main" id="{6FA53EA2-4D5F-A1D0-78B5-DBBE3A5CEDD4}"/>
                </a:ext>
              </a:extLst>
            </p:cNvPr>
            <p:cNvSpPr/>
            <p:nvPr/>
          </p:nvSpPr>
          <p:spPr>
            <a:xfrm>
              <a:off x="1881651" y="3076816"/>
              <a:ext cx="94413" cy="139586"/>
            </a:xfrm>
            <a:custGeom>
              <a:avLst/>
              <a:gdLst/>
              <a:ahLst/>
              <a:cxnLst/>
              <a:rect l="l" t="t" r="r" b="b"/>
              <a:pathLst>
                <a:path w="3436" h="5080" extrusionOk="0">
                  <a:moveTo>
                    <a:pt x="1533" y="1"/>
                  </a:moveTo>
                  <a:cubicBezTo>
                    <a:pt x="977" y="1"/>
                    <a:pt x="456" y="348"/>
                    <a:pt x="275" y="916"/>
                  </a:cubicBezTo>
                  <a:cubicBezTo>
                    <a:pt x="1" y="1706"/>
                    <a:pt x="335" y="2618"/>
                    <a:pt x="761" y="3256"/>
                  </a:cubicBezTo>
                  <a:cubicBezTo>
                    <a:pt x="1247" y="4016"/>
                    <a:pt x="2919" y="5080"/>
                    <a:pt x="2919" y="5080"/>
                  </a:cubicBezTo>
                  <a:cubicBezTo>
                    <a:pt x="2919" y="5080"/>
                    <a:pt x="3314" y="3742"/>
                    <a:pt x="3314" y="3651"/>
                  </a:cubicBezTo>
                  <a:cubicBezTo>
                    <a:pt x="3436" y="2648"/>
                    <a:pt x="3132" y="612"/>
                    <a:pt x="2098" y="125"/>
                  </a:cubicBezTo>
                  <a:cubicBezTo>
                    <a:pt x="1914" y="41"/>
                    <a:pt x="1721" y="1"/>
                    <a:pt x="153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165;p52">
              <a:extLst>
                <a:ext uri="{FF2B5EF4-FFF2-40B4-BE49-F238E27FC236}">
                  <a16:creationId xmlns:a16="http://schemas.microsoft.com/office/drawing/2014/main" id="{0F12264B-8B12-C0F7-8B2A-B0290C4B533E}"/>
                </a:ext>
              </a:extLst>
            </p:cNvPr>
            <p:cNvSpPr/>
            <p:nvPr/>
          </p:nvSpPr>
          <p:spPr>
            <a:xfrm>
              <a:off x="4046493" y="2576616"/>
              <a:ext cx="112795" cy="312392"/>
            </a:xfrm>
            <a:custGeom>
              <a:avLst/>
              <a:gdLst/>
              <a:ahLst/>
              <a:cxnLst/>
              <a:rect l="l" t="t" r="r" b="b"/>
              <a:pathLst>
                <a:path w="4105" h="11369" extrusionOk="0">
                  <a:moveTo>
                    <a:pt x="1" y="1"/>
                  </a:moveTo>
                  <a:lnTo>
                    <a:pt x="1" y="11369"/>
                  </a:lnTo>
                  <a:lnTo>
                    <a:pt x="4104" y="11369"/>
                  </a:lnTo>
                  <a:lnTo>
                    <a:pt x="4104" y="10548"/>
                  </a:lnTo>
                  <a:lnTo>
                    <a:pt x="1064" y="10548"/>
                  </a:lnTo>
                  <a:lnTo>
                    <a:pt x="1064" y="5867"/>
                  </a:lnTo>
                  <a:lnTo>
                    <a:pt x="3527" y="5867"/>
                  </a:lnTo>
                  <a:lnTo>
                    <a:pt x="3527" y="5107"/>
                  </a:lnTo>
                  <a:lnTo>
                    <a:pt x="1064" y="5107"/>
                  </a:lnTo>
                  <a:lnTo>
                    <a:pt x="1064" y="822"/>
                  </a:lnTo>
                  <a:lnTo>
                    <a:pt x="4104" y="822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166;p52">
              <a:extLst>
                <a:ext uri="{FF2B5EF4-FFF2-40B4-BE49-F238E27FC236}">
                  <a16:creationId xmlns:a16="http://schemas.microsoft.com/office/drawing/2014/main" id="{91E00380-E424-212D-9252-10C79E3903E1}"/>
                </a:ext>
              </a:extLst>
            </p:cNvPr>
            <p:cNvSpPr/>
            <p:nvPr/>
          </p:nvSpPr>
          <p:spPr>
            <a:xfrm>
              <a:off x="4200175" y="2576506"/>
              <a:ext cx="152857" cy="312502"/>
            </a:xfrm>
            <a:custGeom>
              <a:avLst/>
              <a:gdLst/>
              <a:ahLst/>
              <a:cxnLst/>
              <a:rect l="l" t="t" r="r" b="b"/>
              <a:pathLst>
                <a:path w="5563" h="11373" extrusionOk="0">
                  <a:moveTo>
                    <a:pt x="2523" y="795"/>
                  </a:moveTo>
                  <a:cubicBezTo>
                    <a:pt x="3253" y="795"/>
                    <a:pt x="3739" y="978"/>
                    <a:pt x="3982" y="1342"/>
                  </a:cubicBezTo>
                  <a:cubicBezTo>
                    <a:pt x="4256" y="1798"/>
                    <a:pt x="4377" y="2345"/>
                    <a:pt x="4347" y="2892"/>
                  </a:cubicBezTo>
                  <a:cubicBezTo>
                    <a:pt x="4347" y="3288"/>
                    <a:pt x="4286" y="3683"/>
                    <a:pt x="4195" y="4047"/>
                  </a:cubicBezTo>
                  <a:cubicBezTo>
                    <a:pt x="4073" y="4351"/>
                    <a:pt x="3891" y="4595"/>
                    <a:pt x="3618" y="4747"/>
                  </a:cubicBezTo>
                  <a:cubicBezTo>
                    <a:pt x="3326" y="4906"/>
                    <a:pt x="2987" y="4996"/>
                    <a:pt x="2664" y="4996"/>
                  </a:cubicBezTo>
                  <a:cubicBezTo>
                    <a:pt x="2616" y="4996"/>
                    <a:pt x="2570" y="4994"/>
                    <a:pt x="2523" y="4990"/>
                  </a:cubicBezTo>
                  <a:lnTo>
                    <a:pt x="1064" y="4990"/>
                  </a:lnTo>
                  <a:lnTo>
                    <a:pt x="1064" y="795"/>
                  </a:lnTo>
                  <a:close/>
                  <a:moveTo>
                    <a:pt x="2751" y="0"/>
                  </a:moveTo>
                  <a:cubicBezTo>
                    <a:pt x="2695" y="0"/>
                    <a:pt x="2639" y="2"/>
                    <a:pt x="2584" y="5"/>
                  </a:cubicBezTo>
                  <a:lnTo>
                    <a:pt x="0" y="5"/>
                  </a:lnTo>
                  <a:lnTo>
                    <a:pt x="0" y="11373"/>
                  </a:lnTo>
                  <a:lnTo>
                    <a:pt x="1064" y="11373"/>
                  </a:lnTo>
                  <a:lnTo>
                    <a:pt x="1064" y="5780"/>
                  </a:lnTo>
                  <a:lnTo>
                    <a:pt x="2858" y="5780"/>
                  </a:lnTo>
                  <a:lnTo>
                    <a:pt x="4499" y="11373"/>
                  </a:lnTo>
                  <a:lnTo>
                    <a:pt x="5563" y="11373"/>
                  </a:lnTo>
                  <a:lnTo>
                    <a:pt x="3830" y="5567"/>
                  </a:lnTo>
                  <a:cubicBezTo>
                    <a:pt x="4195" y="5506"/>
                    <a:pt x="4529" y="5324"/>
                    <a:pt x="4773" y="5051"/>
                  </a:cubicBezTo>
                  <a:cubicBezTo>
                    <a:pt x="5016" y="4777"/>
                    <a:pt x="5168" y="4443"/>
                    <a:pt x="5228" y="4078"/>
                  </a:cubicBezTo>
                  <a:cubicBezTo>
                    <a:pt x="5350" y="3683"/>
                    <a:pt x="5380" y="3288"/>
                    <a:pt x="5380" y="2892"/>
                  </a:cubicBezTo>
                  <a:cubicBezTo>
                    <a:pt x="5411" y="2376"/>
                    <a:pt x="5320" y="1829"/>
                    <a:pt x="5107" y="1342"/>
                  </a:cubicBezTo>
                  <a:cubicBezTo>
                    <a:pt x="4955" y="917"/>
                    <a:pt x="4651" y="582"/>
                    <a:pt x="4256" y="339"/>
                  </a:cubicBezTo>
                  <a:cubicBezTo>
                    <a:pt x="3764" y="121"/>
                    <a:pt x="3248" y="0"/>
                    <a:pt x="27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167;p52">
              <a:extLst>
                <a:ext uri="{FF2B5EF4-FFF2-40B4-BE49-F238E27FC236}">
                  <a16:creationId xmlns:a16="http://schemas.microsoft.com/office/drawing/2014/main" id="{E25321CD-E405-411C-F655-2BC37809D9F3}"/>
                </a:ext>
              </a:extLst>
            </p:cNvPr>
            <p:cNvSpPr/>
            <p:nvPr/>
          </p:nvSpPr>
          <p:spPr>
            <a:xfrm>
              <a:off x="4397271" y="2576506"/>
              <a:ext cx="152033" cy="312502"/>
            </a:xfrm>
            <a:custGeom>
              <a:avLst/>
              <a:gdLst/>
              <a:ahLst/>
              <a:cxnLst/>
              <a:rect l="l" t="t" r="r" b="b"/>
              <a:pathLst>
                <a:path w="5533" h="11373" extrusionOk="0">
                  <a:moveTo>
                    <a:pt x="2524" y="795"/>
                  </a:moveTo>
                  <a:cubicBezTo>
                    <a:pt x="3223" y="795"/>
                    <a:pt x="3709" y="978"/>
                    <a:pt x="3952" y="1342"/>
                  </a:cubicBezTo>
                  <a:cubicBezTo>
                    <a:pt x="4256" y="1798"/>
                    <a:pt x="4378" y="2345"/>
                    <a:pt x="4347" y="2892"/>
                  </a:cubicBezTo>
                  <a:cubicBezTo>
                    <a:pt x="4347" y="3288"/>
                    <a:pt x="4287" y="3683"/>
                    <a:pt x="4165" y="4047"/>
                  </a:cubicBezTo>
                  <a:cubicBezTo>
                    <a:pt x="4074" y="4351"/>
                    <a:pt x="3861" y="4595"/>
                    <a:pt x="3618" y="4747"/>
                  </a:cubicBezTo>
                  <a:cubicBezTo>
                    <a:pt x="3326" y="4906"/>
                    <a:pt x="2988" y="4996"/>
                    <a:pt x="2644" y="4996"/>
                  </a:cubicBezTo>
                  <a:cubicBezTo>
                    <a:pt x="2594" y="4996"/>
                    <a:pt x="2543" y="4994"/>
                    <a:pt x="2493" y="4990"/>
                  </a:cubicBezTo>
                  <a:lnTo>
                    <a:pt x="1065" y="4990"/>
                  </a:lnTo>
                  <a:lnTo>
                    <a:pt x="1034" y="795"/>
                  </a:lnTo>
                  <a:close/>
                  <a:moveTo>
                    <a:pt x="2729" y="0"/>
                  </a:moveTo>
                  <a:cubicBezTo>
                    <a:pt x="2671" y="0"/>
                    <a:pt x="2612" y="2"/>
                    <a:pt x="2554" y="5"/>
                  </a:cubicBezTo>
                  <a:lnTo>
                    <a:pt x="1" y="5"/>
                  </a:lnTo>
                  <a:lnTo>
                    <a:pt x="1" y="11373"/>
                  </a:lnTo>
                  <a:lnTo>
                    <a:pt x="1065" y="11373"/>
                  </a:lnTo>
                  <a:lnTo>
                    <a:pt x="1065" y="5780"/>
                  </a:lnTo>
                  <a:lnTo>
                    <a:pt x="2828" y="5780"/>
                  </a:lnTo>
                  <a:lnTo>
                    <a:pt x="4499" y="11373"/>
                  </a:lnTo>
                  <a:lnTo>
                    <a:pt x="5533" y="11373"/>
                  </a:lnTo>
                  <a:lnTo>
                    <a:pt x="3800" y="5567"/>
                  </a:lnTo>
                  <a:cubicBezTo>
                    <a:pt x="4165" y="5506"/>
                    <a:pt x="4499" y="5324"/>
                    <a:pt x="4773" y="5051"/>
                  </a:cubicBezTo>
                  <a:cubicBezTo>
                    <a:pt x="4986" y="4777"/>
                    <a:pt x="5168" y="4443"/>
                    <a:pt x="5229" y="4078"/>
                  </a:cubicBezTo>
                  <a:cubicBezTo>
                    <a:pt x="5320" y="3683"/>
                    <a:pt x="5381" y="3288"/>
                    <a:pt x="5381" y="2892"/>
                  </a:cubicBezTo>
                  <a:cubicBezTo>
                    <a:pt x="5381" y="2376"/>
                    <a:pt x="5290" y="1829"/>
                    <a:pt x="5107" y="1342"/>
                  </a:cubicBezTo>
                  <a:cubicBezTo>
                    <a:pt x="4955" y="917"/>
                    <a:pt x="4621" y="582"/>
                    <a:pt x="4226" y="339"/>
                  </a:cubicBezTo>
                  <a:cubicBezTo>
                    <a:pt x="3761" y="121"/>
                    <a:pt x="3248" y="0"/>
                    <a:pt x="2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168;p52">
              <a:extLst>
                <a:ext uri="{FF2B5EF4-FFF2-40B4-BE49-F238E27FC236}">
                  <a16:creationId xmlns:a16="http://schemas.microsoft.com/office/drawing/2014/main" id="{B80FCE88-CFBF-EB21-B76A-56C5B1BCCA56}"/>
                </a:ext>
              </a:extLst>
            </p:cNvPr>
            <p:cNvSpPr/>
            <p:nvPr/>
          </p:nvSpPr>
          <p:spPr>
            <a:xfrm>
              <a:off x="4587717" y="2573703"/>
              <a:ext cx="160359" cy="318766"/>
            </a:xfrm>
            <a:custGeom>
              <a:avLst/>
              <a:gdLst/>
              <a:ahLst/>
              <a:cxnLst/>
              <a:rect l="l" t="t" r="r" b="b"/>
              <a:pathLst>
                <a:path w="5836" h="11601" extrusionOk="0">
                  <a:moveTo>
                    <a:pt x="3066" y="861"/>
                  </a:moveTo>
                  <a:cubicBezTo>
                    <a:pt x="3411" y="861"/>
                    <a:pt x="3754" y="954"/>
                    <a:pt x="4073" y="1140"/>
                  </a:cubicBezTo>
                  <a:cubicBezTo>
                    <a:pt x="4316" y="1353"/>
                    <a:pt x="4529" y="1627"/>
                    <a:pt x="4590" y="1961"/>
                  </a:cubicBezTo>
                  <a:cubicBezTo>
                    <a:pt x="4711" y="2356"/>
                    <a:pt x="4742" y="2782"/>
                    <a:pt x="4742" y="3207"/>
                  </a:cubicBezTo>
                  <a:lnTo>
                    <a:pt x="4742" y="8344"/>
                  </a:lnTo>
                  <a:cubicBezTo>
                    <a:pt x="4742" y="8770"/>
                    <a:pt x="4711" y="9195"/>
                    <a:pt x="4590" y="9590"/>
                  </a:cubicBezTo>
                  <a:cubicBezTo>
                    <a:pt x="4529" y="9925"/>
                    <a:pt x="4316" y="10229"/>
                    <a:pt x="4073" y="10441"/>
                  </a:cubicBezTo>
                  <a:cubicBezTo>
                    <a:pt x="3753" y="10655"/>
                    <a:pt x="3410" y="10751"/>
                    <a:pt x="3064" y="10751"/>
                  </a:cubicBezTo>
                  <a:cubicBezTo>
                    <a:pt x="3015" y="10751"/>
                    <a:pt x="2967" y="10749"/>
                    <a:pt x="2918" y="10745"/>
                  </a:cubicBezTo>
                  <a:cubicBezTo>
                    <a:pt x="2878" y="10748"/>
                    <a:pt x="2837" y="10750"/>
                    <a:pt x="2797" y="10750"/>
                  </a:cubicBezTo>
                  <a:cubicBezTo>
                    <a:pt x="2443" y="10750"/>
                    <a:pt x="2094" y="10632"/>
                    <a:pt x="1793" y="10441"/>
                  </a:cubicBezTo>
                  <a:cubicBezTo>
                    <a:pt x="1520" y="10229"/>
                    <a:pt x="1307" y="9955"/>
                    <a:pt x="1246" y="9621"/>
                  </a:cubicBezTo>
                  <a:cubicBezTo>
                    <a:pt x="1125" y="9195"/>
                    <a:pt x="1094" y="8770"/>
                    <a:pt x="1094" y="8344"/>
                  </a:cubicBezTo>
                  <a:lnTo>
                    <a:pt x="1094" y="3207"/>
                  </a:lnTo>
                  <a:cubicBezTo>
                    <a:pt x="1094" y="2782"/>
                    <a:pt x="1125" y="2356"/>
                    <a:pt x="1246" y="1961"/>
                  </a:cubicBezTo>
                  <a:cubicBezTo>
                    <a:pt x="1307" y="1627"/>
                    <a:pt x="1520" y="1353"/>
                    <a:pt x="1793" y="1140"/>
                  </a:cubicBezTo>
                  <a:cubicBezTo>
                    <a:pt x="2086" y="954"/>
                    <a:pt x="2425" y="861"/>
                    <a:pt x="2770" y="861"/>
                  </a:cubicBezTo>
                  <a:cubicBezTo>
                    <a:pt x="2819" y="861"/>
                    <a:pt x="2869" y="863"/>
                    <a:pt x="2918" y="867"/>
                  </a:cubicBezTo>
                  <a:cubicBezTo>
                    <a:pt x="2967" y="863"/>
                    <a:pt x="3017" y="861"/>
                    <a:pt x="3066" y="861"/>
                  </a:cubicBezTo>
                  <a:close/>
                  <a:moveTo>
                    <a:pt x="2918" y="0"/>
                  </a:moveTo>
                  <a:cubicBezTo>
                    <a:pt x="2325" y="0"/>
                    <a:pt x="1733" y="137"/>
                    <a:pt x="1185" y="411"/>
                  </a:cubicBezTo>
                  <a:cubicBezTo>
                    <a:pt x="760" y="715"/>
                    <a:pt x="426" y="1110"/>
                    <a:pt x="274" y="1596"/>
                  </a:cubicBezTo>
                  <a:cubicBezTo>
                    <a:pt x="91" y="2174"/>
                    <a:pt x="0" y="2782"/>
                    <a:pt x="0" y="3420"/>
                  </a:cubicBezTo>
                  <a:lnTo>
                    <a:pt x="0" y="8101"/>
                  </a:lnTo>
                  <a:cubicBezTo>
                    <a:pt x="0" y="8739"/>
                    <a:pt x="91" y="9347"/>
                    <a:pt x="274" y="9925"/>
                  </a:cubicBezTo>
                  <a:cubicBezTo>
                    <a:pt x="426" y="10441"/>
                    <a:pt x="730" y="10867"/>
                    <a:pt x="1155" y="11171"/>
                  </a:cubicBezTo>
                  <a:cubicBezTo>
                    <a:pt x="1656" y="11449"/>
                    <a:pt x="2208" y="11600"/>
                    <a:pt x="2765" y="11600"/>
                  </a:cubicBezTo>
                  <a:cubicBezTo>
                    <a:pt x="2816" y="11600"/>
                    <a:pt x="2867" y="11599"/>
                    <a:pt x="2918" y="11596"/>
                  </a:cubicBezTo>
                  <a:cubicBezTo>
                    <a:pt x="2969" y="11599"/>
                    <a:pt x="3020" y="11600"/>
                    <a:pt x="3072" y="11600"/>
                  </a:cubicBezTo>
                  <a:cubicBezTo>
                    <a:pt x="3632" y="11600"/>
                    <a:pt x="4208" y="11449"/>
                    <a:pt x="4681" y="11171"/>
                  </a:cubicBezTo>
                  <a:cubicBezTo>
                    <a:pt x="5107" y="10867"/>
                    <a:pt x="5410" y="10441"/>
                    <a:pt x="5562" y="9925"/>
                  </a:cubicBezTo>
                  <a:cubicBezTo>
                    <a:pt x="5745" y="9347"/>
                    <a:pt x="5836" y="8739"/>
                    <a:pt x="5836" y="8131"/>
                  </a:cubicBezTo>
                  <a:lnTo>
                    <a:pt x="5836" y="3420"/>
                  </a:lnTo>
                  <a:cubicBezTo>
                    <a:pt x="5836" y="2782"/>
                    <a:pt x="5745" y="2174"/>
                    <a:pt x="5562" y="1596"/>
                  </a:cubicBezTo>
                  <a:cubicBezTo>
                    <a:pt x="5410" y="1110"/>
                    <a:pt x="5076" y="715"/>
                    <a:pt x="4651" y="411"/>
                  </a:cubicBezTo>
                  <a:cubicBezTo>
                    <a:pt x="4103" y="137"/>
                    <a:pt x="3511" y="0"/>
                    <a:pt x="29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169;p52">
              <a:extLst>
                <a:ext uri="{FF2B5EF4-FFF2-40B4-BE49-F238E27FC236}">
                  <a16:creationId xmlns:a16="http://schemas.microsoft.com/office/drawing/2014/main" id="{7519F2DD-B3B0-E2A2-032D-AA058BFDCBC5}"/>
                </a:ext>
              </a:extLst>
            </p:cNvPr>
            <p:cNvSpPr/>
            <p:nvPr/>
          </p:nvSpPr>
          <p:spPr>
            <a:xfrm>
              <a:off x="4796492" y="2576506"/>
              <a:ext cx="152885" cy="312502"/>
            </a:xfrm>
            <a:custGeom>
              <a:avLst/>
              <a:gdLst/>
              <a:ahLst/>
              <a:cxnLst/>
              <a:rect l="l" t="t" r="r" b="b"/>
              <a:pathLst>
                <a:path w="5564" h="11373" extrusionOk="0">
                  <a:moveTo>
                    <a:pt x="2524" y="795"/>
                  </a:moveTo>
                  <a:cubicBezTo>
                    <a:pt x="3253" y="795"/>
                    <a:pt x="3740" y="978"/>
                    <a:pt x="3983" y="1342"/>
                  </a:cubicBezTo>
                  <a:cubicBezTo>
                    <a:pt x="4256" y="1798"/>
                    <a:pt x="4378" y="2345"/>
                    <a:pt x="4348" y="2892"/>
                  </a:cubicBezTo>
                  <a:cubicBezTo>
                    <a:pt x="4348" y="3288"/>
                    <a:pt x="4287" y="3683"/>
                    <a:pt x="4196" y="4047"/>
                  </a:cubicBezTo>
                  <a:cubicBezTo>
                    <a:pt x="4074" y="4351"/>
                    <a:pt x="3892" y="4595"/>
                    <a:pt x="3618" y="4747"/>
                  </a:cubicBezTo>
                  <a:cubicBezTo>
                    <a:pt x="3326" y="4906"/>
                    <a:pt x="2988" y="4996"/>
                    <a:pt x="2664" y="4996"/>
                  </a:cubicBezTo>
                  <a:cubicBezTo>
                    <a:pt x="2617" y="4996"/>
                    <a:pt x="2570" y="4994"/>
                    <a:pt x="2524" y="4990"/>
                  </a:cubicBezTo>
                  <a:lnTo>
                    <a:pt x="1065" y="4990"/>
                  </a:lnTo>
                  <a:lnTo>
                    <a:pt x="1065" y="795"/>
                  </a:lnTo>
                  <a:close/>
                  <a:moveTo>
                    <a:pt x="2729" y="0"/>
                  </a:moveTo>
                  <a:cubicBezTo>
                    <a:pt x="2671" y="0"/>
                    <a:pt x="2613" y="2"/>
                    <a:pt x="2554" y="5"/>
                  </a:cubicBezTo>
                  <a:lnTo>
                    <a:pt x="1" y="5"/>
                  </a:lnTo>
                  <a:lnTo>
                    <a:pt x="1" y="11373"/>
                  </a:lnTo>
                  <a:lnTo>
                    <a:pt x="1065" y="11373"/>
                  </a:lnTo>
                  <a:lnTo>
                    <a:pt x="1065" y="5780"/>
                  </a:lnTo>
                  <a:lnTo>
                    <a:pt x="2858" y="5780"/>
                  </a:lnTo>
                  <a:lnTo>
                    <a:pt x="4530" y="11373"/>
                  </a:lnTo>
                  <a:lnTo>
                    <a:pt x="5563" y="11373"/>
                  </a:lnTo>
                  <a:lnTo>
                    <a:pt x="3831" y="5567"/>
                  </a:lnTo>
                  <a:cubicBezTo>
                    <a:pt x="4196" y="5506"/>
                    <a:pt x="4530" y="5324"/>
                    <a:pt x="4773" y="5051"/>
                  </a:cubicBezTo>
                  <a:cubicBezTo>
                    <a:pt x="4986" y="4777"/>
                    <a:pt x="5168" y="4443"/>
                    <a:pt x="5259" y="4078"/>
                  </a:cubicBezTo>
                  <a:cubicBezTo>
                    <a:pt x="5351" y="3683"/>
                    <a:pt x="5381" y="3288"/>
                    <a:pt x="5381" y="2892"/>
                  </a:cubicBezTo>
                  <a:cubicBezTo>
                    <a:pt x="5381" y="2376"/>
                    <a:pt x="5320" y="1829"/>
                    <a:pt x="5107" y="1342"/>
                  </a:cubicBezTo>
                  <a:cubicBezTo>
                    <a:pt x="4955" y="917"/>
                    <a:pt x="4651" y="582"/>
                    <a:pt x="4256" y="339"/>
                  </a:cubicBezTo>
                  <a:cubicBezTo>
                    <a:pt x="3764" y="121"/>
                    <a:pt x="3248" y="0"/>
                    <a:pt x="27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170;p52">
              <a:extLst>
                <a:ext uri="{FF2B5EF4-FFF2-40B4-BE49-F238E27FC236}">
                  <a16:creationId xmlns:a16="http://schemas.microsoft.com/office/drawing/2014/main" id="{9A93C916-004B-311B-C536-E32985A534E6}"/>
                </a:ext>
              </a:extLst>
            </p:cNvPr>
            <p:cNvSpPr/>
            <p:nvPr/>
          </p:nvSpPr>
          <p:spPr>
            <a:xfrm>
              <a:off x="3721599" y="1522606"/>
              <a:ext cx="471926" cy="842735"/>
            </a:xfrm>
            <a:custGeom>
              <a:avLst/>
              <a:gdLst/>
              <a:ahLst/>
              <a:cxnLst/>
              <a:rect l="l" t="t" r="r" b="b"/>
              <a:pathLst>
                <a:path w="17175" h="30670" extrusionOk="0">
                  <a:moveTo>
                    <a:pt x="9150" y="5654"/>
                  </a:moveTo>
                  <a:lnTo>
                    <a:pt x="9150" y="18968"/>
                  </a:lnTo>
                  <a:lnTo>
                    <a:pt x="4378" y="18968"/>
                  </a:lnTo>
                  <a:lnTo>
                    <a:pt x="9150" y="5654"/>
                  </a:lnTo>
                  <a:close/>
                  <a:moveTo>
                    <a:pt x="7964" y="1"/>
                  </a:moveTo>
                  <a:lnTo>
                    <a:pt x="1" y="18664"/>
                  </a:lnTo>
                  <a:lnTo>
                    <a:pt x="1" y="23162"/>
                  </a:lnTo>
                  <a:lnTo>
                    <a:pt x="9150" y="23162"/>
                  </a:lnTo>
                  <a:lnTo>
                    <a:pt x="9150" y="30670"/>
                  </a:lnTo>
                  <a:lnTo>
                    <a:pt x="14043" y="30670"/>
                  </a:lnTo>
                  <a:lnTo>
                    <a:pt x="14043" y="23162"/>
                  </a:lnTo>
                  <a:lnTo>
                    <a:pt x="17174" y="23162"/>
                  </a:lnTo>
                  <a:lnTo>
                    <a:pt x="17174" y="18968"/>
                  </a:lnTo>
                  <a:lnTo>
                    <a:pt x="14043" y="18968"/>
                  </a:lnTo>
                  <a:lnTo>
                    <a:pt x="140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171;p52">
              <a:extLst>
                <a:ext uri="{FF2B5EF4-FFF2-40B4-BE49-F238E27FC236}">
                  <a16:creationId xmlns:a16="http://schemas.microsoft.com/office/drawing/2014/main" id="{B91A1DFF-B107-6E4B-1382-3E2E0046B79E}"/>
                </a:ext>
              </a:extLst>
            </p:cNvPr>
            <p:cNvSpPr/>
            <p:nvPr/>
          </p:nvSpPr>
          <p:spPr>
            <a:xfrm>
              <a:off x="3715747" y="1517605"/>
              <a:ext cx="484456" cy="852764"/>
            </a:xfrm>
            <a:custGeom>
              <a:avLst/>
              <a:gdLst/>
              <a:ahLst/>
              <a:cxnLst/>
              <a:rect l="l" t="t" r="r" b="b"/>
              <a:pathLst>
                <a:path w="17631" h="31035" extrusionOk="0">
                  <a:moveTo>
                    <a:pt x="9180" y="6930"/>
                  </a:moveTo>
                  <a:lnTo>
                    <a:pt x="9180" y="18967"/>
                  </a:lnTo>
                  <a:lnTo>
                    <a:pt x="4864" y="18967"/>
                  </a:lnTo>
                  <a:lnTo>
                    <a:pt x="9180" y="6930"/>
                  </a:lnTo>
                  <a:close/>
                  <a:moveTo>
                    <a:pt x="9576" y="4742"/>
                  </a:moveTo>
                  <a:lnTo>
                    <a:pt x="4347" y="19332"/>
                  </a:lnTo>
                  <a:lnTo>
                    <a:pt x="9545" y="19332"/>
                  </a:lnTo>
                  <a:lnTo>
                    <a:pt x="9576" y="4742"/>
                  </a:lnTo>
                  <a:close/>
                  <a:moveTo>
                    <a:pt x="14105" y="365"/>
                  </a:moveTo>
                  <a:lnTo>
                    <a:pt x="14105" y="19332"/>
                  </a:lnTo>
                  <a:lnTo>
                    <a:pt x="17266" y="19332"/>
                  </a:lnTo>
                  <a:lnTo>
                    <a:pt x="17266" y="23131"/>
                  </a:lnTo>
                  <a:lnTo>
                    <a:pt x="14105" y="23131"/>
                  </a:lnTo>
                  <a:lnTo>
                    <a:pt x="14105" y="30639"/>
                  </a:lnTo>
                  <a:lnTo>
                    <a:pt x="9545" y="30639"/>
                  </a:lnTo>
                  <a:lnTo>
                    <a:pt x="9545" y="23131"/>
                  </a:lnTo>
                  <a:lnTo>
                    <a:pt x="396" y="23131"/>
                  </a:lnTo>
                  <a:lnTo>
                    <a:pt x="396" y="18876"/>
                  </a:lnTo>
                  <a:lnTo>
                    <a:pt x="8329" y="365"/>
                  </a:lnTo>
                  <a:close/>
                  <a:moveTo>
                    <a:pt x="8056" y="0"/>
                  </a:moveTo>
                  <a:lnTo>
                    <a:pt x="1" y="18785"/>
                  </a:lnTo>
                  <a:lnTo>
                    <a:pt x="1" y="23496"/>
                  </a:lnTo>
                  <a:lnTo>
                    <a:pt x="9180" y="23496"/>
                  </a:lnTo>
                  <a:lnTo>
                    <a:pt x="9180" y="31034"/>
                  </a:lnTo>
                  <a:lnTo>
                    <a:pt x="14469" y="31034"/>
                  </a:lnTo>
                  <a:lnTo>
                    <a:pt x="14500" y="23526"/>
                  </a:lnTo>
                  <a:lnTo>
                    <a:pt x="17630" y="23526"/>
                  </a:lnTo>
                  <a:lnTo>
                    <a:pt x="17630" y="18967"/>
                  </a:lnTo>
                  <a:lnTo>
                    <a:pt x="14469" y="18967"/>
                  </a:lnTo>
                  <a:lnTo>
                    <a:pt x="144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172;p52">
              <a:extLst>
                <a:ext uri="{FF2B5EF4-FFF2-40B4-BE49-F238E27FC236}">
                  <a16:creationId xmlns:a16="http://schemas.microsoft.com/office/drawing/2014/main" id="{68ADB2D2-6471-8675-2FC0-F4BF4F7C74F2}"/>
                </a:ext>
              </a:extLst>
            </p:cNvPr>
            <p:cNvSpPr/>
            <p:nvPr/>
          </p:nvSpPr>
          <p:spPr>
            <a:xfrm>
              <a:off x="4268649" y="1512577"/>
              <a:ext cx="441866" cy="865459"/>
            </a:xfrm>
            <a:custGeom>
              <a:avLst/>
              <a:gdLst/>
              <a:ahLst/>
              <a:cxnLst/>
              <a:rect l="l" t="t" r="r" b="b"/>
              <a:pathLst>
                <a:path w="16081" h="31497" extrusionOk="0">
                  <a:moveTo>
                    <a:pt x="8056" y="4499"/>
                  </a:moveTo>
                  <a:cubicBezTo>
                    <a:pt x="8702" y="4499"/>
                    <a:pt x="9348" y="4743"/>
                    <a:pt x="9849" y="5229"/>
                  </a:cubicBezTo>
                  <a:cubicBezTo>
                    <a:pt x="10214" y="5715"/>
                    <a:pt x="10487" y="6323"/>
                    <a:pt x="10579" y="6992"/>
                  </a:cubicBezTo>
                  <a:cubicBezTo>
                    <a:pt x="10670" y="7661"/>
                    <a:pt x="10731" y="8360"/>
                    <a:pt x="10731" y="9089"/>
                  </a:cubicBezTo>
                  <a:lnTo>
                    <a:pt x="10731" y="22524"/>
                  </a:lnTo>
                  <a:cubicBezTo>
                    <a:pt x="10731" y="23193"/>
                    <a:pt x="10670" y="23861"/>
                    <a:pt x="10548" y="24530"/>
                  </a:cubicBezTo>
                  <a:cubicBezTo>
                    <a:pt x="10457" y="25168"/>
                    <a:pt x="10183" y="25746"/>
                    <a:pt x="9788" y="26263"/>
                  </a:cubicBezTo>
                  <a:cubicBezTo>
                    <a:pt x="9386" y="26751"/>
                    <a:pt x="8795" y="26995"/>
                    <a:pt x="8167" y="26995"/>
                  </a:cubicBezTo>
                  <a:cubicBezTo>
                    <a:pt x="8130" y="26995"/>
                    <a:pt x="8093" y="26994"/>
                    <a:pt x="8056" y="26992"/>
                  </a:cubicBezTo>
                  <a:cubicBezTo>
                    <a:pt x="8022" y="26994"/>
                    <a:pt x="7988" y="26994"/>
                    <a:pt x="7955" y="26994"/>
                  </a:cubicBezTo>
                  <a:cubicBezTo>
                    <a:pt x="7323" y="26994"/>
                    <a:pt x="6727" y="26725"/>
                    <a:pt x="6323" y="26263"/>
                  </a:cubicBezTo>
                  <a:cubicBezTo>
                    <a:pt x="5958" y="25746"/>
                    <a:pt x="5685" y="25138"/>
                    <a:pt x="5563" y="24530"/>
                  </a:cubicBezTo>
                  <a:cubicBezTo>
                    <a:pt x="5442" y="23861"/>
                    <a:pt x="5381" y="23193"/>
                    <a:pt x="5381" y="22524"/>
                  </a:cubicBezTo>
                  <a:lnTo>
                    <a:pt x="5381" y="9089"/>
                  </a:lnTo>
                  <a:cubicBezTo>
                    <a:pt x="5351" y="8360"/>
                    <a:pt x="5411" y="7661"/>
                    <a:pt x="5533" y="6992"/>
                  </a:cubicBezTo>
                  <a:cubicBezTo>
                    <a:pt x="5624" y="6323"/>
                    <a:pt x="5867" y="5715"/>
                    <a:pt x="6262" y="5229"/>
                  </a:cubicBezTo>
                  <a:cubicBezTo>
                    <a:pt x="6764" y="4743"/>
                    <a:pt x="7410" y="4499"/>
                    <a:pt x="8056" y="4499"/>
                  </a:cubicBezTo>
                  <a:close/>
                  <a:moveTo>
                    <a:pt x="8056" y="1"/>
                  </a:moveTo>
                  <a:cubicBezTo>
                    <a:pt x="6232" y="1"/>
                    <a:pt x="4712" y="366"/>
                    <a:pt x="3527" y="1126"/>
                  </a:cubicBezTo>
                  <a:cubicBezTo>
                    <a:pt x="2372" y="1885"/>
                    <a:pt x="1460" y="2980"/>
                    <a:pt x="943" y="4287"/>
                  </a:cubicBezTo>
                  <a:cubicBezTo>
                    <a:pt x="305" y="5776"/>
                    <a:pt x="31" y="7387"/>
                    <a:pt x="31" y="8998"/>
                  </a:cubicBezTo>
                  <a:lnTo>
                    <a:pt x="31" y="22585"/>
                  </a:lnTo>
                  <a:cubicBezTo>
                    <a:pt x="1" y="24165"/>
                    <a:pt x="305" y="25746"/>
                    <a:pt x="943" y="27205"/>
                  </a:cubicBezTo>
                  <a:cubicBezTo>
                    <a:pt x="1490" y="28512"/>
                    <a:pt x="2402" y="29606"/>
                    <a:pt x="3588" y="30366"/>
                  </a:cubicBezTo>
                  <a:cubicBezTo>
                    <a:pt x="4835" y="31103"/>
                    <a:pt x="6268" y="31497"/>
                    <a:pt x="7739" y="31497"/>
                  </a:cubicBezTo>
                  <a:cubicBezTo>
                    <a:pt x="7844" y="31497"/>
                    <a:pt x="7950" y="31495"/>
                    <a:pt x="8056" y="31491"/>
                  </a:cubicBezTo>
                  <a:cubicBezTo>
                    <a:pt x="8159" y="31495"/>
                    <a:pt x="8263" y="31497"/>
                    <a:pt x="8366" y="31497"/>
                  </a:cubicBezTo>
                  <a:cubicBezTo>
                    <a:pt x="9812" y="31497"/>
                    <a:pt x="11245" y="31102"/>
                    <a:pt x="12494" y="30336"/>
                  </a:cubicBezTo>
                  <a:cubicBezTo>
                    <a:pt x="13679" y="29576"/>
                    <a:pt x="14591" y="28482"/>
                    <a:pt x="15168" y="27205"/>
                  </a:cubicBezTo>
                  <a:cubicBezTo>
                    <a:pt x="15776" y="25746"/>
                    <a:pt x="16080" y="24165"/>
                    <a:pt x="16050" y="22585"/>
                  </a:cubicBezTo>
                  <a:lnTo>
                    <a:pt x="16050" y="8998"/>
                  </a:lnTo>
                  <a:cubicBezTo>
                    <a:pt x="16080" y="7387"/>
                    <a:pt x="15776" y="5776"/>
                    <a:pt x="15199" y="4287"/>
                  </a:cubicBezTo>
                  <a:cubicBezTo>
                    <a:pt x="14682" y="2980"/>
                    <a:pt x="13770" y="1885"/>
                    <a:pt x="12585" y="1126"/>
                  </a:cubicBezTo>
                  <a:cubicBezTo>
                    <a:pt x="11399" y="366"/>
                    <a:pt x="9910" y="1"/>
                    <a:pt x="80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173;p52">
              <a:extLst>
                <a:ext uri="{FF2B5EF4-FFF2-40B4-BE49-F238E27FC236}">
                  <a16:creationId xmlns:a16="http://schemas.microsoft.com/office/drawing/2014/main" id="{D99973DC-C686-F40E-5AD3-E4CA16088FC5}"/>
                </a:ext>
              </a:extLst>
            </p:cNvPr>
            <p:cNvSpPr/>
            <p:nvPr/>
          </p:nvSpPr>
          <p:spPr>
            <a:xfrm>
              <a:off x="4264472" y="1507576"/>
              <a:ext cx="451043" cy="875488"/>
            </a:xfrm>
            <a:custGeom>
              <a:avLst/>
              <a:gdLst/>
              <a:ahLst/>
              <a:cxnLst/>
              <a:rect l="l" t="t" r="r" b="b"/>
              <a:pathLst>
                <a:path w="16415" h="31862" extrusionOk="0">
                  <a:moveTo>
                    <a:pt x="8393" y="4855"/>
                  </a:moveTo>
                  <a:cubicBezTo>
                    <a:pt x="8937" y="4855"/>
                    <a:pt x="9467" y="5093"/>
                    <a:pt x="9849" y="5502"/>
                  </a:cubicBezTo>
                  <a:cubicBezTo>
                    <a:pt x="10214" y="5988"/>
                    <a:pt x="10457" y="6566"/>
                    <a:pt x="10548" y="7204"/>
                  </a:cubicBezTo>
                  <a:cubicBezTo>
                    <a:pt x="10670" y="7873"/>
                    <a:pt x="10731" y="8572"/>
                    <a:pt x="10731" y="9271"/>
                  </a:cubicBezTo>
                  <a:lnTo>
                    <a:pt x="10731" y="22676"/>
                  </a:lnTo>
                  <a:cubicBezTo>
                    <a:pt x="10731" y="23344"/>
                    <a:pt x="10639" y="24013"/>
                    <a:pt x="10548" y="24651"/>
                  </a:cubicBezTo>
                  <a:cubicBezTo>
                    <a:pt x="10427" y="25259"/>
                    <a:pt x="10183" y="25837"/>
                    <a:pt x="9819" y="26323"/>
                  </a:cubicBezTo>
                  <a:cubicBezTo>
                    <a:pt x="9464" y="26733"/>
                    <a:pt x="8937" y="26971"/>
                    <a:pt x="8415" y="26971"/>
                  </a:cubicBezTo>
                  <a:cubicBezTo>
                    <a:pt x="8356" y="26971"/>
                    <a:pt x="8297" y="26968"/>
                    <a:pt x="8238" y="26961"/>
                  </a:cubicBezTo>
                  <a:cubicBezTo>
                    <a:pt x="8176" y="26968"/>
                    <a:pt x="8115" y="26971"/>
                    <a:pt x="8054" y="26971"/>
                  </a:cubicBezTo>
                  <a:cubicBezTo>
                    <a:pt x="7515" y="26971"/>
                    <a:pt x="7013" y="26733"/>
                    <a:pt x="6658" y="26323"/>
                  </a:cubicBezTo>
                  <a:cubicBezTo>
                    <a:pt x="6293" y="25837"/>
                    <a:pt x="6019" y="25259"/>
                    <a:pt x="5898" y="24651"/>
                  </a:cubicBezTo>
                  <a:cubicBezTo>
                    <a:pt x="5776" y="24013"/>
                    <a:pt x="5715" y="23344"/>
                    <a:pt x="5715" y="22676"/>
                  </a:cubicBezTo>
                  <a:lnTo>
                    <a:pt x="5715" y="9241"/>
                  </a:lnTo>
                  <a:cubicBezTo>
                    <a:pt x="5715" y="8542"/>
                    <a:pt x="5776" y="7873"/>
                    <a:pt x="5867" y="7174"/>
                  </a:cubicBezTo>
                  <a:cubicBezTo>
                    <a:pt x="5958" y="6566"/>
                    <a:pt x="6202" y="5988"/>
                    <a:pt x="6566" y="5502"/>
                  </a:cubicBezTo>
                  <a:cubicBezTo>
                    <a:pt x="6949" y="5093"/>
                    <a:pt x="7478" y="4855"/>
                    <a:pt x="8023" y="4855"/>
                  </a:cubicBezTo>
                  <a:cubicBezTo>
                    <a:pt x="8084" y="4855"/>
                    <a:pt x="8146" y="4858"/>
                    <a:pt x="8208" y="4864"/>
                  </a:cubicBezTo>
                  <a:cubicBezTo>
                    <a:pt x="8269" y="4858"/>
                    <a:pt x="8331" y="4855"/>
                    <a:pt x="8393" y="4855"/>
                  </a:cubicBezTo>
                  <a:close/>
                  <a:moveTo>
                    <a:pt x="8193" y="4491"/>
                  </a:moveTo>
                  <a:cubicBezTo>
                    <a:pt x="7493" y="4491"/>
                    <a:pt x="6794" y="4757"/>
                    <a:pt x="6262" y="5289"/>
                  </a:cubicBezTo>
                  <a:cubicBezTo>
                    <a:pt x="5867" y="5806"/>
                    <a:pt x="5594" y="6444"/>
                    <a:pt x="5503" y="7113"/>
                  </a:cubicBezTo>
                  <a:cubicBezTo>
                    <a:pt x="5381" y="7843"/>
                    <a:pt x="5320" y="8542"/>
                    <a:pt x="5320" y="9271"/>
                  </a:cubicBezTo>
                  <a:lnTo>
                    <a:pt x="5320" y="22676"/>
                  </a:lnTo>
                  <a:cubicBezTo>
                    <a:pt x="5320" y="23375"/>
                    <a:pt x="5411" y="24043"/>
                    <a:pt x="5533" y="24743"/>
                  </a:cubicBezTo>
                  <a:cubicBezTo>
                    <a:pt x="5654" y="25381"/>
                    <a:pt x="5928" y="26019"/>
                    <a:pt x="6354" y="26566"/>
                  </a:cubicBezTo>
                  <a:cubicBezTo>
                    <a:pt x="6789" y="27059"/>
                    <a:pt x="7445" y="27359"/>
                    <a:pt x="8112" y="27359"/>
                  </a:cubicBezTo>
                  <a:cubicBezTo>
                    <a:pt x="8144" y="27359"/>
                    <a:pt x="8176" y="27358"/>
                    <a:pt x="8208" y="27357"/>
                  </a:cubicBezTo>
                  <a:cubicBezTo>
                    <a:pt x="8240" y="27358"/>
                    <a:pt x="8272" y="27359"/>
                    <a:pt x="8304" y="27359"/>
                  </a:cubicBezTo>
                  <a:cubicBezTo>
                    <a:pt x="8970" y="27359"/>
                    <a:pt x="9627" y="27059"/>
                    <a:pt x="10062" y="26566"/>
                  </a:cubicBezTo>
                  <a:cubicBezTo>
                    <a:pt x="10487" y="26019"/>
                    <a:pt x="10731" y="25411"/>
                    <a:pt x="10852" y="24743"/>
                  </a:cubicBezTo>
                  <a:cubicBezTo>
                    <a:pt x="10974" y="24074"/>
                    <a:pt x="11035" y="23375"/>
                    <a:pt x="11035" y="22706"/>
                  </a:cubicBezTo>
                  <a:lnTo>
                    <a:pt x="11035" y="9241"/>
                  </a:lnTo>
                  <a:cubicBezTo>
                    <a:pt x="11065" y="8542"/>
                    <a:pt x="11004" y="7843"/>
                    <a:pt x="10883" y="7113"/>
                  </a:cubicBezTo>
                  <a:cubicBezTo>
                    <a:pt x="10791" y="6444"/>
                    <a:pt x="10518" y="5806"/>
                    <a:pt x="10123" y="5289"/>
                  </a:cubicBezTo>
                  <a:cubicBezTo>
                    <a:pt x="9591" y="4757"/>
                    <a:pt x="8892" y="4491"/>
                    <a:pt x="8193" y="4491"/>
                  </a:cubicBezTo>
                  <a:close/>
                  <a:moveTo>
                    <a:pt x="8208" y="365"/>
                  </a:moveTo>
                  <a:cubicBezTo>
                    <a:pt x="10001" y="365"/>
                    <a:pt x="11490" y="730"/>
                    <a:pt x="12615" y="1460"/>
                  </a:cubicBezTo>
                  <a:cubicBezTo>
                    <a:pt x="13770" y="2219"/>
                    <a:pt x="14652" y="3283"/>
                    <a:pt x="15168" y="4560"/>
                  </a:cubicBezTo>
                  <a:cubicBezTo>
                    <a:pt x="15746" y="6019"/>
                    <a:pt x="16019" y="7599"/>
                    <a:pt x="15989" y="9180"/>
                  </a:cubicBezTo>
                  <a:lnTo>
                    <a:pt x="15989" y="22767"/>
                  </a:lnTo>
                  <a:cubicBezTo>
                    <a:pt x="16019" y="24347"/>
                    <a:pt x="15746" y="25898"/>
                    <a:pt x="15138" y="27326"/>
                  </a:cubicBezTo>
                  <a:cubicBezTo>
                    <a:pt x="14591" y="28572"/>
                    <a:pt x="13679" y="29636"/>
                    <a:pt x="12554" y="30366"/>
                  </a:cubicBezTo>
                  <a:cubicBezTo>
                    <a:pt x="11202" y="31110"/>
                    <a:pt x="9705" y="31483"/>
                    <a:pt x="8208" y="31483"/>
                  </a:cubicBezTo>
                  <a:cubicBezTo>
                    <a:pt x="6711" y="31483"/>
                    <a:pt x="5214" y="31110"/>
                    <a:pt x="3861" y="30366"/>
                  </a:cubicBezTo>
                  <a:cubicBezTo>
                    <a:pt x="2706" y="29636"/>
                    <a:pt x="1825" y="28572"/>
                    <a:pt x="1278" y="27326"/>
                  </a:cubicBezTo>
                  <a:cubicBezTo>
                    <a:pt x="670" y="25898"/>
                    <a:pt x="366" y="24347"/>
                    <a:pt x="396" y="22767"/>
                  </a:cubicBezTo>
                  <a:lnTo>
                    <a:pt x="396" y="9180"/>
                  </a:lnTo>
                  <a:cubicBezTo>
                    <a:pt x="366" y="7599"/>
                    <a:pt x="670" y="6019"/>
                    <a:pt x="1247" y="4560"/>
                  </a:cubicBezTo>
                  <a:cubicBezTo>
                    <a:pt x="1764" y="3283"/>
                    <a:pt x="2645" y="2219"/>
                    <a:pt x="3770" y="1460"/>
                  </a:cubicBezTo>
                  <a:cubicBezTo>
                    <a:pt x="4925" y="760"/>
                    <a:pt x="6414" y="365"/>
                    <a:pt x="8208" y="365"/>
                  </a:cubicBezTo>
                  <a:close/>
                  <a:moveTo>
                    <a:pt x="8208" y="1"/>
                  </a:moveTo>
                  <a:cubicBezTo>
                    <a:pt x="6323" y="1"/>
                    <a:pt x="4773" y="396"/>
                    <a:pt x="3557" y="1156"/>
                  </a:cubicBezTo>
                  <a:cubicBezTo>
                    <a:pt x="2372" y="1946"/>
                    <a:pt x="1429" y="3070"/>
                    <a:pt x="882" y="4408"/>
                  </a:cubicBezTo>
                  <a:cubicBezTo>
                    <a:pt x="274" y="5928"/>
                    <a:pt x="1" y="7539"/>
                    <a:pt x="31" y="9180"/>
                  </a:cubicBezTo>
                  <a:lnTo>
                    <a:pt x="31" y="22767"/>
                  </a:lnTo>
                  <a:cubicBezTo>
                    <a:pt x="1" y="24378"/>
                    <a:pt x="305" y="25989"/>
                    <a:pt x="913" y="27478"/>
                  </a:cubicBezTo>
                  <a:cubicBezTo>
                    <a:pt x="1490" y="28785"/>
                    <a:pt x="2433" y="29910"/>
                    <a:pt x="3648" y="30700"/>
                  </a:cubicBezTo>
                  <a:cubicBezTo>
                    <a:pt x="4925" y="31466"/>
                    <a:pt x="6386" y="31861"/>
                    <a:pt x="7885" y="31861"/>
                  </a:cubicBezTo>
                  <a:cubicBezTo>
                    <a:pt x="7993" y="31861"/>
                    <a:pt x="8100" y="31859"/>
                    <a:pt x="8208" y="31855"/>
                  </a:cubicBezTo>
                  <a:cubicBezTo>
                    <a:pt x="8313" y="31859"/>
                    <a:pt x="8419" y="31861"/>
                    <a:pt x="8524" y="31861"/>
                  </a:cubicBezTo>
                  <a:cubicBezTo>
                    <a:pt x="9999" y="31861"/>
                    <a:pt x="11460" y="31466"/>
                    <a:pt x="12737" y="30700"/>
                  </a:cubicBezTo>
                  <a:cubicBezTo>
                    <a:pt x="13953" y="29910"/>
                    <a:pt x="14895" y="28785"/>
                    <a:pt x="15472" y="27448"/>
                  </a:cubicBezTo>
                  <a:cubicBezTo>
                    <a:pt x="16080" y="25989"/>
                    <a:pt x="16384" y="24378"/>
                    <a:pt x="16354" y="22767"/>
                  </a:cubicBezTo>
                  <a:lnTo>
                    <a:pt x="16354" y="9180"/>
                  </a:lnTo>
                  <a:cubicBezTo>
                    <a:pt x="16415" y="7539"/>
                    <a:pt x="16111" y="5928"/>
                    <a:pt x="15503" y="4408"/>
                  </a:cubicBezTo>
                  <a:cubicBezTo>
                    <a:pt x="14956" y="3070"/>
                    <a:pt x="14013" y="1946"/>
                    <a:pt x="12828" y="1156"/>
                  </a:cubicBezTo>
                  <a:cubicBezTo>
                    <a:pt x="11612" y="365"/>
                    <a:pt x="10062" y="1"/>
                    <a:pt x="8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174;p52">
              <a:extLst>
                <a:ext uri="{FF2B5EF4-FFF2-40B4-BE49-F238E27FC236}">
                  <a16:creationId xmlns:a16="http://schemas.microsoft.com/office/drawing/2014/main" id="{33E4F72A-B4ED-333A-F706-8A3D0DF12AEB}"/>
                </a:ext>
              </a:extLst>
            </p:cNvPr>
            <p:cNvSpPr/>
            <p:nvPr/>
          </p:nvSpPr>
          <p:spPr>
            <a:xfrm>
              <a:off x="4800668" y="1522606"/>
              <a:ext cx="472750" cy="842735"/>
            </a:xfrm>
            <a:custGeom>
              <a:avLst/>
              <a:gdLst/>
              <a:ahLst/>
              <a:cxnLst/>
              <a:rect l="l" t="t" r="r" b="b"/>
              <a:pathLst>
                <a:path w="17205" h="30670" extrusionOk="0">
                  <a:moveTo>
                    <a:pt x="9180" y="5654"/>
                  </a:moveTo>
                  <a:lnTo>
                    <a:pt x="9180" y="18968"/>
                  </a:lnTo>
                  <a:lnTo>
                    <a:pt x="4408" y="18968"/>
                  </a:lnTo>
                  <a:lnTo>
                    <a:pt x="9180" y="5654"/>
                  </a:lnTo>
                  <a:close/>
                  <a:moveTo>
                    <a:pt x="7995" y="1"/>
                  </a:moveTo>
                  <a:lnTo>
                    <a:pt x="1" y="18664"/>
                  </a:lnTo>
                  <a:lnTo>
                    <a:pt x="1" y="23162"/>
                  </a:lnTo>
                  <a:lnTo>
                    <a:pt x="9180" y="23162"/>
                  </a:lnTo>
                  <a:lnTo>
                    <a:pt x="9180" y="30670"/>
                  </a:lnTo>
                  <a:lnTo>
                    <a:pt x="14074" y="30670"/>
                  </a:lnTo>
                  <a:lnTo>
                    <a:pt x="14074" y="23162"/>
                  </a:lnTo>
                  <a:lnTo>
                    <a:pt x="17205" y="23162"/>
                  </a:lnTo>
                  <a:lnTo>
                    <a:pt x="17205" y="18968"/>
                  </a:lnTo>
                  <a:lnTo>
                    <a:pt x="14074" y="18968"/>
                  </a:lnTo>
                  <a:lnTo>
                    <a:pt x="140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175;p52">
              <a:extLst>
                <a:ext uri="{FF2B5EF4-FFF2-40B4-BE49-F238E27FC236}">
                  <a16:creationId xmlns:a16="http://schemas.microsoft.com/office/drawing/2014/main" id="{E7EED01D-76A9-B25D-FF38-BB7665CA36D1}"/>
                </a:ext>
              </a:extLst>
            </p:cNvPr>
            <p:cNvSpPr/>
            <p:nvPr/>
          </p:nvSpPr>
          <p:spPr>
            <a:xfrm>
              <a:off x="4795667" y="1517605"/>
              <a:ext cx="482780" cy="852764"/>
            </a:xfrm>
            <a:custGeom>
              <a:avLst/>
              <a:gdLst/>
              <a:ahLst/>
              <a:cxnLst/>
              <a:rect l="l" t="t" r="r" b="b"/>
              <a:pathLst>
                <a:path w="17570" h="31035" extrusionOk="0">
                  <a:moveTo>
                    <a:pt x="9150" y="6930"/>
                  </a:moveTo>
                  <a:lnTo>
                    <a:pt x="9150" y="18967"/>
                  </a:lnTo>
                  <a:lnTo>
                    <a:pt x="4864" y="18967"/>
                  </a:lnTo>
                  <a:lnTo>
                    <a:pt x="9150" y="6930"/>
                  </a:lnTo>
                  <a:close/>
                  <a:moveTo>
                    <a:pt x="9545" y="4742"/>
                  </a:moveTo>
                  <a:lnTo>
                    <a:pt x="4317" y="19332"/>
                  </a:lnTo>
                  <a:lnTo>
                    <a:pt x="9545" y="19332"/>
                  </a:lnTo>
                  <a:lnTo>
                    <a:pt x="9545" y="4742"/>
                  </a:lnTo>
                  <a:close/>
                  <a:moveTo>
                    <a:pt x="14074" y="365"/>
                  </a:moveTo>
                  <a:lnTo>
                    <a:pt x="14074" y="19332"/>
                  </a:lnTo>
                  <a:lnTo>
                    <a:pt x="17205" y="19332"/>
                  </a:lnTo>
                  <a:lnTo>
                    <a:pt x="17205" y="23131"/>
                  </a:lnTo>
                  <a:lnTo>
                    <a:pt x="14074" y="23131"/>
                  </a:lnTo>
                  <a:lnTo>
                    <a:pt x="14074" y="30639"/>
                  </a:lnTo>
                  <a:lnTo>
                    <a:pt x="9545" y="30639"/>
                  </a:lnTo>
                  <a:lnTo>
                    <a:pt x="9514" y="23131"/>
                  </a:lnTo>
                  <a:lnTo>
                    <a:pt x="365" y="23131"/>
                  </a:lnTo>
                  <a:lnTo>
                    <a:pt x="365" y="18876"/>
                  </a:lnTo>
                  <a:lnTo>
                    <a:pt x="8299" y="365"/>
                  </a:lnTo>
                  <a:close/>
                  <a:moveTo>
                    <a:pt x="8025" y="0"/>
                  </a:moveTo>
                  <a:lnTo>
                    <a:pt x="1" y="18785"/>
                  </a:lnTo>
                  <a:lnTo>
                    <a:pt x="1" y="23496"/>
                  </a:lnTo>
                  <a:lnTo>
                    <a:pt x="9150" y="23496"/>
                  </a:lnTo>
                  <a:lnTo>
                    <a:pt x="9150" y="31034"/>
                  </a:lnTo>
                  <a:lnTo>
                    <a:pt x="14469" y="31034"/>
                  </a:lnTo>
                  <a:lnTo>
                    <a:pt x="14439" y="23526"/>
                  </a:lnTo>
                  <a:lnTo>
                    <a:pt x="17569" y="23526"/>
                  </a:lnTo>
                  <a:lnTo>
                    <a:pt x="17569" y="18967"/>
                  </a:lnTo>
                  <a:lnTo>
                    <a:pt x="14439" y="18967"/>
                  </a:lnTo>
                  <a:lnTo>
                    <a:pt x="144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176;p52">
              <a:extLst>
                <a:ext uri="{FF2B5EF4-FFF2-40B4-BE49-F238E27FC236}">
                  <a16:creationId xmlns:a16="http://schemas.microsoft.com/office/drawing/2014/main" id="{3C16B652-1D3C-D359-D9B9-8BDC689821BD}"/>
                </a:ext>
              </a:extLst>
            </p:cNvPr>
            <p:cNvSpPr/>
            <p:nvPr/>
          </p:nvSpPr>
          <p:spPr>
            <a:xfrm>
              <a:off x="3721599" y="1450780"/>
              <a:ext cx="471926" cy="842735"/>
            </a:xfrm>
            <a:custGeom>
              <a:avLst/>
              <a:gdLst/>
              <a:ahLst/>
              <a:cxnLst/>
              <a:rect l="l" t="t" r="r" b="b"/>
              <a:pathLst>
                <a:path w="17175" h="30670" extrusionOk="0">
                  <a:moveTo>
                    <a:pt x="9150" y="5624"/>
                  </a:moveTo>
                  <a:lnTo>
                    <a:pt x="9150" y="18937"/>
                  </a:lnTo>
                  <a:lnTo>
                    <a:pt x="4378" y="18937"/>
                  </a:lnTo>
                  <a:lnTo>
                    <a:pt x="9150" y="5624"/>
                  </a:lnTo>
                  <a:close/>
                  <a:moveTo>
                    <a:pt x="7964" y="1"/>
                  </a:moveTo>
                  <a:lnTo>
                    <a:pt x="1" y="18664"/>
                  </a:lnTo>
                  <a:lnTo>
                    <a:pt x="1" y="23101"/>
                  </a:lnTo>
                  <a:lnTo>
                    <a:pt x="9150" y="23101"/>
                  </a:lnTo>
                  <a:lnTo>
                    <a:pt x="9150" y="30639"/>
                  </a:lnTo>
                  <a:lnTo>
                    <a:pt x="14043" y="30670"/>
                  </a:lnTo>
                  <a:lnTo>
                    <a:pt x="14043" y="23132"/>
                  </a:lnTo>
                  <a:lnTo>
                    <a:pt x="17174" y="23132"/>
                  </a:lnTo>
                  <a:lnTo>
                    <a:pt x="17174" y="18937"/>
                  </a:lnTo>
                  <a:lnTo>
                    <a:pt x="14043" y="18937"/>
                  </a:lnTo>
                  <a:lnTo>
                    <a:pt x="14043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177;p52">
              <a:extLst>
                <a:ext uri="{FF2B5EF4-FFF2-40B4-BE49-F238E27FC236}">
                  <a16:creationId xmlns:a16="http://schemas.microsoft.com/office/drawing/2014/main" id="{64B12829-2011-1590-AD90-836B55BA625F}"/>
                </a:ext>
              </a:extLst>
            </p:cNvPr>
            <p:cNvSpPr/>
            <p:nvPr/>
          </p:nvSpPr>
          <p:spPr>
            <a:xfrm>
              <a:off x="3715747" y="1444927"/>
              <a:ext cx="484456" cy="852764"/>
            </a:xfrm>
            <a:custGeom>
              <a:avLst/>
              <a:gdLst/>
              <a:ahLst/>
              <a:cxnLst/>
              <a:rect l="l" t="t" r="r" b="b"/>
              <a:pathLst>
                <a:path w="17631" h="31035" extrusionOk="0">
                  <a:moveTo>
                    <a:pt x="9180" y="6931"/>
                  </a:moveTo>
                  <a:lnTo>
                    <a:pt x="9180" y="18968"/>
                  </a:lnTo>
                  <a:lnTo>
                    <a:pt x="4864" y="18968"/>
                  </a:lnTo>
                  <a:lnTo>
                    <a:pt x="9180" y="6931"/>
                  </a:lnTo>
                  <a:close/>
                  <a:moveTo>
                    <a:pt x="9576" y="4743"/>
                  </a:moveTo>
                  <a:lnTo>
                    <a:pt x="4347" y="19363"/>
                  </a:lnTo>
                  <a:lnTo>
                    <a:pt x="9545" y="19363"/>
                  </a:lnTo>
                  <a:lnTo>
                    <a:pt x="9576" y="4743"/>
                  </a:lnTo>
                  <a:close/>
                  <a:moveTo>
                    <a:pt x="14105" y="366"/>
                  </a:moveTo>
                  <a:lnTo>
                    <a:pt x="14105" y="19332"/>
                  </a:lnTo>
                  <a:lnTo>
                    <a:pt x="17266" y="19332"/>
                  </a:lnTo>
                  <a:lnTo>
                    <a:pt x="17266" y="23132"/>
                  </a:lnTo>
                  <a:lnTo>
                    <a:pt x="14105" y="23132"/>
                  </a:lnTo>
                  <a:lnTo>
                    <a:pt x="14105" y="30670"/>
                  </a:lnTo>
                  <a:lnTo>
                    <a:pt x="9545" y="30670"/>
                  </a:lnTo>
                  <a:lnTo>
                    <a:pt x="9545" y="23132"/>
                  </a:lnTo>
                  <a:lnTo>
                    <a:pt x="396" y="23132"/>
                  </a:lnTo>
                  <a:lnTo>
                    <a:pt x="396" y="18877"/>
                  </a:lnTo>
                  <a:lnTo>
                    <a:pt x="8329" y="366"/>
                  </a:lnTo>
                  <a:close/>
                  <a:moveTo>
                    <a:pt x="8056" y="1"/>
                  </a:moveTo>
                  <a:lnTo>
                    <a:pt x="1" y="18785"/>
                  </a:lnTo>
                  <a:lnTo>
                    <a:pt x="1" y="23527"/>
                  </a:lnTo>
                  <a:lnTo>
                    <a:pt x="9180" y="23527"/>
                  </a:lnTo>
                  <a:lnTo>
                    <a:pt x="9180" y="31035"/>
                  </a:lnTo>
                  <a:lnTo>
                    <a:pt x="14469" y="31035"/>
                  </a:lnTo>
                  <a:lnTo>
                    <a:pt x="14500" y="23527"/>
                  </a:lnTo>
                  <a:lnTo>
                    <a:pt x="17630" y="23527"/>
                  </a:lnTo>
                  <a:lnTo>
                    <a:pt x="17630" y="18968"/>
                  </a:lnTo>
                  <a:lnTo>
                    <a:pt x="14469" y="18968"/>
                  </a:lnTo>
                  <a:lnTo>
                    <a:pt x="144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178;p52">
              <a:extLst>
                <a:ext uri="{FF2B5EF4-FFF2-40B4-BE49-F238E27FC236}">
                  <a16:creationId xmlns:a16="http://schemas.microsoft.com/office/drawing/2014/main" id="{1D680D0D-C07A-E696-4C8C-7AAADB70EC75}"/>
                </a:ext>
              </a:extLst>
            </p:cNvPr>
            <p:cNvSpPr/>
            <p:nvPr/>
          </p:nvSpPr>
          <p:spPr>
            <a:xfrm>
              <a:off x="4269501" y="1439927"/>
              <a:ext cx="440162" cy="865459"/>
            </a:xfrm>
            <a:custGeom>
              <a:avLst/>
              <a:gdLst/>
              <a:ahLst/>
              <a:cxnLst/>
              <a:rect l="l" t="t" r="r" b="b"/>
              <a:pathLst>
                <a:path w="16019" h="31497" extrusionOk="0">
                  <a:moveTo>
                    <a:pt x="8025" y="4499"/>
                  </a:moveTo>
                  <a:cubicBezTo>
                    <a:pt x="8671" y="4499"/>
                    <a:pt x="9317" y="4742"/>
                    <a:pt x="9818" y="5229"/>
                  </a:cubicBezTo>
                  <a:cubicBezTo>
                    <a:pt x="10183" y="5745"/>
                    <a:pt x="10456" y="6353"/>
                    <a:pt x="10548" y="6991"/>
                  </a:cubicBezTo>
                  <a:cubicBezTo>
                    <a:pt x="10639" y="7691"/>
                    <a:pt x="10700" y="8390"/>
                    <a:pt x="10700" y="9089"/>
                  </a:cubicBezTo>
                  <a:lnTo>
                    <a:pt x="10700" y="22524"/>
                  </a:lnTo>
                  <a:cubicBezTo>
                    <a:pt x="10700" y="23192"/>
                    <a:pt x="10639" y="23861"/>
                    <a:pt x="10517" y="24530"/>
                  </a:cubicBezTo>
                  <a:cubicBezTo>
                    <a:pt x="10426" y="25168"/>
                    <a:pt x="10152" y="25776"/>
                    <a:pt x="9757" y="26262"/>
                  </a:cubicBezTo>
                  <a:cubicBezTo>
                    <a:pt x="9371" y="26731"/>
                    <a:pt x="8809" y="27000"/>
                    <a:pt x="8209" y="27000"/>
                  </a:cubicBezTo>
                  <a:cubicBezTo>
                    <a:pt x="8148" y="27000"/>
                    <a:pt x="8086" y="26997"/>
                    <a:pt x="8025" y="26992"/>
                  </a:cubicBezTo>
                  <a:cubicBezTo>
                    <a:pt x="7963" y="26997"/>
                    <a:pt x="7902" y="27000"/>
                    <a:pt x="7841" y="27000"/>
                  </a:cubicBezTo>
                  <a:cubicBezTo>
                    <a:pt x="7240" y="27000"/>
                    <a:pt x="6679" y="26731"/>
                    <a:pt x="6292" y="26262"/>
                  </a:cubicBezTo>
                  <a:cubicBezTo>
                    <a:pt x="5927" y="25746"/>
                    <a:pt x="5654" y="25168"/>
                    <a:pt x="5532" y="24530"/>
                  </a:cubicBezTo>
                  <a:cubicBezTo>
                    <a:pt x="5411" y="23861"/>
                    <a:pt x="5350" y="23192"/>
                    <a:pt x="5350" y="22524"/>
                  </a:cubicBezTo>
                  <a:lnTo>
                    <a:pt x="5350" y="9089"/>
                  </a:lnTo>
                  <a:cubicBezTo>
                    <a:pt x="5320" y="8390"/>
                    <a:pt x="5380" y="7691"/>
                    <a:pt x="5502" y="6991"/>
                  </a:cubicBezTo>
                  <a:cubicBezTo>
                    <a:pt x="5593" y="6353"/>
                    <a:pt x="5867" y="5745"/>
                    <a:pt x="6231" y="5229"/>
                  </a:cubicBezTo>
                  <a:cubicBezTo>
                    <a:pt x="6733" y="4742"/>
                    <a:pt x="7379" y="4499"/>
                    <a:pt x="8025" y="4499"/>
                  </a:cubicBezTo>
                  <a:close/>
                  <a:moveTo>
                    <a:pt x="8025" y="1"/>
                  </a:moveTo>
                  <a:cubicBezTo>
                    <a:pt x="6171" y="1"/>
                    <a:pt x="4651" y="396"/>
                    <a:pt x="3496" y="1156"/>
                  </a:cubicBezTo>
                  <a:cubicBezTo>
                    <a:pt x="2310" y="1885"/>
                    <a:pt x="1398" y="3010"/>
                    <a:pt x="882" y="4317"/>
                  </a:cubicBezTo>
                  <a:cubicBezTo>
                    <a:pt x="274" y="5806"/>
                    <a:pt x="0" y="7387"/>
                    <a:pt x="31" y="9028"/>
                  </a:cubicBezTo>
                  <a:lnTo>
                    <a:pt x="31" y="22584"/>
                  </a:lnTo>
                  <a:cubicBezTo>
                    <a:pt x="0" y="24165"/>
                    <a:pt x="304" y="25746"/>
                    <a:pt x="912" y="27205"/>
                  </a:cubicBezTo>
                  <a:cubicBezTo>
                    <a:pt x="1459" y="28512"/>
                    <a:pt x="2402" y="29606"/>
                    <a:pt x="3587" y="30366"/>
                  </a:cubicBezTo>
                  <a:cubicBezTo>
                    <a:pt x="4835" y="31103"/>
                    <a:pt x="6241" y="31496"/>
                    <a:pt x="7708" y="31496"/>
                  </a:cubicBezTo>
                  <a:cubicBezTo>
                    <a:pt x="7813" y="31496"/>
                    <a:pt x="7919" y="31494"/>
                    <a:pt x="8025" y="31490"/>
                  </a:cubicBezTo>
                  <a:cubicBezTo>
                    <a:pt x="8129" y="31494"/>
                    <a:pt x="8232" y="31496"/>
                    <a:pt x="8336" y="31496"/>
                  </a:cubicBezTo>
                  <a:cubicBezTo>
                    <a:pt x="9778" y="31496"/>
                    <a:pt x="11184" y="31103"/>
                    <a:pt x="12432" y="30366"/>
                  </a:cubicBezTo>
                  <a:cubicBezTo>
                    <a:pt x="13618" y="29606"/>
                    <a:pt x="14560" y="28512"/>
                    <a:pt x="15107" y="27205"/>
                  </a:cubicBezTo>
                  <a:cubicBezTo>
                    <a:pt x="15715" y="25746"/>
                    <a:pt x="16019" y="24195"/>
                    <a:pt x="15988" y="22615"/>
                  </a:cubicBezTo>
                  <a:lnTo>
                    <a:pt x="15988" y="9028"/>
                  </a:lnTo>
                  <a:cubicBezTo>
                    <a:pt x="16019" y="7387"/>
                    <a:pt x="15745" y="5806"/>
                    <a:pt x="15137" y="4317"/>
                  </a:cubicBezTo>
                  <a:cubicBezTo>
                    <a:pt x="14621" y="3010"/>
                    <a:pt x="13709" y="1885"/>
                    <a:pt x="12523" y="1156"/>
                  </a:cubicBezTo>
                  <a:cubicBezTo>
                    <a:pt x="11368" y="396"/>
                    <a:pt x="9848" y="1"/>
                    <a:pt x="8025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179;p52">
              <a:extLst>
                <a:ext uri="{FF2B5EF4-FFF2-40B4-BE49-F238E27FC236}">
                  <a16:creationId xmlns:a16="http://schemas.microsoft.com/office/drawing/2014/main" id="{195C0A7D-08BE-1C1D-DD0C-43A3172FFCA7}"/>
                </a:ext>
              </a:extLst>
            </p:cNvPr>
            <p:cNvSpPr/>
            <p:nvPr/>
          </p:nvSpPr>
          <p:spPr>
            <a:xfrm>
              <a:off x="4264472" y="1434926"/>
              <a:ext cx="451043" cy="875461"/>
            </a:xfrm>
            <a:custGeom>
              <a:avLst/>
              <a:gdLst/>
              <a:ahLst/>
              <a:cxnLst/>
              <a:rect l="l" t="t" r="r" b="b"/>
              <a:pathLst>
                <a:path w="16415" h="31861" extrusionOk="0">
                  <a:moveTo>
                    <a:pt x="8024" y="4854"/>
                  </a:moveTo>
                  <a:cubicBezTo>
                    <a:pt x="8085" y="4854"/>
                    <a:pt x="8146" y="4857"/>
                    <a:pt x="8208" y="4863"/>
                  </a:cubicBezTo>
                  <a:lnTo>
                    <a:pt x="8208" y="4894"/>
                  </a:lnTo>
                  <a:cubicBezTo>
                    <a:pt x="8292" y="4881"/>
                    <a:pt x="8377" y="4875"/>
                    <a:pt x="8462" y="4875"/>
                  </a:cubicBezTo>
                  <a:cubicBezTo>
                    <a:pt x="8988" y="4875"/>
                    <a:pt x="9509" y="5113"/>
                    <a:pt x="9849" y="5532"/>
                  </a:cubicBezTo>
                  <a:cubicBezTo>
                    <a:pt x="10214" y="6018"/>
                    <a:pt x="10457" y="6596"/>
                    <a:pt x="10548" y="7204"/>
                  </a:cubicBezTo>
                  <a:cubicBezTo>
                    <a:pt x="10670" y="7873"/>
                    <a:pt x="10731" y="8572"/>
                    <a:pt x="10731" y="9271"/>
                  </a:cubicBezTo>
                  <a:lnTo>
                    <a:pt x="10731" y="22706"/>
                  </a:lnTo>
                  <a:cubicBezTo>
                    <a:pt x="10731" y="23374"/>
                    <a:pt x="10639" y="24013"/>
                    <a:pt x="10548" y="24681"/>
                  </a:cubicBezTo>
                  <a:cubicBezTo>
                    <a:pt x="10427" y="25259"/>
                    <a:pt x="10183" y="25836"/>
                    <a:pt x="9819" y="26323"/>
                  </a:cubicBezTo>
                  <a:cubicBezTo>
                    <a:pt x="9464" y="26732"/>
                    <a:pt x="8937" y="26970"/>
                    <a:pt x="8415" y="26970"/>
                  </a:cubicBezTo>
                  <a:cubicBezTo>
                    <a:pt x="8356" y="26970"/>
                    <a:pt x="8297" y="26967"/>
                    <a:pt x="8238" y="26961"/>
                  </a:cubicBezTo>
                  <a:cubicBezTo>
                    <a:pt x="8176" y="26967"/>
                    <a:pt x="8115" y="26970"/>
                    <a:pt x="8054" y="26970"/>
                  </a:cubicBezTo>
                  <a:cubicBezTo>
                    <a:pt x="7515" y="26970"/>
                    <a:pt x="7013" y="26732"/>
                    <a:pt x="6658" y="26323"/>
                  </a:cubicBezTo>
                  <a:cubicBezTo>
                    <a:pt x="6293" y="25836"/>
                    <a:pt x="6019" y="25259"/>
                    <a:pt x="5898" y="24681"/>
                  </a:cubicBezTo>
                  <a:cubicBezTo>
                    <a:pt x="5776" y="24013"/>
                    <a:pt x="5715" y="23374"/>
                    <a:pt x="5715" y="22706"/>
                  </a:cubicBezTo>
                  <a:lnTo>
                    <a:pt x="5715" y="9271"/>
                  </a:lnTo>
                  <a:cubicBezTo>
                    <a:pt x="5715" y="8572"/>
                    <a:pt x="5746" y="7873"/>
                    <a:pt x="5867" y="7204"/>
                  </a:cubicBezTo>
                  <a:cubicBezTo>
                    <a:pt x="5958" y="6596"/>
                    <a:pt x="6202" y="6018"/>
                    <a:pt x="6566" y="5532"/>
                  </a:cubicBezTo>
                  <a:cubicBezTo>
                    <a:pt x="6949" y="5095"/>
                    <a:pt x="7479" y="4854"/>
                    <a:pt x="8024" y="4854"/>
                  </a:cubicBezTo>
                  <a:close/>
                  <a:moveTo>
                    <a:pt x="8193" y="4491"/>
                  </a:moveTo>
                  <a:cubicBezTo>
                    <a:pt x="7493" y="4491"/>
                    <a:pt x="6794" y="4757"/>
                    <a:pt x="6262" y="5289"/>
                  </a:cubicBezTo>
                  <a:cubicBezTo>
                    <a:pt x="5867" y="5836"/>
                    <a:pt x="5594" y="6474"/>
                    <a:pt x="5503" y="7143"/>
                  </a:cubicBezTo>
                  <a:cubicBezTo>
                    <a:pt x="5381" y="7842"/>
                    <a:pt x="5320" y="8572"/>
                    <a:pt x="5320" y="9271"/>
                  </a:cubicBezTo>
                  <a:lnTo>
                    <a:pt x="5320" y="22706"/>
                  </a:lnTo>
                  <a:cubicBezTo>
                    <a:pt x="5320" y="23374"/>
                    <a:pt x="5411" y="24073"/>
                    <a:pt x="5533" y="24742"/>
                  </a:cubicBezTo>
                  <a:cubicBezTo>
                    <a:pt x="5654" y="25411"/>
                    <a:pt x="5928" y="26019"/>
                    <a:pt x="6354" y="26566"/>
                  </a:cubicBezTo>
                  <a:cubicBezTo>
                    <a:pt x="6787" y="27086"/>
                    <a:pt x="7439" y="27358"/>
                    <a:pt x="8103" y="27358"/>
                  </a:cubicBezTo>
                  <a:cubicBezTo>
                    <a:pt x="8138" y="27358"/>
                    <a:pt x="8173" y="27358"/>
                    <a:pt x="8208" y="27356"/>
                  </a:cubicBezTo>
                  <a:cubicBezTo>
                    <a:pt x="8243" y="27358"/>
                    <a:pt x="8278" y="27358"/>
                    <a:pt x="8313" y="27358"/>
                  </a:cubicBezTo>
                  <a:cubicBezTo>
                    <a:pt x="8976" y="27358"/>
                    <a:pt x="9629" y="27086"/>
                    <a:pt x="10062" y="26566"/>
                  </a:cubicBezTo>
                  <a:cubicBezTo>
                    <a:pt x="10487" y="26049"/>
                    <a:pt x="10731" y="25411"/>
                    <a:pt x="10852" y="24742"/>
                  </a:cubicBezTo>
                  <a:cubicBezTo>
                    <a:pt x="10974" y="24073"/>
                    <a:pt x="11035" y="23405"/>
                    <a:pt x="11035" y="22706"/>
                  </a:cubicBezTo>
                  <a:lnTo>
                    <a:pt x="11035" y="9271"/>
                  </a:lnTo>
                  <a:cubicBezTo>
                    <a:pt x="11065" y="8572"/>
                    <a:pt x="11004" y="7842"/>
                    <a:pt x="10883" y="7143"/>
                  </a:cubicBezTo>
                  <a:cubicBezTo>
                    <a:pt x="10791" y="6474"/>
                    <a:pt x="10518" y="5836"/>
                    <a:pt x="10123" y="5289"/>
                  </a:cubicBezTo>
                  <a:cubicBezTo>
                    <a:pt x="9591" y="4757"/>
                    <a:pt x="8892" y="4491"/>
                    <a:pt x="8193" y="4491"/>
                  </a:cubicBezTo>
                  <a:close/>
                  <a:moveTo>
                    <a:pt x="8208" y="365"/>
                  </a:moveTo>
                  <a:cubicBezTo>
                    <a:pt x="10001" y="365"/>
                    <a:pt x="11490" y="760"/>
                    <a:pt x="12615" y="1490"/>
                  </a:cubicBezTo>
                  <a:cubicBezTo>
                    <a:pt x="13770" y="2219"/>
                    <a:pt x="14652" y="3283"/>
                    <a:pt x="15168" y="4559"/>
                  </a:cubicBezTo>
                  <a:cubicBezTo>
                    <a:pt x="15746" y="6018"/>
                    <a:pt x="16019" y="7599"/>
                    <a:pt x="15989" y="9210"/>
                  </a:cubicBezTo>
                  <a:lnTo>
                    <a:pt x="15989" y="22797"/>
                  </a:lnTo>
                  <a:cubicBezTo>
                    <a:pt x="16019" y="24347"/>
                    <a:pt x="15746" y="25897"/>
                    <a:pt x="15138" y="27356"/>
                  </a:cubicBezTo>
                  <a:cubicBezTo>
                    <a:pt x="14591" y="28572"/>
                    <a:pt x="13679" y="29636"/>
                    <a:pt x="12554" y="30396"/>
                  </a:cubicBezTo>
                  <a:cubicBezTo>
                    <a:pt x="11202" y="31125"/>
                    <a:pt x="9705" y="31490"/>
                    <a:pt x="8208" y="31490"/>
                  </a:cubicBezTo>
                  <a:cubicBezTo>
                    <a:pt x="6711" y="31490"/>
                    <a:pt x="5214" y="31125"/>
                    <a:pt x="3861" y="30396"/>
                  </a:cubicBezTo>
                  <a:cubicBezTo>
                    <a:pt x="2706" y="29636"/>
                    <a:pt x="1825" y="28572"/>
                    <a:pt x="1278" y="27356"/>
                  </a:cubicBezTo>
                  <a:cubicBezTo>
                    <a:pt x="670" y="25897"/>
                    <a:pt x="366" y="24347"/>
                    <a:pt x="396" y="22797"/>
                  </a:cubicBezTo>
                  <a:lnTo>
                    <a:pt x="396" y="9210"/>
                  </a:lnTo>
                  <a:cubicBezTo>
                    <a:pt x="366" y="7599"/>
                    <a:pt x="670" y="6018"/>
                    <a:pt x="1247" y="4559"/>
                  </a:cubicBezTo>
                  <a:cubicBezTo>
                    <a:pt x="1764" y="3283"/>
                    <a:pt x="2645" y="2219"/>
                    <a:pt x="3770" y="1490"/>
                  </a:cubicBezTo>
                  <a:cubicBezTo>
                    <a:pt x="4925" y="760"/>
                    <a:pt x="6414" y="365"/>
                    <a:pt x="8208" y="365"/>
                  </a:cubicBezTo>
                  <a:close/>
                  <a:moveTo>
                    <a:pt x="8208" y="0"/>
                  </a:moveTo>
                  <a:cubicBezTo>
                    <a:pt x="6323" y="0"/>
                    <a:pt x="4773" y="395"/>
                    <a:pt x="3557" y="1155"/>
                  </a:cubicBezTo>
                  <a:cubicBezTo>
                    <a:pt x="2372" y="1945"/>
                    <a:pt x="1429" y="3070"/>
                    <a:pt x="882" y="4407"/>
                  </a:cubicBezTo>
                  <a:cubicBezTo>
                    <a:pt x="274" y="5927"/>
                    <a:pt x="1" y="7569"/>
                    <a:pt x="31" y="9210"/>
                  </a:cubicBezTo>
                  <a:lnTo>
                    <a:pt x="31" y="22797"/>
                  </a:lnTo>
                  <a:cubicBezTo>
                    <a:pt x="1" y="24408"/>
                    <a:pt x="305" y="25988"/>
                    <a:pt x="913" y="27478"/>
                  </a:cubicBezTo>
                  <a:cubicBezTo>
                    <a:pt x="1490" y="28785"/>
                    <a:pt x="2433" y="29909"/>
                    <a:pt x="3648" y="30700"/>
                  </a:cubicBezTo>
                  <a:cubicBezTo>
                    <a:pt x="4925" y="31466"/>
                    <a:pt x="6386" y="31861"/>
                    <a:pt x="7885" y="31861"/>
                  </a:cubicBezTo>
                  <a:cubicBezTo>
                    <a:pt x="7993" y="31861"/>
                    <a:pt x="8100" y="31859"/>
                    <a:pt x="8208" y="31855"/>
                  </a:cubicBezTo>
                  <a:cubicBezTo>
                    <a:pt x="8313" y="31859"/>
                    <a:pt x="8419" y="31861"/>
                    <a:pt x="8524" y="31861"/>
                  </a:cubicBezTo>
                  <a:cubicBezTo>
                    <a:pt x="9999" y="31861"/>
                    <a:pt x="11462" y="31466"/>
                    <a:pt x="12767" y="30700"/>
                  </a:cubicBezTo>
                  <a:cubicBezTo>
                    <a:pt x="13953" y="29909"/>
                    <a:pt x="14895" y="28785"/>
                    <a:pt x="15472" y="27478"/>
                  </a:cubicBezTo>
                  <a:cubicBezTo>
                    <a:pt x="16080" y="25988"/>
                    <a:pt x="16415" y="24377"/>
                    <a:pt x="16354" y="22797"/>
                  </a:cubicBezTo>
                  <a:lnTo>
                    <a:pt x="16354" y="9210"/>
                  </a:lnTo>
                  <a:cubicBezTo>
                    <a:pt x="16415" y="7569"/>
                    <a:pt x="16111" y="5927"/>
                    <a:pt x="15503" y="4407"/>
                  </a:cubicBezTo>
                  <a:cubicBezTo>
                    <a:pt x="14956" y="3070"/>
                    <a:pt x="14013" y="1945"/>
                    <a:pt x="12828" y="1155"/>
                  </a:cubicBezTo>
                  <a:cubicBezTo>
                    <a:pt x="11612" y="365"/>
                    <a:pt x="10062" y="0"/>
                    <a:pt x="8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180;p52">
              <a:extLst>
                <a:ext uri="{FF2B5EF4-FFF2-40B4-BE49-F238E27FC236}">
                  <a16:creationId xmlns:a16="http://schemas.microsoft.com/office/drawing/2014/main" id="{BDFCAFE0-5714-F95D-476C-B06AA27EF534}"/>
                </a:ext>
              </a:extLst>
            </p:cNvPr>
            <p:cNvSpPr/>
            <p:nvPr/>
          </p:nvSpPr>
          <p:spPr>
            <a:xfrm>
              <a:off x="4800668" y="1450780"/>
              <a:ext cx="472750" cy="842735"/>
            </a:xfrm>
            <a:custGeom>
              <a:avLst/>
              <a:gdLst/>
              <a:ahLst/>
              <a:cxnLst/>
              <a:rect l="l" t="t" r="r" b="b"/>
              <a:pathLst>
                <a:path w="17205" h="30670" extrusionOk="0">
                  <a:moveTo>
                    <a:pt x="9180" y="5624"/>
                  </a:moveTo>
                  <a:lnTo>
                    <a:pt x="9180" y="18937"/>
                  </a:lnTo>
                  <a:lnTo>
                    <a:pt x="4408" y="18937"/>
                  </a:lnTo>
                  <a:lnTo>
                    <a:pt x="9180" y="5624"/>
                  </a:lnTo>
                  <a:close/>
                  <a:moveTo>
                    <a:pt x="7995" y="1"/>
                  </a:moveTo>
                  <a:lnTo>
                    <a:pt x="1" y="18664"/>
                  </a:lnTo>
                  <a:lnTo>
                    <a:pt x="1" y="23101"/>
                  </a:lnTo>
                  <a:lnTo>
                    <a:pt x="9180" y="23101"/>
                  </a:lnTo>
                  <a:lnTo>
                    <a:pt x="9180" y="30639"/>
                  </a:lnTo>
                  <a:lnTo>
                    <a:pt x="14074" y="30670"/>
                  </a:lnTo>
                  <a:lnTo>
                    <a:pt x="14074" y="23132"/>
                  </a:lnTo>
                  <a:lnTo>
                    <a:pt x="17205" y="23132"/>
                  </a:lnTo>
                  <a:lnTo>
                    <a:pt x="17205" y="18937"/>
                  </a:lnTo>
                  <a:lnTo>
                    <a:pt x="14074" y="18937"/>
                  </a:lnTo>
                  <a:lnTo>
                    <a:pt x="14074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181;p52">
              <a:extLst>
                <a:ext uri="{FF2B5EF4-FFF2-40B4-BE49-F238E27FC236}">
                  <a16:creationId xmlns:a16="http://schemas.microsoft.com/office/drawing/2014/main" id="{9BE25D54-8C9D-FF77-4680-1E53C1BBD2D6}"/>
                </a:ext>
              </a:extLst>
            </p:cNvPr>
            <p:cNvSpPr/>
            <p:nvPr/>
          </p:nvSpPr>
          <p:spPr>
            <a:xfrm>
              <a:off x="4795667" y="1444927"/>
              <a:ext cx="482780" cy="852764"/>
            </a:xfrm>
            <a:custGeom>
              <a:avLst/>
              <a:gdLst/>
              <a:ahLst/>
              <a:cxnLst/>
              <a:rect l="l" t="t" r="r" b="b"/>
              <a:pathLst>
                <a:path w="17570" h="31035" extrusionOk="0">
                  <a:moveTo>
                    <a:pt x="9150" y="6931"/>
                  </a:moveTo>
                  <a:lnTo>
                    <a:pt x="9150" y="18968"/>
                  </a:lnTo>
                  <a:lnTo>
                    <a:pt x="4864" y="18968"/>
                  </a:lnTo>
                  <a:lnTo>
                    <a:pt x="9150" y="6931"/>
                  </a:lnTo>
                  <a:close/>
                  <a:moveTo>
                    <a:pt x="9545" y="4743"/>
                  </a:moveTo>
                  <a:lnTo>
                    <a:pt x="4317" y="19363"/>
                  </a:lnTo>
                  <a:lnTo>
                    <a:pt x="9545" y="19363"/>
                  </a:lnTo>
                  <a:lnTo>
                    <a:pt x="9545" y="4743"/>
                  </a:lnTo>
                  <a:close/>
                  <a:moveTo>
                    <a:pt x="14074" y="366"/>
                  </a:moveTo>
                  <a:lnTo>
                    <a:pt x="14074" y="19332"/>
                  </a:lnTo>
                  <a:lnTo>
                    <a:pt x="17205" y="19332"/>
                  </a:lnTo>
                  <a:lnTo>
                    <a:pt x="17205" y="23132"/>
                  </a:lnTo>
                  <a:lnTo>
                    <a:pt x="14074" y="23132"/>
                  </a:lnTo>
                  <a:lnTo>
                    <a:pt x="14074" y="30670"/>
                  </a:lnTo>
                  <a:lnTo>
                    <a:pt x="9545" y="30670"/>
                  </a:lnTo>
                  <a:lnTo>
                    <a:pt x="9514" y="23132"/>
                  </a:lnTo>
                  <a:lnTo>
                    <a:pt x="365" y="23132"/>
                  </a:lnTo>
                  <a:lnTo>
                    <a:pt x="365" y="18907"/>
                  </a:lnTo>
                  <a:lnTo>
                    <a:pt x="8299" y="366"/>
                  </a:lnTo>
                  <a:close/>
                  <a:moveTo>
                    <a:pt x="8025" y="1"/>
                  </a:moveTo>
                  <a:lnTo>
                    <a:pt x="1" y="18785"/>
                  </a:lnTo>
                  <a:lnTo>
                    <a:pt x="1" y="23527"/>
                  </a:lnTo>
                  <a:lnTo>
                    <a:pt x="9150" y="23527"/>
                  </a:lnTo>
                  <a:lnTo>
                    <a:pt x="9150" y="31035"/>
                  </a:lnTo>
                  <a:lnTo>
                    <a:pt x="14469" y="31035"/>
                  </a:lnTo>
                  <a:lnTo>
                    <a:pt x="14439" y="23527"/>
                  </a:lnTo>
                  <a:lnTo>
                    <a:pt x="17569" y="23527"/>
                  </a:lnTo>
                  <a:lnTo>
                    <a:pt x="17569" y="18968"/>
                  </a:lnTo>
                  <a:lnTo>
                    <a:pt x="14439" y="18968"/>
                  </a:lnTo>
                  <a:lnTo>
                    <a:pt x="144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182;p52">
              <a:extLst>
                <a:ext uri="{FF2B5EF4-FFF2-40B4-BE49-F238E27FC236}">
                  <a16:creationId xmlns:a16="http://schemas.microsoft.com/office/drawing/2014/main" id="{27FC627D-9F8B-926A-9887-AFC3F0206E6C}"/>
                </a:ext>
              </a:extLst>
            </p:cNvPr>
            <p:cNvSpPr/>
            <p:nvPr/>
          </p:nvSpPr>
          <p:spPr>
            <a:xfrm>
              <a:off x="6825210" y="1312981"/>
              <a:ext cx="10029" cy="239714"/>
            </a:xfrm>
            <a:custGeom>
              <a:avLst/>
              <a:gdLst/>
              <a:ahLst/>
              <a:cxnLst/>
              <a:rect l="l" t="t" r="r" b="b"/>
              <a:pathLst>
                <a:path w="365" h="8724" extrusionOk="0">
                  <a:moveTo>
                    <a:pt x="0" y="0"/>
                  </a:moveTo>
                  <a:lnTo>
                    <a:pt x="0" y="8724"/>
                  </a:lnTo>
                  <a:lnTo>
                    <a:pt x="365" y="8724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183;p52">
              <a:extLst>
                <a:ext uri="{FF2B5EF4-FFF2-40B4-BE49-F238E27FC236}">
                  <a16:creationId xmlns:a16="http://schemas.microsoft.com/office/drawing/2014/main" id="{8F78CA5D-4521-7054-E300-57FADC805226}"/>
                </a:ext>
              </a:extLst>
            </p:cNvPr>
            <p:cNvSpPr/>
            <p:nvPr/>
          </p:nvSpPr>
          <p:spPr>
            <a:xfrm>
              <a:off x="6709942" y="1427397"/>
              <a:ext cx="240566" cy="10881"/>
            </a:xfrm>
            <a:custGeom>
              <a:avLst/>
              <a:gdLst/>
              <a:ahLst/>
              <a:cxnLst/>
              <a:rect l="l" t="t" r="r" b="b"/>
              <a:pathLst>
                <a:path w="8755" h="396" extrusionOk="0">
                  <a:moveTo>
                    <a:pt x="1" y="1"/>
                  </a:moveTo>
                  <a:lnTo>
                    <a:pt x="1" y="396"/>
                  </a:lnTo>
                  <a:lnTo>
                    <a:pt x="8754" y="396"/>
                  </a:lnTo>
                  <a:lnTo>
                    <a:pt x="87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184;p52">
              <a:extLst>
                <a:ext uri="{FF2B5EF4-FFF2-40B4-BE49-F238E27FC236}">
                  <a16:creationId xmlns:a16="http://schemas.microsoft.com/office/drawing/2014/main" id="{8F2843A9-FF6C-B0C7-AC8E-A8B637B1C000}"/>
                </a:ext>
              </a:extLst>
            </p:cNvPr>
            <p:cNvSpPr/>
            <p:nvPr/>
          </p:nvSpPr>
          <p:spPr>
            <a:xfrm>
              <a:off x="2676767" y="3386762"/>
              <a:ext cx="10881" cy="239741"/>
            </a:xfrm>
            <a:custGeom>
              <a:avLst/>
              <a:gdLst/>
              <a:ahLst/>
              <a:cxnLst/>
              <a:rect l="l" t="t" r="r" b="b"/>
              <a:pathLst>
                <a:path w="396" h="8725" extrusionOk="0">
                  <a:moveTo>
                    <a:pt x="1" y="1"/>
                  </a:moveTo>
                  <a:lnTo>
                    <a:pt x="1" y="8724"/>
                  </a:lnTo>
                  <a:lnTo>
                    <a:pt x="396" y="8724"/>
                  </a:lnTo>
                  <a:lnTo>
                    <a:pt x="39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185;p52">
              <a:extLst>
                <a:ext uri="{FF2B5EF4-FFF2-40B4-BE49-F238E27FC236}">
                  <a16:creationId xmlns:a16="http://schemas.microsoft.com/office/drawing/2014/main" id="{FF94FF75-3468-6F4C-5CD3-29434E3B455A}"/>
                </a:ext>
              </a:extLst>
            </p:cNvPr>
            <p:cNvSpPr/>
            <p:nvPr/>
          </p:nvSpPr>
          <p:spPr>
            <a:xfrm>
              <a:off x="2562351" y="3501179"/>
              <a:ext cx="239741" cy="10881"/>
            </a:xfrm>
            <a:custGeom>
              <a:avLst/>
              <a:gdLst/>
              <a:ahLst/>
              <a:cxnLst/>
              <a:rect l="l" t="t" r="r" b="b"/>
              <a:pathLst>
                <a:path w="8725" h="396" extrusionOk="0">
                  <a:moveTo>
                    <a:pt x="0" y="1"/>
                  </a:moveTo>
                  <a:lnTo>
                    <a:pt x="0" y="396"/>
                  </a:lnTo>
                  <a:lnTo>
                    <a:pt x="8724" y="396"/>
                  </a:lnTo>
                  <a:lnTo>
                    <a:pt x="8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186;p52">
              <a:extLst>
                <a:ext uri="{FF2B5EF4-FFF2-40B4-BE49-F238E27FC236}">
                  <a16:creationId xmlns:a16="http://schemas.microsoft.com/office/drawing/2014/main" id="{361EA352-E76A-1941-1EA2-BA53BB262F3F}"/>
                </a:ext>
              </a:extLst>
            </p:cNvPr>
            <p:cNvSpPr/>
            <p:nvPr/>
          </p:nvSpPr>
          <p:spPr>
            <a:xfrm>
              <a:off x="4910935" y="3395940"/>
              <a:ext cx="10881" cy="239741"/>
            </a:xfrm>
            <a:custGeom>
              <a:avLst/>
              <a:gdLst/>
              <a:ahLst/>
              <a:cxnLst/>
              <a:rect l="l" t="t" r="r" b="b"/>
              <a:pathLst>
                <a:path w="396" h="8725" extrusionOk="0">
                  <a:moveTo>
                    <a:pt x="0" y="1"/>
                  </a:moveTo>
                  <a:lnTo>
                    <a:pt x="0" y="8724"/>
                  </a:lnTo>
                  <a:lnTo>
                    <a:pt x="395" y="8724"/>
                  </a:lnTo>
                  <a:lnTo>
                    <a:pt x="3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187;p52">
              <a:extLst>
                <a:ext uri="{FF2B5EF4-FFF2-40B4-BE49-F238E27FC236}">
                  <a16:creationId xmlns:a16="http://schemas.microsoft.com/office/drawing/2014/main" id="{2A009D27-DF37-DAA9-535D-A5F48399B3CE}"/>
                </a:ext>
              </a:extLst>
            </p:cNvPr>
            <p:cNvSpPr/>
            <p:nvPr/>
          </p:nvSpPr>
          <p:spPr>
            <a:xfrm>
              <a:off x="4796492" y="3510384"/>
              <a:ext cx="239741" cy="10881"/>
            </a:xfrm>
            <a:custGeom>
              <a:avLst/>
              <a:gdLst/>
              <a:ahLst/>
              <a:cxnLst/>
              <a:rect l="l" t="t" r="r" b="b"/>
              <a:pathLst>
                <a:path w="8725" h="396" extrusionOk="0">
                  <a:moveTo>
                    <a:pt x="1" y="0"/>
                  </a:moveTo>
                  <a:lnTo>
                    <a:pt x="1" y="395"/>
                  </a:lnTo>
                  <a:lnTo>
                    <a:pt x="8725" y="395"/>
                  </a:lnTo>
                  <a:lnTo>
                    <a:pt x="87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188;p52">
              <a:extLst>
                <a:ext uri="{FF2B5EF4-FFF2-40B4-BE49-F238E27FC236}">
                  <a16:creationId xmlns:a16="http://schemas.microsoft.com/office/drawing/2014/main" id="{0161792C-5A0E-CDAA-226A-7B6E50E5360C}"/>
                </a:ext>
              </a:extLst>
            </p:cNvPr>
            <p:cNvSpPr/>
            <p:nvPr/>
          </p:nvSpPr>
          <p:spPr>
            <a:xfrm>
              <a:off x="4354681" y="822727"/>
              <a:ext cx="10881" cy="239714"/>
            </a:xfrm>
            <a:custGeom>
              <a:avLst/>
              <a:gdLst/>
              <a:ahLst/>
              <a:cxnLst/>
              <a:rect l="l" t="t" r="r" b="b"/>
              <a:pathLst>
                <a:path w="396" h="8724" extrusionOk="0">
                  <a:moveTo>
                    <a:pt x="1" y="0"/>
                  </a:moveTo>
                  <a:lnTo>
                    <a:pt x="1" y="8724"/>
                  </a:lnTo>
                  <a:lnTo>
                    <a:pt x="396" y="8724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189;p52">
              <a:extLst>
                <a:ext uri="{FF2B5EF4-FFF2-40B4-BE49-F238E27FC236}">
                  <a16:creationId xmlns:a16="http://schemas.microsoft.com/office/drawing/2014/main" id="{1B6F4742-494C-94CB-C0D5-4D7BFC5890BD}"/>
                </a:ext>
              </a:extLst>
            </p:cNvPr>
            <p:cNvSpPr/>
            <p:nvPr/>
          </p:nvSpPr>
          <p:spPr>
            <a:xfrm>
              <a:off x="4240265" y="937143"/>
              <a:ext cx="239714" cy="10881"/>
            </a:xfrm>
            <a:custGeom>
              <a:avLst/>
              <a:gdLst/>
              <a:ahLst/>
              <a:cxnLst/>
              <a:rect l="l" t="t" r="r" b="b"/>
              <a:pathLst>
                <a:path w="8724" h="396" extrusionOk="0">
                  <a:moveTo>
                    <a:pt x="0" y="0"/>
                  </a:moveTo>
                  <a:lnTo>
                    <a:pt x="0" y="396"/>
                  </a:lnTo>
                  <a:lnTo>
                    <a:pt x="8724" y="396"/>
                  </a:lnTo>
                  <a:lnTo>
                    <a:pt x="8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190;p52">
              <a:extLst>
                <a:ext uri="{FF2B5EF4-FFF2-40B4-BE49-F238E27FC236}">
                  <a16:creationId xmlns:a16="http://schemas.microsoft.com/office/drawing/2014/main" id="{AD4C288A-CBD2-623D-E194-1005AE8F8842}"/>
                </a:ext>
              </a:extLst>
            </p:cNvPr>
            <p:cNvSpPr/>
            <p:nvPr/>
          </p:nvSpPr>
          <p:spPr>
            <a:xfrm>
              <a:off x="1262775" y="822727"/>
              <a:ext cx="10881" cy="239714"/>
            </a:xfrm>
            <a:custGeom>
              <a:avLst/>
              <a:gdLst/>
              <a:ahLst/>
              <a:cxnLst/>
              <a:rect l="l" t="t" r="r" b="b"/>
              <a:pathLst>
                <a:path w="396" h="8724" extrusionOk="0">
                  <a:moveTo>
                    <a:pt x="1" y="0"/>
                  </a:moveTo>
                  <a:lnTo>
                    <a:pt x="1" y="8724"/>
                  </a:lnTo>
                  <a:lnTo>
                    <a:pt x="396" y="8724"/>
                  </a:lnTo>
                  <a:lnTo>
                    <a:pt x="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191;p52">
              <a:extLst>
                <a:ext uri="{FF2B5EF4-FFF2-40B4-BE49-F238E27FC236}">
                  <a16:creationId xmlns:a16="http://schemas.microsoft.com/office/drawing/2014/main" id="{C131D254-5E43-320A-54FC-80313F2456E6}"/>
                </a:ext>
              </a:extLst>
            </p:cNvPr>
            <p:cNvSpPr/>
            <p:nvPr/>
          </p:nvSpPr>
          <p:spPr>
            <a:xfrm>
              <a:off x="1148359" y="937143"/>
              <a:ext cx="239741" cy="10881"/>
            </a:xfrm>
            <a:custGeom>
              <a:avLst/>
              <a:gdLst/>
              <a:ahLst/>
              <a:cxnLst/>
              <a:rect l="l" t="t" r="r" b="b"/>
              <a:pathLst>
                <a:path w="8725" h="396" extrusionOk="0">
                  <a:moveTo>
                    <a:pt x="1" y="0"/>
                  </a:moveTo>
                  <a:lnTo>
                    <a:pt x="1" y="396"/>
                  </a:lnTo>
                  <a:lnTo>
                    <a:pt x="8724" y="396"/>
                  </a:lnTo>
                  <a:lnTo>
                    <a:pt x="8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192;p52">
              <a:extLst>
                <a:ext uri="{FF2B5EF4-FFF2-40B4-BE49-F238E27FC236}">
                  <a16:creationId xmlns:a16="http://schemas.microsoft.com/office/drawing/2014/main" id="{B299A5C6-B569-22C2-2E12-CF551DBE73EE}"/>
                </a:ext>
              </a:extLst>
            </p:cNvPr>
            <p:cNvSpPr/>
            <p:nvPr/>
          </p:nvSpPr>
          <p:spPr>
            <a:xfrm>
              <a:off x="5961592" y="560179"/>
              <a:ext cx="167091" cy="142306"/>
            </a:xfrm>
            <a:custGeom>
              <a:avLst/>
              <a:gdLst/>
              <a:ahLst/>
              <a:cxnLst/>
              <a:rect l="l" t="t" r="r" b="b"/>
              <a:pathLst>
                <a:path w="6081" h="5179" extrusionOk="0">
                  <a:moveTo>
                    <a:pt x="3466" y="376"/>
                  </a:moveTo>
                  <a:cubicBezTo>
                    <a:pt x="4712" y="376"/>
                    <a:pt x="5685" y="1379"/>
                    <a:pt x="5685" y="2595"/>
                  </a:cubicBezTo>
                  <a:cubicBezTo>
                    <a:pt x="5685" y="3927"/>
                    <a:pt x="4606" y="4804"/>
                    <a:pt x="3475" y="4804"/>
                  </a:cubicBezTo>
                  <a:cubicBezTo>
                    <a:pt x="2929" y="4804"/>
                    <a:pt x="2371" y="4600"/>
                    <a:pt x="1916" y="4145"/>
                  </a:cubicBezTo>
                  <a:cubicBezTo>
                    <a:pt x="518" y="2747"/>
                    <a:pt x="1521" y="376"/>
                    <a:pt x="3466" y="376"/>
                  </a:cubicBezTo>
                  <a:close/>
                  <a:moveTo>
                    <a:pt x="3469" y="0"/>
                  </a:moveTo>
                  <a:cubicBezTo>
                    <a:pt x="2829" y="0"/>
                    <a:pt x="2175" y="238"/>
                    <a:pt x="1642" y="771"/>
                  </a:cubicBezTo>
                  <a:cubicBezTo>
                    <a:pt x="1" y="2382"/>
                    <a:pt x="1156" y="5178"/>
                    <a:pt x="3466" y="5178"/>
                  </a:cubicBezTo>
                  <a:cubicBezTo>
                    <a:pt x="4895" y="5178"/>
                    <a:pt x="6080" y="4023"/>
                    <a:pt x="6080" y="2595"/>
                  </a:cubicBezTo>
                  <a:cubicBezTo>
                    <a:pt x="6080" y="1034"/>
                    <a:pt x="4804" y="0"/>
                    <a:pt x="3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193;p52">
              <a:extLst>
                <a:ext uri="{FF2B5EF4-FFF2-40B4-BE49-F238E27FC236}">
                  <a16:creationId xmlns:a16="http://schemas.microsoft.com/office/drawing/2014/main" id="{ECC83922-7FDD-D003-7528-912894EBDE02}"/>
                </a:ext>
              </a:extLst>
            </p:cNvPr>
            <p:cNvSpPr/>
            <p:nvPr/>
          </p:nvSpPr>
          <p:spPr>
            <a:xfrm>
              <a:off x="7535943" y="890074"/>
              <a:ext cx="167063" cy="142306"/>
            </a:xfrm>
            <a:custGeom>
              <a:avLst/>
              <a:gdLst/>
              <a:ahLst/>
              <a:cxnLst/>
              <a:rect l="l" t="t" r="r" b="b"/>
              <a:pathLst>
                <a:path w="6080" h="5179" extrusionOk="0">
                  <a:moveTo>
                    <a:pt x="3466" y="376"/>
                  </a:moveTo>
                  <a:cubicBezTo>
                    <a:pt x="4712" y="376"/>
                    <a:pt x="5685" y="1379"/>
                    <a:pt x="5685" y="2595"/>
                  </a:cubicBezTo>
                  <a:cubicBezTo>
                    <a:pt x="5685" y="3928"/>
                    <a:pt x="4606" y="4804"/>
                    <a:pt x="3475" y="4804"/>
                  </a:cubicBezTo>
                  <a:cubicBezTo>
                    <a:pt x="2929" y="4804"/>
                    <a:pt x="2371" y="4600"/>
                    <a:pt x="1916" y="4145"/>
                  </a:cubicBezTo>
                  <a:cubicBezTo>
                    <a:pt x="518" y="2747"/>
                    <a:pt x="1521" y="376"/>
                    <a:pt x="3466" y="376"/>
                  </a:cubicBezTo>
                  <a:close/>
                  <a:moveTo>
                    <a:pt x="3469" y="1"/>
                  </a:moveTo>
                  <a:cubicBezTo>
                    <a:pt x="2829" y="1"/>
                    <a:pt x="2175" y="239"/>
                    <a:pt x="1642" y="771"/>
                  </a:cubicBezTo>
                  <a:cubicBezTo>
                    <a:pt x="1" y="2382"/>
                    <a:pt x="1156" y="5178"/>
                    <a:pt x="3466" y="5178"/>
                  </a:cubicBezTo>
                  <a:cubicBezTo>
                    <a:pt x="4895" y="5178"/>
                    <a:pt x="6080" y="4023"/>
                    <a:pt x="6080" y="2595"/>
                  </a:cubicBezTo>
                  <a:cubicBezTo>
                    <a:pt x="6080" y="1034"/>
                    <a:pt x="4803" y="1"/>
                    <a:pt x="3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194;p52">
              <a:extLst>
                <a:ext uri="{FF2B5EF4-FFF2-40B4-BE49-F238E27FC236}">
                  <a16:creationId xmlns:a16="http://schemas.microsoft.com/office/drawing/2014/main" id="{CDABB91A-5126-1A17-6D13-A89DC08280B7}"/>
                </a:ext>
              </a:extLst>
            </p:cNvPr>
            <p:cNvSpPr/>
            <p:nvPr/>
          </p:nvSpPr>
          <p:spPr>
            <a:xfrm>
              <a:off x="1493284" y="2125078"/>
              <a:ext cx="167091" cy="142553"/>
            </a:xfrm>
            <a:custGeom>
              <a:avLst/>
              <a:gdLst/>
              <a:ahLst/>
              <a:cxnLst/>
              <a:rect l="l" t="t" r="r" b="b"/>
              <a:pathLst>
                <a:path w="6081" h="5188" extrusionOk="0">
                  <a:moveTo>
                    <a:pt x="3466" y="385"/>
                  </a:moveTo>
                  <a:cubicBezTo>
                    <a:pt x="4682" y="385"/>
                    <a:pt x="5685" y="1358"/>
                    <a:pt x="5685" y="2573"/>
                  </a:cubicBezTo>
                  <a:cubicBezTo>
                    <a:pt x="5685" y="3913"/>
                    <a:pt x="4595" y="4806"/>
                    <a:pt x="3457" y="4806"/>
                  </a:cubicBezTo>
                  <a:cubicBezTo>
                    <a:pt x="2917" y="4806"/>
                    <a:pt x="2366" y="4604"/>
                    <a:pt x="1916" y="4154"/>
                  </a:cubicBezTo>
                  <a:cubicBezTo>
                    <a:pt x="518" y="2756"/>
                    <a:pt x="1490" y="385"/>
                    <a:pt x="3466" y="385"/>
                  </a:cubicBezTo>
                  <a:close/>
                  <a:moveTo>
                    <a:pt x="3451" y="0"/>
                  </a:moveTo>
                  <a:cubicBezTo>
                    <a:pt x="2816" y="0"/>
                    <a:pt x="2170" y="232"/>
                    <a:pt x="1642" y="750"/>
                  </a:cubicBezTo>
                  <a:cubicBezTo>
                    <a:pt x="1" y="2391"/>
                    <a:pt x="1156" y="5188"/>
                    <a:pt x="3466" y="5188"/>
                  </a:cubicBezTo>
                  <a:cubicBezTo>
                    <a:pt x="4895" y="5188"/>
                    <a:pt x="6050" y="4032"/>
                    <a:pt x="6080" y="2604"/>
                  </a:cubicBezTo>
                  <a:cubicBezTo>
                    <a:pt x="6080" y="1036"/>
                    <a:pt x="4792" y="0"/>
                    <a:pt x="3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195;p52">
              <a:extLst>
                <a:ext uri="{FF2B5EF4-FFF2-40B4-BE49-F238E27FC236}">
                  <a16:creationId xmlns:a16="http://schemas.microsoft.com/office/drawing/2014/main" id="{337AF8A5-239F-63AE-170D-5CBB383AA721}"/>
                </a:ext>
              </a:extLst>
            </p:cNvPr>
            <p:cNvSpPr/>
            <p:nvPr/>
          </p:nvSpPr>
          <p:spPr>
            <a:xfrm>
              <a:off x="2577381" y="701331"/>
              <a:ext cx="167063" cy="142306"/>
            </a:xfrm>
            <a:custGeom>
              <a:avLst/>
              <a:gdLst/>
              <a:ahLst/>
              <a:cxnLst/>
              <a:rect l="l" t="t" r="r" b="b"/>
              <a:pathLst>
                <a:path w="6080" h="5179" extrusionOk="0">
                  <a:moveTo>
                    <a:pt x="3466" y="376"/>
                  </a:moveTo>
                  <a:cubicBezTo>
                    <a:pt x="4712" y="376"/>
                    <a:pt x="5685" y="1379"/>
                    <a:pt x="5685" y="2594"/>
                  </a:cubicBezTo>
                  <a:cubicBezTo>
                    <a:pt x="5685" y="3934"/>
                    <a:pt x="4594" y="4813"/>
                    <a:pt x="3456" y="4813"/>
                  </a:cubicBezTo>
                  <a:cubicBezTo>
                    <a:pt x="2916" y="4813"/>
                    <a:pt x="2365" y="4615"/>
                    <a:pt x="1915" y="4175"/>
                  </a:cubicBezTo>
                  <a:cubicBezTo>
                    <a:pt x="517" y="2777"/>
                    <a:pt x="1520" y="376"/>
                    <a:pt x="3466" y="376"/>
                  </a:cubicBezTo>
                  <a:close/>
                  <a:moveTo>
                    <a:pt x="3469" y="0"/>
                  </a:moveTo>
                  <a:cubicBezTo>
                    <a:pt x="2828" y="0"/>
                    <a:pt x="2174" y="238"/>
                    <a:pt x="1642" y="771"/>
                  </a:cubicBezTo>
                  <a:cubicBezTo>
                    <a:pt x="1" y="2412"/>
                    <a:pt x="1156" y="5178"/>
                    <a:pt x="3466" y="5178"/>
                  </a:cubicBezTo>
                  <a:cubicBezTo>
                    <a:pt x="4894" y="5178"/>
                    <a:pt x="6080" y="4023"/>
                    <a:pt x="6080" y="2594"/>
                  </a:cubicBezTo>
                  <a:cubicBezTo>
                    <a:pt x="6080" y="1034"/>
                    <a:pt x="4803" y="0"/>
                    <a:pt x="3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196;p52">
              <a:extLst>
                <a:ext uri="{FF2B5EF4-FFF2-40B4-BE49-F238E27FC236}">
                  <a16:creationId xmlns:a16="http://schemas.microsoft.com/office/drawing/2014/main" id="{AF5E673C-A995-38FD-D612-081C8330C8A7}"/>
                </a:ext>
              </a:extLst>
            </p:cNvPr>
            <p:cNvSpPr/>
            <p:nvPr/>
          </p:nvSpPr>
          <p:spPr>
            <a:xfrm>
              <a:off x="2163130" y="3454110"/>
              <a:ext cx="166239" cy="142306"/>
            </a:xfrm>
            <a:custGeom>
              <a:avLst/>
              <a:gdLst/>
              <a:ahLst/>
              <a:cxnLst/>
              <a:rect l="l" t="t" r="r" b="b"/>
              <a:pathLst>
                <a:path w="6050" h="5179" extrusionOk="0">
                  <a:moveTo>
                    <a:pt x="3465" y="376"/>
                  </a:moveTo>
                  <a:cubicBezTo>
                    <a:pt x="4681" y="376"/>
                    <a:pt x="5684" y="1379"/>
                    <a:pt x="5684" y="2595"/>
                  </a:cubicBezTo>
                  <a:cubicBezTo>
                    <a:pt x="5684" y="3928"/>
                    <a:pt x="4605" y="4804"/>
                    <a:pt x="3474" y="4804"/>
                  </a:cubicBezTo>
                  <a:cubicBezTo>
                    <a:pt x="2928" y="4804"/>
                    <a:pt x="2370" y="4600"/>
                    <a:pt x="1915" y="4145"/>
                  </a:cubicBezTo>
                  <a:cubicBezTo>
                    <a:pt x="517" y="2778"/>
                    <a:pt x="1490" y="376"/>
                    <a:pt x="3465" y="376"/>
                  </a:cubicBezTo>
                  <a:close/>
                  <a:moveTo>
                    <a:pt x="3461" y="1"/>
                  </a:moveTo>
                  <a:cubicBezTo>
                    <a:pt x="2825" y="1"/>
                    <a:pt x="2174" y="239"/>
                    <a:pt x="1642" y="772"/>
                  </a:cubicBezTo>
                  <a:cubicBezTo>
                    <a:pt x="0" y="2382"/>
                    <a:pt x="1155" y="5179"/>
                    <a:pt x="3465" y="5179"/>
                  </a:cubicBezTo>
                  <a:cubicBezTo>
                    <a:pt x="4894" y="5179"/>
                    <a:pt x="6049" y="4024"/>
                    <a:pt x="6049" y="2595"/>
                  </a:cubicBezTo>
                  <a:cubicBezTo>
                    <a:pt x="6049" y="1034"/>
                    <a:pt x="4786" y="1"/>
                    <a:pt x="34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197;p52">
              <a:extLst>
                <a:ext uri="{FF2B5EF4-FFF2-40B4-BE49-F238E27FC236}">
                  <a16:creationId xmlns:a16="http://schemas.microsoft.com/office/drawing/2014/main" id="{40AA9E19-0686-7B5A-42FA-CC3B8B287A6D}"/>
                </a:ext>
              </a:extLst>
            </p:cNvPr>
            <p:cNvSpPr/>
            <p:nvPr/>
          </p:nvSpPr>
          <p:spPr>
            <a:xfrm>
              <a:off x="7489177" y="2238066"/>
              <a:ext cx="166239" cy="142306"/>
            </a:xfrm>
            <a:custGeom>
              <a:avLst/>
              <a:gdLst/>
              <a:ahLst/>
              <a:cxnLst/>
              <a:rect l="l" t="t" r="r" b="b"/>
              <a:pathLst>
                <a:path w="6050" h="5179" extrusionOk="0">
                  <a:moveTo>
                    <a:pt x="3466" y="376"/>
                  </a:moveTo>
                  <a:cubicBezTo>
                    <a:pt x="4682" y="376"/>
                    <a:pt x="5685" y="1379"/>
                    <a:pt x="5685" y="2595"/>
                  </a:cubicBezTo>
                  <a:cubicBezTo>
                    <a:pt x="5685" y="3928"/>
                    <a:pt x="4592" y="4804"/>
                    <a:pt x="3452" y="4804"/>
                  </a:cubicBezTo>
                  <a:cubicBezTo>
                    <a:pt x="2901" y="4804"/>
                    <a:pt x="2340" y="4600"/>
                    <a:pt x="1885" y="4145"/>
                  </a:cubicBezTo>
                  <a:cubicBezTo>
                    <a:pt x="487" y="2778"/>
                    <a:pt x="1490" y="376"/>
                    <a:pt x="3466" y="376"/>
                  </a:cubicBezTo>
                  <a:close/>
                  <a:moveTo>
                    <a:pt x="3439" y="1"/>
                  </a:moveTo>
                  <a:cubicBezTo>
                    <a:pt x="2798" y="1"/>
                    <a:pt x="2144" y="239"/>
                    <a:pt x="1612" y="772"/>
                  </a:cubicBezTo>
                  <a:cubicBezTo>
                    <a:pt x="1" y="2383"/>
                    <a:pt x="1156" y="5179"/>
                    <a:pt x="3466" y="5179"/>
                  </a:cubicBezTo>
                  <a:cubicBezTo>
                    <a:pt x="4894" y="5179"/>
                    <a:pt x="6049" y="4024"/>
                    <a:pt x="6049" y="2595"/>
                  </a:cubicBezTo>
                  <a:cubicBezTo>
                    <a:pt x="6049" y="1035"/>
                    <a:pt x="4773" y="1"/>
                    <a:pt x="3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198;p52">
              <a:extLst>
                <a:ext uri="{FF2B5EF4-FFF2-40B4-BE49-F238E27FC236}">
                  <a16:creationId xmlns:a16="http://schemas.microsoft.com/office/drawing/2014/main" id="{85A37EEC-2710-745B-CAC8-E334AB34778D}"/>
                </a:ext>
              </a:extLst>
            </p:cNvPr>
            <p:cNvSpPr/>
            <p:nvPr/>
          </p:nvSpPr>
          <p:spPr>
            <a:xfrm>
              <a:off x="5526459" y="1081620"/>
              <a:ext cx="386718" cy="2332730"/>
            </a:xfrm>
            <a:custGeom>
              <a:avLst/>
              <a:gdLst/>
              <a:ahLst/>
              <a:cxnLst/>
              <a:rect l="l" t="t" r="r" b="b"/>
              <a:pathLst>
                <a:path w="14074" h="84896" extrusionOk="0">
                  <a:moveTo>
                    <a:pt x="1" y="1"/>
                  </a:moveTo>
                  <a:lnTo>
                    <a:pt x="1" y="84896"/>
                  </a:lnTo>
                  <a:lnTo>
                    <a:pt x="14074" y="76415"/>
                  </a:lnTo>
                  <a:lnTo>
                    <a:pt x="14074" y="848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199;p52">
              <a:extLst>
                <a:ext uri="{FF2B5EF4-FFF2-40B4-BE49-F238E27FC236}">
                  <a16:creationId xmlns:a16="http://schemas.microsoft.com/office/drawing/2014/main" id="{CFA73A9B-E1E6-4BCB-A1F7-CE9050877376}"/>
                </a:ext>
              </a:extLst>
            </p:cNvPr>
            <p:cNvSpPr/>
            <p:nvPr/>
          </p:nvSpPr>
          <p:spPr>
            <a:xfrm>
              <a:off x="5520634" y="1071618"/>
              <a:ext cx="397572" cy="2351909"/>
            </a:xfrm>
            <a:custGeom>
              <a:avLst/>
              <a:gdLst/>
              <a:ahLst/>
              <a:cxnLst/>
              <a:rect l="l" t="t" r="r" b="b"/>
              <a:pathLst>
                <a:path w="14469" h="85594" extrusionOk="0">
                  <a:moveTo>
                    <a:pt x="395" y="699"/>
                  </a:moveTo>
                  <a:lnTo>
                    <a:pt x="14104" y="8936"/>
                  </a:lnTo>
                  <a:lnTo>
                    <a:pt x="14104" y="76658"/>
                  </a:lnTo>
                  <a:lnTo>
                    <a:pt x="395" y="84925"/>
                  </a:lnTo>
                  <a:lnTo>
                    <a:pt x="395" y="699"/>
                  </a:lnTo>
                  <a:close/>
                  <a:moveTo>
                    <a:pt x="0" y="0"/>
                  </a:moveTo>
                  <a:lnTo>
                    <a:pt x="0" y="85594"/>
                  </a:lnTo>
                  <a:lnTo>
                    <a:pt x="14377" y="76931"/>
                  </a:lnTo>
                  <a:lnTo>
                    <a:pt x="14468" y="76870"/>
                  </a:lnTo>
                  <a:lnTo>
                    <a:pt x="14468" y="8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200;p52">
              <a:extLst>
                <a:ext uri="{FF2B5EF4-FFF2-40B4-BE49-F238E27FC236}">
                  <a16:creationId xmlns:a16="http://schemas.microsoft.com/office/drawing/2014/main" id="{1E42101E-B6FB-614C-0D89-BCD60EA1E8FE}"/>
                </a:ext>
              </a:extLst>
            </p:cNvPr>
            <p:cNvSpPr/>
            <p:nvPr/>
          </p:nvSpPr>
          <p:spPr>
            <a:xfrm>
              <a:off x="5553194" y="2651794"/>
              <a:ext cx="59324" cy="153709"/>
            </a:xfrm>
            <a:custGeom>
              <a:avLst/>
              <a:gdLst/>
              <a:ahLst/>
              <a:cxnLst/>
              <a:rect l="l" t="t" r="r" b="b"/>
              <a:pathLst>
                <a:path w="2159" h="5594" extrusionOk="0">
                  <a:moveTo>
                    <a:pt x="426" y="0"/>
                  </a:moveTo>
                  <a:cubicBezTo>
                    <a:pt x="183" y="0"/>
                    <a:pt x="0" y="183"/>
                    <a:pt x="0" y="426"/>
                  </a:cubicBezTo>
                  <a:lnTo>
                    <a:pt x="0" y="5137"/>
                  </a:lnTo>
                  <a:cubicBezTo>
                    <a:pt x="0" y="5381"/>
                    <a:pt x="183" y="5593"/>
                    <a:pt x="426" y="5593"/>
                  </a:cubicBezTo>
                  <a:lnTo>
                    <a:pt x="1703" y="5593"/>
                  </a:lnTo>
                  <a:cubicBezTo>
                    <a:pt x="1946" y="5593"/>
                    <a:pt x="2159" y="5381"/>
                    <a:pt x="2159" y="5137"/>
                  </a:cubicBezTo>
                  <a:lnTo>
                    <a:pt x="2159" y="426"/>
                  </a:lnTo>
                  <a:cubicBezTo>
                    <a:pt x="2159" y="183"/>
                    <a:pt x="1946" y="0"/>
                    <a:pt x="17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201;p52">
              <a:extLst>
                <a:ext uri="{FF2B5EF4-FFF2-40B4-BE49-F238E27FC236}">
                  <a16:creationId xmlns:a16="http://schemas.microsoft.com/office/drawing/2014/main" id="{4E731C7B-5BA9-BCE0-0A56-8D0F111C671F}"/>
                </a:ext>
              </a:extLst>
            </p:cNvPr>
            <p:cNvSpPr/>
            <p:nvPr/>
          </p:nvSpPr>
          <p:spPr>
            <a:xfrm>
              <a:off x="5549842" y="2648442"/>
              <a:ext cx="66028" cy="160386"/>
            </a:xfrm>
            <a:custGeom>
              <a:avLst/>
              <a:gdLst/>
              <a:ahLst/>
              <a:cxnLst/>
              <a:rect l="l" t="t" r="r" b="b"/>
              <a:pathLst>
                <a:path w="2403" h="5837" extrusionOk="0">
                  <a:moveTo>
                    <a:pt x="1825" y="244"/>
                  </a:moveTo>
                  <a:cubicBezTo>
                    <a:pt x="2007" y="244"/>
                    <a:pt x="2159" y="366"/>
                    <a:pt x="2159" y="548"/>
                  </a:cubicBezTo>
                  <a:lnTo>
                    <a:pt x="2159" y="5259"/>
                  </a:lnTo>
                  <a:cubicBezTo>
                    <a:pt x="2159" y="5442"/>
                    <a:pt x="2007" y="5563"/>
                    <a:pt x="1825" y="5563"/>
                  </a:cubicBezTo>
                  <a:lnTo>
                    <a:pt x="548" y="5563"/>
                  </a:lnTo>
                  <a:cubicBezTo>
                    <a:pt x="366" y="5563"/>
                    <a:pt x="244" y="5442"/>
                    <a:pt x="244" y="5259"/>
                  </a:cubicBezTo>
                  <a:lnTo>
                    <a:pt x="244" y="548"/>
                  </a:lnTo>
                  <a:cubicBezTo>
                    <a:pt x="244" y="366"/>
                    <a:pt x="396" y="244"/>
                    <a:pt x="548" y="244"/>
                  </a:cubicBezTo>
                  <a:close/>
                  <a:moveTo>
                    <a:pt x="548" y="1"/>
                  </a:moveTo>
                  <a:cubicBezTo>
                    <a:pt x="244" y="1"/>
                    <a:pt x="1" y="244"/>
                    <a:pt x="1" y="548"/>
                  </a:cubicBezTo>
                  <a:lnTo>
                    <a:pt x="1" y="5259"/>
                  </a:lnTo>
                  <a:cubicBezTo>
                    <a:pt x="1" y="5563"/>
                    <a:pt x="244" y="5837"/>
                    <a:pt x="548" y="5837"/>
                  </a:cubicBezTo>
                  <a:lnTo>
                    <a:pt x="1825" y="5837"/>
                  </a:lnTo>
                  <a:cubicBezTo>
                    <a:pt x="2159" y="5837"/>
                    <a:pt x="2402" y="5563"/>
                    <a:pt x="2402" y="5259"/>
                  </a:cubicBezTo>
                  <a:lnTo>
                    <a:pt x="2402" y="548"/>
                  </a:lnTo>
                  <a:cubicBezTo>
                    <a:pt x="2402" y="244"/>
                    <a:pt x="2159" y="1"/>
                    <a:pt x="18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202;p52">
              <a:extLst>
                <a:ext uri="{FF2B5EF4-FFF2-40B4-BE49-F238E27FC236}">
                  <a16:creationId xmlns:a16="http://schemas.microsoft.com/office/drawing/2014/main" id="{1DFB5830-8CAF-DD23-38ED-C825C6A6AFD1}"/>
                </a:ext>
              </a:extLst>
            </p:cNvPr>
            <p:cNvSpPr/>
            <p:nvPr/>
          </p:nvSpPr>
          <p:spPr>
            <a:xfrm>
              <a:off x="5530635" y="2644265"/>
              <a:ext cx="59324" cy="168739"/>
            </a:xfrm>
            <a:custGeom>
              <a:avLst/>
              <a:gdLst/>
              <a:ahLst/>
              <a:cxnLst/>
              <a:rect l="l" t="t" r="r" b="b"/>
              <a:pathLst>
                <a:path w="2159" h="6141" extrusionOk="0">
                  <a:moveTo>
                    <a:pt x="457" y="1"/>
                  </a:moveTo>
                  <a:cubicBezTo>
                    <a:pt x="214" y="1"/>
                    <a:pt x="1" y="183"/>
                    <a:pt x="1" y="426"/>
                  </a:cubicBezTo>
                  <a:lnTo>
                    <a:pt x="1" y="5685"/>
                  </a:lnTo>
                  <a:cubicBezTo>
                    <a:pt x="1" y="5928"/>
                    <a:pt x="214" y="6141"/>
                    <a:pt x="457" y="6141"/>
                  </a:cubicBezTo>
                  <a:lnTo>
                    <a:pt x="1733" y="6141"/>
                  </a:lnTo>
                  <a:cubicBezTo>
                    <a:pt x="1976" y="6141"/>
                    <a:pt x="2159" y="5928"/>
                    <a:pt x="2159" y="5685"/>
                  </a:cubicBezTo>
                  <a:lnTo>
                    <a:pt x="2159" y="426"/>
                  </a:lnTo>
                  <a:cubicBezTo>
                    <a:pt x="2159" y="18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203;p52">
              <a:extLst>
                <a:ext uri="{FF2B5EF4-FFF2-40B4-BE49-F238E27FC236}">
                  <a16:creationId xmlns:a16="http://schemas.microsoft.com/office/drawing/2014/main" id="{E64FD74C-4084-6CC4-2F65-C740B6FF7BFF}"/>
                </a:ext>
              </a:extLst>
            </p:cNvPr>
            <p:cNvSpPr/>
            <p:nvPr/>
          </p:nvSpPr>
          <p:spPr>
            <a:xfrm>
              <a:off x="5527311" y="2640089"/>
              <a:ext cx="66825" cy="176268"/>
            </a:xfrm>
            <a:custGeom>
              <a:avLst/>
              <a:gdLst/>
              <a:ahLst/>
              <a:cxnLst/>
              <a:rect l="l" t="t" r="r" b="b"/>
              <a:pathLst>
                <a:path w="2432" h="6415" extrusionOk="0">
                  <a:moveTo>
                    <a:pt x="1854" y="275"/>
                  </a:moveTo>
                  <a:cubicBezTo>
                    <a:pt x="2037" y="275"/>
                    <a:pt x="2158" y="396"/>
                    <a:pt x="2189" y="578"/>
                  </a:cubicBezTo>
                  <a:lnTo>
                    <a:pt x="2189" y="5867"/>
                  </a:lnTo>
                  <a:cubicBezTo>
                    <a:pt x="2158" y="6019"/>
                    <a:pt x="2037" y="6171"/>
                    <a:pt x="1854" y="6171"/>
                  </a:cubicBezTo>
                  <a:lnTo>
                    <a:pt x="578" y="6171"/>
                  </a:lnTo>
                  <a:cubicBezTo>
                    <a:pt x="395" y="6171"/>
                    <a:pt x="274" y="6019"/>
                    <a:pt x="274" y="5867"/>
                  </a:cubicBezTo>
                  <a:lnTo>
                    <a:pt x="274" y="578"/>
                  </a:lnTo>
                  <a:cubicBezTo>
                    <a:pt x="274" y="426"/>
                    <a:pt x="395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74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74" y="6414"/>
                    <a:pt x="578" y="6414"/>
                  </a:cubicBezTo>
                  <a:lnTo>
                    <a:pt x="1854" y="6414"/>
                  </a:lnTo>
                  <a:cubicBezTo>
                    <a:pt x="2158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58" y="1"/>
                    <a:pt x="18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204;p52">
              <a:extLst>
                <a:ext uri="{FF2B5EF4-FFF2-40B4-BE49-F238E27FC236}">
                  <a16:creationId xmlns:a16="http://schemas.microsoft.com/office/drawing/2014/main" id="{4BDC034E-1D3B-57D9-ED7F-767FB47E17A5}"/>
                </a:ext>
              </a:extLst>
            </p:cNvPr>
            <p:cNvSpPr/>
            <p:nvPr/>
          </p:nvSpPr>
          <p:spPr>
            <a:xfrm>
              <a:off x="5641727" y="2651794"/>
              <a:ext cx="59324" cy="153709"/>
            </a:xfrm>
            <a:custGeom>
              <a:avLst/>
              <a:gdLst/>
              <a:ahLst/>
              <a:cxnLst/>
              <a:rect l="l" t="t" r="r" b="b"/>
              <a:pathLst>
                <a:path w="2159" h="5594" extrusionOk="0">
                  <a:moveTo>
                    <a:pt x="426" y="0"/>
                  </a:moveTo>
                  <a:cubicBezTo>
                    <a:pt x="183" y="0"/>
                    <a:pt x="0" y="183"/>
                    <a:pt x="0" y="426"/>
                  </a:cubicBezTo>
                  <a:lnTo>
                    <a:pt x="0" y="5137"/>
                  </a:lnTo>
                  <a:cubicBezTo>
                    <a:pt x="0" y="5381"/>
                    <a:pt x="183" y="5593"/>
                    <a:pt x="426" y="5593"/>
                  </a:cubicBezTo>
                  <a:lnTo>
                    <a:pt x="1703" y="5593"/>
                  </a:lnTo>
                  <a:cubicBezTo>
                    <a:pt x="1946" y="5593"/>
                    <a:pt x="2158" y="5381"/>
                    <a:pt x="2158" y="5137"/>
                  </a:cubicBezTo>
                  <a:lnTo>
                    <a:pt x="2158" y="426"/>
                  </a:lnTo>
                  <a:cubicBezTo>
                    <a:pt x="2158" y="183"/>
                    <a:pt x="1946" y="0"/>
                    <a:pt x="17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205;p52">
              <a:extLst>
                <a:ext uri="{FF2B5EF4-FFF2-40B4-BE49-F238E27FC236}">
                  <a16:creationId xmlns:a16="http://schemas.microsoft.com/office/drawing/2014/main" id="{9FB48783-70C2-C061-5555-085E58345463}"/>
                </a:ext>
              </a:extLst>
            </p:cNvPr>
            <p:cNvSpPr/>
            <p:nvPr/>
          </p:nvSpPr>
          <p:spPr>
            <a:xfrm>
              <a:off x="5637550" y="2648442"/>
              <a:ext cx="66853" cy="160386"/>
            </a:xfrm>
            <a:custGeom>
              <a:avLst/>
              <a:gdLst/>
              <a:ahLst/>
              <a:cxnLst/>
              <a:rect l="l" t="t" r="r" b="b"/>
              <a:pathLst>
                <a:path w="2433" h="5837" extrusionOk="0">
                  <a:moveTo>
                    <a:pt x="1855" y="244"/>
                  </a:moveTo>
                  <a:cubicBezTo>
                    <a:pt x="2037" y="244"/>
                    <a:pt x="2189" y="366"/>
                    <a:pt x="2189" y="548"/>
                  </a:cubicBezTo>
                  <a:lnTo>
                    <a:pt x="2189" y="5259"/>
                  </a:lnTo>
                  <a:cubicBezTo>
                    <a:pt x="2189" y="5442"/>
                    <a:pt x="2037" y="5563"/>
                    <a:pt x="1855" y="5563"/>
                  </a:cubicBezTo>
                  <a:lnTo>
                    <a:pt x="578" y="5563"/>
                  </a:lnTo>
                  <a:cubicBezTo>
                    <a:pt x="396" y="5563"/>
                    <a:pt x="274" y="5442"/>
                    <a:pt x="274" y="5259"/>
                  </a:cubicBezTo>
                  <a:lnTo>
                    <a:pt x="274" y="548"/>
                  </a:lnTo>
                  <a:cubicBezTo>
                    <a:pt x="274" y="366"/>
                    <a:pt x="396" y="244"/>
                    <a:pt x="578" y="244"/>
                  </a:cubicBezTo>
                  <a:close/>
                  <a:moveTo>
                    <a:pt x="578" y="1"/>
                  </a:moveTo>
                  <a:cubicBezTo>
                    <a:pt x="274" y="1"/>
                    <a:pt x="31" y="244"/>
                    <a:pt x="31" y="548"/>
                  </a:cubicBezTo>
                  <a:lnTo>
                    <a:pt x="31" y="5259"/>
                  </a:lnTo>
                  <a:cubicBezTo>
                    <a:pt x="0" y="5563"/>
                    <a:pt x="274" y="5837"/>
                    <a:pt x="578" y="5837"/>
                  </a:cubicBezTo>
                  <a:lnTo>
                    <a:pt x="1855" y="5837"/>
                  </a:lnTo>
                  <a:cubicBezTo>
                    <a:pt x="2159" y="5837"/>
                    <a:pt x="2432" y="5563"/>
                    <a:pt x="2432" y="5259"/>
                  </a:cubicBezTo>
                  <a:lnTo>
                    <a:pt x="2432" y="548"/>
                  </a:lnTo>
                  <a:cubicBezTo>
                    <a:pt x="2432" y="244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206;p52">
              <a:extLst>
                <a:ext uri="{FF2B5EF4-FFF2-40B4-BE49-F238E27FC236}">
                  <a16:creationId xmlns:a16="http://schemas.microsoft.com/office/drawing/2014/main" id="{027A629E-60C5-B1C3-8294-E8D094CC9F28}"/>
                </a:ext>
              </a:extLst>
            </p:cNvPr>
            <p:cNvSpPr/>
            <p:nvPr/>
          </p:nvSpPr>
          <p:spPr>
            <a:xfrm>
              <a:off x="5619168" y="2644265"/>
              <a:ext cx="59324" cy="168739"/>
            </a:xfrm>
            <a:custGeom>
              <a:avLst/>
              <a:gdLst/>
              <a:ahLst/>
              <a:cxnLst/>
              <a:rect l="l" t="t" r="r" b="b"/>
              <a:pathLst>
                <a:path w="2159" h="6141" extrusionOk="0">
                  <a:moveTo>
                    <a:pt x="457" y="1"/>
                  </a:moveTo>
                  <a:cubicBezTo>
                    <a:pt x="183" y="1"/>
                    <a:pt x="1" y="183"/>
                    <a:pt x="1" y="426"/>
                  </a:cubicBezTo>
                  <a:lnTo>
                    <a:pt x="1" y="5685"/>
                  </a:lnTo>
                  <a:cubicBezTo>
                    <a:pt x="1" y="5928"/>
                    <a:pt x="183" y="6141"/>
                    <a:pt x="457" y="6141"/>
                  </a:cubicBezTo>
                  <a:lnTo>
                    <a:pt x="1733" y="6141"/>
                  </a:lnTo>
                  <a:cubicBezTo>
                    <a:pt x="1976" y="6141"/>
                    <a:pt x="2159" y="5928"/>
                    <a:pt x="2159" y="5685"/>
                  </a:cubicBezTo>
                  <a:lnTo>
                    <a:pt x="2159" y="426"/>
                  </a:lnTo>
                  <a:cubicBezTo>
                    <a:pt x="2159" y="18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207;p52">
              <a:extLst>
                <a:ext uri="{FF2B5EF4-FFF2-40B4-BE49-F238E27FC236}">
                  <a16:creationId xmlns:a16="http://schemas.microsoft.com/office/drawing/2014/main" id="{24FBCE3E-48EB-0D46-D061-628D0FDB5D5F}"/>
                </a:ext>
              </a:extLst>
            </p:cNvPr>
            <p:cNvSpPr/>
            <p:nvPr/>
          </p:nvSpPr>
          <p:spPr>
            <a:xfrm>
              <a:off x="5615843" y="2640089"/>
              <a:ext cx="66001" cy="176268"/>
            </a:xfrm>
            <a:custGeom>
              <a:avLst/>
              <a:gdLst/>
              <a:ahLst/>
              <a:cxnLst/>
              <a:rect l="l" t="t" r="r" b="b"/>
              <a:pathLst>
                <a:path w="2402" h="6415" extrusionOk="0">
                  <a:moveTo>
                    <a:pt x="1854" y="275"/>
                  </a:moveTo>
                  <a:cubicBezTo>
                    <a:pt x="2006" y="275"/>
                    <a:pt x="2158" y="396"/>
                    <a:pt x="2158" y="578"/>
                  </a:cubicBezTo>
                  <a:lnTo>
                    <a:pt x="2158" y="5867"/>
                  </a:lnTo>
                  <a:cubicBezTo>
                    <a:pt x="2158" y="6019"/>
                    <a:pt x="2006" y="6171"/>
                    <a:pt x="1854" y="6171"/>
                  </a:cubicBezTo>
                  <a:lnTo>
                    <a:pt x="578" y="6171"/>
                  </a:lnTo>
                  <a:cubicBezTo>
                    <a:pt x="395" y="6171"/>
                    <a:pt x="243" y="6019"/>
                    <a:pt x="243" y="5867"/>
                  </a:cubicBezTo>
                  <a:lnTo>
                    <a:pt x="243" y="578"/>
                  </a:lnTo>
                  <a:cubicBezTo>
                    <a:pt x="243" y="426"/>
                    <a:pt x="395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43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3" y="6414"/>
                    <a:pt x="578" y="6414"/>
                  </a:cubicBezTo>
                  <a:lnTo>
                    <a:pt x="1854" y="6414"/>
                  </a:lnTo>
                  <a:cubicBezTo>
                    <a:pt x="2158" y="6414"/>
                    <a:pt x="2401" y="6141"/>
                    <a:pt x="2401" y="5837"/>
                  </a:cubicBezTo>
                  <a:lnTo>
                    <a:pt x="2401" y="578"/>
                  </a:lnTo>
                  <a:cubicBezTo>
                    <a:pt x="2401" y="275"/>
                    <a:pt x="2158" y="1"/>
                    <a:pt x="18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208;p52">
              <a:extLst>
                <a:ext uri="{FF2B5EF4-FFF2-40B4-BE49-F238E27FC236}">
                  <a16:creationId xmlns:a16="http://schemas.microsoft.com/office/drawing/2014/main" id="{DF1B8ED9-6757-34DC-3B52-71AEA7409150}"/>
                </a:ext>
              </a:extLst>
            </p:cNvPr>
            <p:cNvSpPr/>
            <p:nvPr/>
          </p:nvSpPr>
          <p:spPr>
            <a:xfrm>
              <a:off x="5729408" y="2651794"/>
              <a:ext cx="59351" cy="153709"/>
            </a:xfrm>
            <a:custGeom>
              <a:avLst/>
              <a:gdLst/>
              <a:ahLst/>
              <a:cxnLst/>
              <a:rect l="l" t="t" r="r" b="b"/>
              <a:pathLst>
                <a:path w="2160" h="5594" extrusionOk="0">
                  <a:moveTo>
                    <a:pt x="457" y="0"/>
                  </a:moveTo>
                  <a:cubicBezTo>
                    <a:pt x="214" y="0"/>
                    <a:pt x="1" y="183"/>
                    <a:pt x="1" y="426"/>
                  </a:cubicBezTo>
                  <a:lnTo>
                    <a:pt x="1" y="5137"/>
                  </a:lnTo>
                  <a:cubicBezTo>
                    <a:pt x="1" y="5381"/>
                    <a:pt x="214" y="5593"/>
                    <a:pt x="457" y="5593"/>
                  </a:cubicBezTo>
                  <a:lnTo>
                    <a:pt x="1734" y="5593"/>
                  </a:lnTo>
                  <a:cubicBezTo>
                    <a:pt x="1977" y="5593"/>
                    <a:pt x="2159" y="5381"/>
                    <a:pt x="2159" y="5137"/>
                  </a:cubicBezTo>
                  <a:lnTo>
                    <a:pt x="2159" y="426"/>
                  </a:lnTo>
                  <a:cubicBezTo>
                    <a:pt x="2159" y="183"/>
                    <a:pt x="1977" y="0"/>
                    <a:pt x="1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209;p52">
              <a:extLst>
                <a:ext uri="{FF2B5EF4-FFF2-40B4-BE49-F238E27FC236}">
                  <a16:creationId xmlns:a16="http://schemas.microsoft.com/office/drawing/2014/main" id="{E2FECD1C-BF7C-C479-BE2D-40E9CA67EF77}"/>
                </a:ext>
              </a:extLst>
            </p:cNvPr>
            <p:cNvSpPr/>
            <p:nvPr/>
          </p:nvSpPr>
          <p:spPr>
            <a:xfrm>
              <a:off x="5726083" y="2648442"/>
              <a:ext cx="66001" cy="160386"/>
            </a:xfrm>
            <a:custGeom>
              <a:avLst/>
              <a:gdLst/>
              <a:ahLst/>
              <a:cxnLst/>
              <a:rect l="l" t="t" r="r" b="b"/>
              <a:pathLst>
                <a:path w="2402" h="5837" extrusionOk="0">
                  <a:moveTo>
                    <a:pt x="1855" y="244"/>
                  </a:moveTo>
                  <a:cubicBezTo>
                    <a:pt x="2006" y="244"/>
                    <a:pt x="2158" y="366"/>
                    <a:pt x="2158" y="548"/>
                  </a:cubicBezTo>
                  <a:lnTo>
                    <a:pt x="2158" y="5259"/>
                  </a:lnTo>
                  <a:cubicBezTo>
                    <a:pt x="2158" y="5442"/>
                    <a:pt x="2006" y="5563"/>
                    <a:pt x="1855" y="5563"/>
                  </a:cubicBezTo>
                  <a:lnTo>
                    <a:pt x="547" y="5563"/>
                  </a:lnTo>
                  <a:cubicBezTo>
                    <a:pt x="396" y="5563"/>
                    <a:pt x="244" y="5442"/>
                    <a:pt x="244" y="5259"/>
                  </a:cubicBezTo>
                  <a:lnTo>
                    <a:pt x="244" y="548"/>
                  </a:lnTo>
                  <a:cubicBezTo>
                    <a:pt x="244" y="366"/>
                    <a:pt x="396" y="244"/>
                    <a:pt x="547" y="244"/>
                  </a:cubicBezTo>
                  <a:close/>
                  <a:moveTo>
                    <a:pt x="547" y="1"/>
                  </a:moveTo>
                  <a:cubicBezTo>
                    <a:pt x="244" y="1"/>
                    <a:pt x="0" y="244"/>
                    <a:pt x="0" y="548"/>
                  </a:cubicBezTo>
                  <a:lnTo>
                    <a:pt x="0" y="5259"/>
                  </a:lnTo>
                  <a:cubicBezTo>
                    <a:pt x="0" y="5563"/>
                    <a:pt x="244" y="5837"/>
                    <a:pt x="547" y="5837"/>
                  </a:cubicBezTo>
                  <a:lnTo>
                    <a:pt x="1855" y="5837"/>
                  </a:lnTo>
                  <a:cubicBezTo>
                    <a:pt x="2158" y="5837"/>
                    <a:pt x="2402" y="5563"/>
                    <a:pt x="2402" y="5259"/>
                  </a:cubicBezTo>
                  <a:lnTo>
                    <a:pt x="2402" y="548"/>
                  </a:lnTo>
                  <a:cubicBezTo>
                    <a:pt x="2402" y="244"/>
                    <a:pt x="2158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210;p52">
              <a:extLst>
                <a:ext uri="{FF2B5EF4-FFF2-40B4-BE49-F238E27FC236}">
                  <a16:creationId xmlns:a16="http://schemas.microsoft.com/office/drawing/2014/main" id="{A74D8EC0-1CF5-EA41-E55F-5FC8408E6474}"/>
                </a:ext>
              </a:extLst>
            </p:cNvPr>
            <p:cNvSpPr/>
            <p:nvPr/>
          </p:nvSpPr>
          <p:spPr>
            <a:xfrm>
              <a:off x="5707700" y="2644265"/>
              <a:ext cx="59324" cy="168739"/>
            </a:xfrm>
            <a:custGeom>
              <a:avLst/>
              <a:gdLst/>
              <a:ahLst/>
              <a:cxnLst/>
              <a:rect l="l" t="t" r="r" b="b"/>
              <a:pathLst>
                <a:path w="2159" h="6141" extrusionOk="0">
                  <a:moveTo>
                    <a:pt x="426" y="1"/>
                  </a:moveTo>
                  <a:cubicBezTo>
                    <a:pt x="183" y="1"/>
                    <a:pt x="1" y="183"/>
                    <a:pt x="1" y="426"/>
                  </a:cubicBezTo>
                  <a:lnTo>
                    <a:pt x="1" y="5685"/>
                  </a:lnTo>
                  <a:cubicBezTo>
                    <a:pt x="1" y="5928"/>
                    <a:pt x="183" y="6141"/>
                    <a:pt x="426" y="6141"/>
                  </a:cubicBezTo>
                  <a:lnTo>
                    <a:pt x="1703" y="6141"/>
                  </a:lnTo>
                  <a:cubicBezTo>
                    <a:pt x="1946" y="6141"/>
                    <a:pt x="2159" y="5928"/>
                    <a:pt x="2159" y="5685"/>
                  </a:cubicBezTo>
                  <a:lnTo>
                    <a:pt x="2159" y="426"/>
                  </a:lnTo>
                  <a:cubicBezTo>
                    <a:pt x="2159" y="183"/>
                    <a:pt x="1946" y="1"/>
                    <a:pt x="1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211;p52">
              <a:extLst>
                <a:ext uri="{FF2B5EF4-FFF2-40B4-BE49-F238E27FC236}">
                  <a16:creationId xmlns:a16="http://schemas.microsoft.com/office/drawing/2014/main" id="{904B6CB2-6418-17EA-9F38-4CC6FB15940F}"/>
                </a:ext>
              </a:extLst>
            </p:cNvPr>
            <p:cNvSpPr/>
            <p:nvPr/>
          </p:nvSpPr>
          <p:spPr>
            <a:xfrm>
              <a:off x="5704376" y="2640089"/>
              <a:ext cx="66001" cy="176268"/>
            </a:xfrm>
            <a:custGeom>
              <a:avLst/>
              <a:gdLst/>
              <a:ahLst/>
              <a:cxnLst/>
              <a:rect l="l" t="t" r="r" b="b"/>
              <a:pathLst>
                <a:path w="2402" h="6415" extrusionOk="0">
                  <a:moveTo>
                    <a:pt x="1824" y="275"/>
                  </a:moveTo>
                  <a:cubicBezTo>
                    <a:pt x="2006" y="275"/>
                    <a:pt x="2158" y="396"/>
                    <a:pt x="2158" y="578"/>
                  </a:cubicBezTo>
                  <a:lnTo>
                    <a:pt x="2158" y="5867"/>
                  </a:lnTo>
                  <a:cubicBezTo>
                    <a:pt x="2158" y="6019"/>
                    <a:pt x="2006" y="6171"/>
                    <a:pt x="1824" y="6171"/>
                  </a:cubicBezTo>
                  <a:lnTo>
                    <a:pt x="547" y="6171"/>
                  </a:lnTo>
                  <a:cubicBezTo>
                    <a:pt x="395" y="6171"/>
                    <a:pt x="243" y="6019"/>
                    <a:pt x="243" y="5867"/>
                  </a:cubicBezTo>
                  <a:lnTo>
                    <a:pt x="243" y="578"/>
                  </a:lnTo>
                  <a:cubicBezTo>
                    <a:pt x="243" y="426"/>
                    <a:pt x="395" y="275"/>
                    <a:pt x="547" y="275"/>
                  </a:cubicBezTo>
                  <a:close/>
                  <a:moveTo>
                    <a:pt x="547" y="1"/>
                  </a:moveTo>
                  <a:cubicBezTo>
                    <a:pt x="243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3" y="6414"/>
                    <a:pt x="547" y="6414"/>
                  </a:cubicBezTo>
                  <a:lnTo>
                    <a:pt x="1824" y="6414"/>
                  </a:lnTo>
                  <a:cubicBezTo>
                    <a:pt x="2158" y="6414"/>
                    <a:pt x="2401" y="6141"/>
                    <a:pt x="2401" y="5837"/>
                  </a:cubicBezTo>
                  <a:lnTo>
                    <a:pt x="2401" y="578"/>
                  </a:lnTo>
                  <a:cubicBezTo>
                    <a:pt x="2401" y="275"/>
                    <a:pt x="2158" y="1"/>
                    <a:pt x="18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212;p52">
              <a:extLst>
                <a:ext uri="{FF2B5EF4-FFF2-40B4-BE49-F238E27FC236}">
                  <a16:creationId xmlns:a16="http://schemas.microsoft.com/office/drawing/2014/main" id="{A1CC95CA-7483-D0D0-CD7B-275CAF718094}"/>
                </a:ext>
              </a:extLst>
            </p:cNvPr>
            <p:cNvSpPr/>
            <p:nvPr/>
          </p:nvSpPr>
          <p:spPr>
            <a:xfrm>
              <a:off x="5817940" y="2651794"/>
              <a:ext cx="59324" cy="153709"/>
            </a:xfrm>
            <a:custGeom>
              <a:avLst/>
              <a:gdLst/>
              <a:ahLst/>
              <a:cxnLst/>
              <a:rect l="l" t="t" r="r" b="b"/>
              <a:pathLst>
                <a:path w="2159" h="5594" extrusionOk="0">
                  <a:moveTo>
                    <a:pt x="457" y="0"/>
                  </a:moveTo>
                  <a:cubicBezTo>
                    <a:pt x="214" y="0"/>
                    <a:pt x="1" y="183"/>
                    <a:pt x="1" y="426"/>
                  </a:cubicBezTo>
                  <a:lnTo>
                    <a:pt x="1" y="5137"/>
                  </a:lnTo>
                  <a:cubicBezTo>
                    <a:pt x="1" y="5381"/>
                    <a:pt x="214" y="5593"/>
                    <a:pt x="457" y="5593"/>
                  </a:cubicBezTo>
                  <a:lnTo>
                    <a:pt x="1733" y="5593"/>
                  </a:lnTo>
                  <a:cubicBezTo>
                    <a:pt x="1977" y="5593"/>
                    <a:pt x="2159" y="5381"/>
                    <a:pt x="2159" y="5137"/>
                  </a:cubicBezTo>
                  <a:lnTo>
                    <a:pt x="2159" y="426"/>
                  </a:lnTo>
                  <a:cubicBezTo>
                    <a:pt x="2159" y="183"/>
                    <a:pt x="1977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213;p52">
              <a:extLst>
                <a:ext uri="{FF2B5EF4-FFF2-40B4-BE49-F238E27FC236}">
                  <a16:creationId xmlns:a16="http://schemas.microsoft.com/office/drawing/2014/main" id="{4B00FD9E-2F75-067A-BAE9-6E479B0D7395}"/>
                </a:ext>
              </a:extLst>
            </p:cNvPr>
            <p:cNvSpPr/>
            <p:nvPr/>
          </p:nvSpPr>
          <p:spPr>
            <a:xfrm>
              <a:off x="5814615" y="2648442"/>
              <a:ext cx="66001" cy="160386"/>
            </a:xfrm>
            <a:custGeom>
              <a:avLst/>
              <a:gdLst/>
              <a:ahLst/>
              <a:cxnLst/>
              <a:rect l="l" t="t" r="r" b="b"/>
              <a:pathLst>
                <a:path w="2402" h="5837" extrusionOk="0">
                  <a:moveTo>
                    <a:pt x="1854" y="244"/>
                  </a:moveTo>
                  <a:cubicBezTo>
                    <a:pt x="2006" y="244"/>
                    <a:pt x="2158" y="366"/>
                    <a:pt x="2158" y="548"/>
                  </a:cubicBezTo>
                  <a:lnTo>
                    <a:pt x="2158" y="5259"/>
                  </a:lnTo>
                  <a:cubicBezTo>
                    <a:pt x="2158" y="5442"/>
                    <a:pt x="2037" y="5563"/>
                    <a:pt x="1854" y="5563"/>
                  </a:cubicBezTo>
                  <a:lnTo>
                    <a:pt x="578" y="5563"/>
                  </a:lnTo>
                  <a:cubicBezTo>
                    <a:pt x="395" y="5563"/>
                    <a:pt x="243" y="5442"/>
                    <a:pt x="243" y="5259"/>
                  </a:cubicBezTo>
                  <a:lnTo>
                    <a:pt x="243" y="548"/>
                  </a:lnTo>
                  <a:cubicBezTo>
                    <a:pt x="243" y="366"/>
                    <a:pt x="395" y="244"/>
                    <a:pt x="578" y="244"/>
                  </a:cubicBezTo>
                  <a:close/>
                  <a:moveTo>
                    <a:pt x="578" y="1"/>
                  </a:moveTo>
                  <a:cubicBezTo>
                    <a:pt x="243" y="1"/>
                    <a:pt x="0" y="244"/>
                    <a:pt x="0" y="548"/>
                  </a:cubicBezTo>
                  <a:lnTo>
                    <a:pt x="0" y="5259"/>
                  </a:lnTo>
                  <a:cubicBezTo>
                    <a:pt x="0" y="5563"/>
                    <a:pt x="243" y="5837"/>
                    <a:pt x="578" y="5837"/>
                  </a:cubicBezTo>
                  <a:lnTo>
                    <a:pt x="1854" y="5837"/>
                  </a:lnTo>
                  <a:cubicBezTo>
                    <a:pt x="2158" y="5837"/>
                    <a:pt x="2402" y="5563"/>
                    <a:pt x="2402" y="5259"/>
                  </a:cubicBezTo>
                  <a:lnTo>
                    <a:pt x="2402" y="548"/>
                  </a:lnTo>
                  <a:cubicBezTo>
                    <a:pt x="2402" y="244"/>
                    <a:pt x="2158" y="1"/>
                    <a:pt x="18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214;p52">
              <a:extLst>
                <a:ext uri="{FF2B5EF4-FFF2-40B4-BE49-F238E27FC236}">
                  <a16:creationId xmlns:a16="http://schemas.microsoft.com/office/drawing/2014/main" id="{4405B9EB-C15B-161F-EE93-27A02EF70071}"/>
                </a:ext>
              </a:extLst>
            </p:cNvPr>
            <p:cNvSpPr/>
            <p:nvPr/>
          </p:nvSpPr>
          <p:spPr>
            <a:xfrm>
              <a:off x="5795409" y="2644265"/>
              <a:ext cx="59324" cy="168739"/>
            </a:xfrm>
            <a:custGeom>
              <a:avLst/>
              <a:gdLst/>
              <a:ahLst/>
              <a:cxnLst/>
              <a:rect l="l" t="t" r="r" b="b"/>
              <a:pathLst>
                <a:path w="2159" h="6141" extrusionOk="0">
                  <a:moveTo>
                    <a:pt x="456" y="1"/>
                  </a:moveTo>
                  <a:cubicBezTo>
                    <a:pt x="213" y="1"/>
                    <a:pt x="0" y="183"/>
                    <a:pt x="0" y="426"/>
                  </a:cubicBezTo>
                  <a:lnTo>
                    <a:pt x="0" y="5685"/>
                  </a:lnTo>
                  <a:cubicBezTo>
                    <a:pt x="0" y="5928"/>
                    <a:pt x="213" y="6141"/>
                    <a:pt x="456" y="6141"/>
                  </a:cubicBezTo>
                  <a:lnTo>
                    <a:pt x="1733" y="6141"/>
                  </a:lnTo>
                  <a:cubicBezTo>
                    <a:pt x="1976" y="6141"/>
                    <a:pt x="2158" y="5928"/>
                    <a:pt x="2158" y="5685"/>
                  </a:cubicBezTo>
                  <a:lnTo>
                    <a:pt x="2158" y="426"/>
                  </a:lnTo>
                  <a:cubicBezTo>
                    <a:pt x="2158" y="18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215;p52">
              <a:extLst>
                <a:ext uri="{FF2B5EF4-FFF2-40B4-BE49-F238E27FC236}">
                  <a16:creationId xmlns:a16="http://schemas.microsoft.com/office/drawing/2014/main" id="{43DE3030-ED59-E95C-4CDD-DBC9ADBE26F7}"/>
                </a:ext>
              </a:extLst>
            </p:cNvPr>
            <p:cNvSpPr/>
            <p:nvPr/>
          </p:nvSpPr>
          <p:spPr>
            <a:xfrm>
              <a:off x="5792908" y="2640089"/>
              <a:ext cx="66001" cy="176268"/>
            </a:xfrm>
            <a:custGeom>
              <a:avLst/>
              <a:gdLst/>
              <a:ahLst/>
              <a:cxnLst/>
              <a:rect l="l" t="t" r="r" b="b"/>
              <a:pathLst>
                <a:path w="2402" h="6415" extrusionOk="0">
                  <a:moveTo>
                    <a:pt x="1824" y="275"/>
                  </a:moveTo>
                  <a:cubicBezTo>
                    <a:pt x="2006" y="275"/>
                    <a:pt x="2158" y="396"/>
                    <a:pt x="2158" y="578"/>
                  </a:cubicBezTo>
                  <a:lnTo>
                    <a:pt x="2158" y="5837"/>
                  </a:lnTo>
                  <a:cubicBezTo>
                    <a:pt x="2158" y="6019"/>
                    <a:pt x="2006" y="6141"/>
                    <a:pt x="1824" y="6171"/>
                  </a:cubicBezTo>
                  <a:lnTo>
                    <a:pt x="547" y="6171"/>
                  </a:lnTo>
                  <a:cubicBezTo>
                    <a:pt x="365" y="6171"/>
                    <a:pt x="243" y="6019"/>
                    <a:pt x="243" y="5837"/>
                  </a:cubicBezTo>
                  <a:lnTo>
                    <a:pt x="243" y="578"/>
                  </a:lnTo>
                  <a:cubicBezTo>
                    <a:pt x="243" y="396"/>
                    <a:pt x="365" y="275"/>
                    <a:pt x="547" y="275"/>
                  </a:cubicBezTo>
                  <a:close/>
                  <a:moveTo>
                    <a:pt x="547" y="1"/>
                  </a:moveTo>
                  <a:cubicBezTo>
                    <a:pt x="243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3" y="6414"/>
                    <a:pt x="547" y="6414"/>
                  </a:cubicBezTo>
                  <a:lnTo>
                    <a:pt x="1824" y="6414"/>
                  </a:lnTo>
                  <a:cubicBezTo>
                    <a:pt x="2128" y="6414"/>
                    <a:pt x="2401" y="6141"/>
                    <a:pt x="2401" y="5837"/>
                  </a:cubicBezTo>
                  <a:lnTo>
                    <a:pt x="2401" y="578"/>
                  </a:lnTo>
                  <a:cubicBezTo>
                    <a:pt x="2401" y="275"/>
                    <a:pt x="2128" y="1"/>
                    <a:pt x="18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216;p52">
              <a:extLst>
                <a:ext uri="{FF2B5EF4-FFF2-40B4-BE49-F238E27FC236}">
                  <a16:creationId xmlns:a16="http://schemas.microsoft.com/office/drawing/2014/main" id="{A9FF4534-8DF2-C759-8C53-AB200554922A}"/>
                </a:ext>
              </a:extLst>
            </p:cNvPr>
            <p:cNvSpPr/>
            <p:nvPr/>
          </p:nvSpPr>
          <p:spPr>
            <a:xfrm>
              <a:off x="5906473" y="2651794"/>
              <a:ext cx="59324" cy="153709"/>
            </a:xfrm>
            <a:custGeom>
              <a:avLst/>
              <a:gdLst/>
              <a:ahLst/>
              <a:cxnLst/>
              <a:rect l="l" t="t" r="r" b="b"/>
              <a:pathLst>
                <a:path w="2159" h="5594" extrusionOk="0">
                  <a:moveTo>
                    <a:pt x="457" y="0"/>
                  </a:moveTo>
                  <a:cubicBezTo>
                    <a:pt x="183" y="0"/>
                    <a:pt x="1" y="183"/>
                    <a:pt x="1" y="426"/>
                  </a:cubicBezTo>
                  <a:lnTo>
                    <a:pt x="1" y="5137"/>
                  </a:lnTo>
                  <a:cubicBezTo>
                    <a:pt x="1" y="5381"/>
                    <a:pt x="183" y="5593"/>
                    <a:pt x="457" y="5593"/>
                  </a:cubicBezTo>
                  <a:lnTo>
                    <a:pt x="1733" y="5593"/>
                  </a:lnTo>
                  <a:cubicBezTo>
                    <a:pt x="1977" y="5593"/>
                    <a:pt x="2159" y="5381"/>
                    <a:pt x="2159" y="5137"/>
                  </a:cubicBezTo>
                  <a:lnTo>
                    <a:pt x="2159" y="426"/>
                  </a:lnTo>
                  <a:cubicBezTo>
                    <a:pt x="2159" y="183"/>
                    <a:pt x="1977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217;p52">
              <a:extLst>
                <a:ext uri="{FF2B5EF4-FFF2-40B4-BE49-F238E27FC236}">
                  <a16:creationId xmlns:a16="http://schemas.microsoft.com/office/drawing/2014/main" id="{89EBC8CC-82B8-FAF7-55AB-65572C3CEE1B}"/>
                </a:ext>
              </a:extLst>
            </p:cNvPr>
            <p:cNvSpPr/>
            <p:nvPr/>
          </p:nvSpPr>
          <p:spPr>
            <a:xfrm>
              <a:off x="5903148" y="2648387"/>
              <a:ext cx="66825" cy="160441"/>
            </a:xfrm>
            <a:custGeom>
              <a:avLst/>
              <a:gdLst/>
              <a:ahLst/>
              <a:cxnLst/>
              <a:rect l="l" t="t" r="r" b="b"/>
              <a:pathLst>
                <a:path w="2432" h="5839" extrusionOk="0">
                  <a:moveTo>
                    <a:pt x="1854" y="246"/>
                  </a:moveTo>
                  <a:cubicBezTo>
                    <a:pt x="2037" y="246"/>
                    <a:pt x="2158" y="368"/>
                    <a:pt x="2189" y="550"/>
                  </a:cubicBezTo>
                  <a:lnTo>
                    <a:pt x="2189" y="5261"/>
                  </a:lnTo>
                  <a:cubicBezTo>
                    <a:pt x="2158" y="5444"/>
                    <a:pt x="2037" y="5565"/>
                    <a:pt x="1854" y="5565"/>
                  </a:cubicBezTo>
                  <a:lnTo>
                    <a:pt x="578" y="5565"/>
                  </a:lnTo>
                  <a:cubicBezTo>
                    <a:pt x="395" y="5565"/>
                    <a:pt x="243" y="5444"/>
                    <a:pt x="274" y="5261"/>
                  </a:cubicBezTo>
                  <a:lnTo>
                    <a:pt x="274" y="550"/>
                  </a:lnTo>
                  <a:cubicBezTo>
                    <a:pt x="274" y="368"/>
                    <a:pt x="395" y="246"/>
                    <a:pt x="578" y="246"/>
                  </a:cubicBezTo>
                  <a:close/>
                  <a:moveTo>
                    <a:pt x="1901" y="1"/>
                  </a:moveTo>
                  <a:cubicBezTo>
                    <a:pt x="1885" y="1"/>
                    <a:pt x="1870" y="1"/>
                    <a:pt x="1854" y="3"/>
                  </a:cubicBezTo>
                  <a:lnTo>
                    <a:pt x="578" y="3"/>
                  </a:lnTo>
                  <a:cubicBezTo>
                    <a:pt x="274" y="3"/>
                    <a:pt x="0" y="246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74" y="5839"/>
                    <a:pt x="578" y="5839"/>
                  </a:cubicBezTo>
                  <a:lnTo>
                    <a:pt x="1854" y="5839"/>
                  </a:lnTo>
                  <a:cubicBezTo>
                    <a:pt x="2158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186" y="1"/>
                    <a:pt x="19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218;p52">
              <a:extLst>
                <a:ext uri="{FF2B5EF4-FFF2-40B4-BE49-F238E27FC236}">
                  <a16:creationId xmlns:a16="http://schemas.microsoft.com/office/drawing/2014/main" id="{826B39BE-A018-7726-2264-13031C5E834C}"/>
                </a:ext>
              </a:extLst>
            </p:cNvPr>
            <p:cNvSpPr/>
            <p:nvPr/>
          </p:nvSpPr>
          <p:spPr>
            <a:xfrm>
              <a:off x="5883941" y="2644265"/>
              <a:ext cx="59324" cy="168739"/>
            </a:xfrm>
            <a:custGeom>
              <a:avLst/>
              <a:gdLst/>
              <a:ahLst/>
              <a:cxnLst/>
              <a:rect l="l" t="t" r="r" b="b"/>
              <a:pathLst>
                <a:path w="2159" h="6141" extrusionOk="0">
                  <a:moveTo>
                    <a:pt x="456" y="1"/>
                  </a:moveTo>
                  <a:cubicBezTo>
                    <a:pt x="213" y="1"/>
                    <a:pt x="0" y="183"/>
                    <a:pt x="0" y="426"/>
                  </a:cubicBezTo>
                  <a:lnTo>
                    <a:pt x="0" y="5685"/>
                  </a:lnTo>
                  <a:cubicBezTo>
                    <a:pt x="0" y="5928"/>
                    <a:pt x="213" y="6141"/>
                    <a:pt x="456" y="6141"/>
                  </a:cubicBezTo>
                  <a:lnTo>
                    <a:pt x="1733" y="6141"/>
                  </a:lnTo>
                  <a:cubicBezTo>
                    <a:pt x="1976" y="6141"/>
                    <a:pt x="2158" y="5928"/>
                    <a:pt x="2158" y="5685"/>
                  </a:cubicBezTo>
                  <a:lnTo>
                    <a:pt x="2158" y="426"/>
                  </a:lnTo>
                  <a:cubicBezTo>
                    <a:pt x="2158" y="18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219;p52">
              <a:extLst>
                <a:ext uri="{FF2B5EF4-FFF2-40B4-BE49-F238E27FC236}">
                  <a16:creationId xmlns:a16="http://schemas.microsoft.com/office/drawing/2014/main" id="{44EC5C2F-B589-CB36-719A-E331A7840578}"/>
                </a:ext>
              </a:extLst>
            </p:cNvPr>
            <p:cNvSpPr/>
            <p:nvPr/>
          </p:nvSpPr>
          <p:spPr>
            <a:xfrm>
              <a:off x="5880589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55" y="275"/>
                  </a:moveTo>
                  <a:cubicBezTo>
                    <a:pt x="2037" y="275"/>
                    <a:pt x="2159" y="396"/>
                    <a:pt x="2159" y="578"/>
                  </a:cubicBezTo>
                  <a:lnTo>
                    <a:pt x="2159" y="5867"/>
                  </a:lnTo>
                  <a:cubicBezTo>
                    <a:pt x="2159" y="6019"/>
                    <a:pt x="2037" y="6171"/>
                    <a:pt x="1855" y="6171"/>
                  </a:cubicBezTo>
                  <a:lnTo>
                    <a:pt x="578" y="6171"/>
                  </a:lnTo>
                  <a:cubicBezTo>
                    <a:pt x="39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74" y="1"/>
                    <a:pt x="1" y="275"/>
                    <a:pt x="1" y="578"/>
                  </a:cubicBezTo>
                  <a:lnTo>
                    <a:pt x="1" y="5867"/>
                  </a:lnTo>
                  <a:cubicBezTo>
                    <a:pt x="1" y="6171"/>
                    <a:pt x="274" y="6414"/>
                    <a:pt x="578" y="6414"/>
                  </a:cubicBezTo>
                  <a:lnTo>
                    <a:pt x="1855" y="6414"/>
                  </a:lnTo>
                  <a:cubicBezTo>
                    <a:pt x="2159" y="6414"/>
                    <a:pt x="2432" y="6141"/>
                    <a:pt x="2402" y="5837"/>
                  </a:cubicBezTo>
                  <a:lnTo>
                    <a:pt x="2402" y="578"/>
                  </a:lnTo>
                  <a:cubicBezTo>
                    <a:pt x="2402" y="275"/>
                    <a:pt x="2159" y="3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220;p52">
              <a:extLst>
                <a:ext uri="{FF2B5EF4-FFF2-40B4-BE49-F238E27FC236}">
                  <a16:creationId xmlns:a16="http://schemas.microsoft.com/office/drawing/2014/main" id="{D8AE528E-5C11-0039-4991-471992038086}"/>
                </a:ext>
              </a:extLst>
            </p:cNvPr>
            <p:cNvSpPr/>
            <p:nvPr/>
          </p:nvSpPr>
          <p:spPr>
            <a:xfrm>
              <a:off x="5995005" y="2651794"/>
              <a:ext cx="59324" cy="153709"/>
            </a:xfrm>
            <a:custGeom>
              <a:avLst/>
              <a:gdLst/>
              <a:ahLst/>
              <a:cxnLst/>
              <a:rect l="l" t="t" r="r" b="b"/>
              <a:pathLst>
                <a:path w="2159" h="5594" extrusionOk="0">
                  <a:moveTo>
                    <a:pt x="426" y="0"/>
                  </a:moveTo>
                  <a:cubicBezTo>
                    <a:pt x="183" y="0"/>
                    <a:pt x="1" y="183"/>
                    <a:pt x="1" y="426"/>
                  </a:cubicBezTo>
                  <a:lnTo>
                    <a:pt x="1" y="5137"/>
                  </a:lnTo>
                  <a:cubicBezTo>
                    <a:pt x="1" y="5381"/>
                    <a:pt x="183" y="5593"/>
                    <a:pt x="426" y="5593"/>
                  </a:cubicBezTo>
                  <a:lnTo>
                    <a:pt x="1703" y="5593"/>
                  </a:lnTo>
                  <a:cubicBezTo>
                    <a:pt x="1946" y="5593"/>
                    <a:pt x="2159" y="5381"/>
                    <a:pt x="2159" y="5137"/>
                  </a:cubicBezTo>
                  <a:lnTo>
                    <a:pt x="2159" y="426"/>
                  </a:lnTo>
                  <a:cubicBezTo>
                    <a:pt x="2159" y="183"/>
                    <a:pt x="1946" y="0"/>
                    <a:pt x="17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221;p52">
              <a:extLst>
                <a:ext uri="{FF2B5EF4-FFF2-40B4-BE49-F238E27FC236}">
                  <a16:creationId xmlns:a16="http://schemas.microsoft.com/office/drawing/2014/main" id="{D525E4CC-D773-8D67-28C2-790BBEE8DA8A}"/>
                </a:ext>
              </a:extLst>
            </p:cNvPr>
            <p:cNvSpPr/>
            <p:nvPr/>
          </p:nvSpPr>
          <p:spPr>
            <a:xfrm>
              <a:off x="5991680" y="2648442"/>
              <a:ext cx="66001" cy="160386"/>
            </a:xfrm>
            <a:custGeom>
              <a:avLst/>
              <a:gdLst/>
              <a:ahLst/>
              <a:cxnLst/>
              <a:rect l="l" t="t" r="r" b="b"/>
              <a:pathLst>
                <a:path w="2402" h="5837" extrusionOk="0">
                  <a:moveTo>
                    <a:pt x="1824" y="244"/>
                  </a:moveTo>
                  <a:cubicBezTo>
                    <a:pt x="2006" y="244"/>
                    <a:pt x="2158" y="366"/>
                    <a:pt x="2158" y="548"/>
                  </a:cubicBezTo>
                  <a:lnTo>
                    <a:pt x="2158" y="5259"/>
                  </a:lnTo>
                  <a:cubicBezTo>
                    <a:pt x="2158" y="5442"/>
                    <a:pt x="2006" y="5563"/>
                    <a:pt x="1824" y="5563"/>
                  </a:cubicBezTo>
                  <a:lnTo>
                    <a:pt x="547" y="5563"/>
                  </a:lnTo>
                  <a:cubicBezTo>
                    <a:pt x="365" y="5563"/>
                    <a:pt x="243" y="5442"/>
                    <a:pt x="243" y="5259"/>
                  </a:cubicBezTo>
                  <a:lnTo>
                    <a:pt x="243" y="548"/>
                  </a:lnTo>
                  <a:cubicBezTo>
                    <a:pt x="243" y="366"/>
                    <a:pt x="365" y="244"/>
                    <a:pt x="547" y="244"/>
                  </a:cubicBezTo>
                  <a:close/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lnTo>
                    <a:pt x="0" y="5259"/>
                  </a:lnTo>
                  <a:cubicBezTo>
                    <a:pt x="0" y="5563"/>
                    <a:pt x="243" y="5837"/>
                    <a:pt x="547" y="5837"/>
                  </a:cubicBezTo>
                  <a:lnTo>
                    <a:pt x="1824" y="5837"/>
                  </a:lnTo>
                  <a:cubicBezTo>
                    <a:pt x="2158" y="5837"/>
                    <a:pt x="2401" y="5563"/>
                    <a:pt x="2401" y="5259"/>
                  </a:cubicBezTo>
                  <a:lnTo>
                    <a:pt x="2401" y="548"/>
                  </a:lnTo>
                  <a:cubicBezTo>
                    <a:pt x="2401" y="244"/>
                    <a:pt x="2158" y="1"/>
                    <a:pt x="18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222;p52">
              <a:extLst>
                <a:ext uri="{FF2B5EF4-FFF2-40B4-BE49-F238E27FC236}">
                  <a16:creationId xmlns:a16="http://schemas.microsoft.com/office/drawing/2014/main" id="{F8DE7EB7-21A8-9398-30F2-33F69C3CDD16}"/>
                </a:ext>
              </a:extLst>
            </p:cNvPr>
            <p:cNvSpPr/>
            <p:nvPr/>
          </p:nvSpPr>
          <p:spPr>
            <a:xfrm>
              <a:off x="5972474" y="2644265"/>
              <a:ext cx="59324" cy="168739"/>
            </a:xfrm>
            <a:custGeom>
              <a:avLst/>
              <a:gdLst/>
              <a:ahLst/>
              <a:cxnLst/>
              <a:rect l="l" t="t" r="r" b="b"/>
              <a:pathLst>
                <a:path w="2159" h="6141" extrusionOk="0">
                  <a:moveTo>
                    <a:pt x="456" y="1"/>
                  </a:moveTo>
                  <a:cubicBezTo>
                    <a:pt x="213" y="1"/>
                    <a:pt x="0" y="183"/>
                    <a:pt x="0" y="426"/>
                  </a:cubicBezTo>
                  <a:lnTo>
                    <a:pt x="0" y="5685"/>
                  </a:lnTo>
                  <a:cubicBezTo>
                    <a:pt x="0" y="5928"/>
                    <a:pt x="213" y="6141"/>
                    <a:pt x="456" y="6141"/>
                  </a:cubicBezTo>
                  <a:lnTo>
                    <a:pt x="1733" y="6141"/>
                  </a:lnTo>
                  <a:cubicBezTo>
                    <a:pt x="1976" y="6141"/>
                    <a:pt x="2158" y="5928"/>
                    <a:pt x="2158" y="5685"/>
                  </a:cubicBezTo>
                  <a:lnTo>
                    <a:pt x="2158" y="426"/>
                  </a:lnTo>
                  <a:cubicBezTo>
                    <a:pt x="2158" y="18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223;p52">
              <a:extLst>
                <a:ext uri="{FF2B5EF4-FFF2-40B4-BE49-F238E27FC236}">
                  <a16:creationId xmlns:a16="http://schemas.microsoft.com/office/drawing/2014/main" id="{7FF30C23-4CB1-07A1-B9B7-4ABCC2BF9AF3}"/>
                </a:ext>
              </a:extLst>
            </p:cNvPr>
            <p:cNvSpPr/>
            <p:nvPr/>
          </p:nvSpPr>
          <p:spPr>
            <a:xfrm>
              <a:off x="5969121" y="2640089"/>
              <a:ext cx="66001" cy="176268"/>
            </a:xfrm>
            <a:custGeom>
              <a:avLst/>
              <a:gdLst/>
              <a:ahLst/>
              <a:cxnLst/>
              <a:rect l="l" t="t" r="r" b="b"/>
              <a:pathLst>
                <a:path w="2402" h="6415" extrusionOk="0">
                  <a:moveTo>
                    <a:pt x="1855" y="275"/>
                  </a:moveTo>
                  <a:cubicBezTo>
                    <a:pt x="2007" y="275"/>
                    <a:pt x="2159" y="396"/>
                    <a:pt x="2159" y="578"/>
                  </a:cubicBezTo>
                  <a:lnTo>
                    <a:pt x="2159" y="5867"/>
                  </a:lnTo>
                  <a:cubicBezTo>
                    <a:pt x="2159" y="6019"/>
                    <a:pt x="2007" y="6171"/>
                    <a:pt x="1855" y="6171"/>
                  </a:cubicBezTo>
                  <a:lnTo>
                    <a:pt x="578" y="6171"/>
                  </a:lnTo>
                  <a:cubicBezTo>
                    <a:pt x="39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44" y="1"/>
                    <a:pt x="1" y="275"/>
                    <a:pt x="1" y="578"/>
                  </a:cubicBezTo>
                  <a:lnTo>
                    <a:pt x="1" y="5867"/>
                  </a:lnTo>
                  <a:cubicBezTo>
                    <a:pt x="1" y="6171"/>
                    <a:pt x="244" y="6414"/>
                    <a:pt x="578" y="6414"/>
                  </a:cubicBezTo>
                  <a:lnTo>
                    <a:pt x="1855" y="6414"/>
                  </a:lnTo>
                  <a:cubicBezTo>
                    <a:pt x="2159" y="6414"/>
                    <a:pt x="2402" y="6141"/>
                    <a:pt x="2402" y="5837"/>
                  </a:cubicBezTo>
                  <a:lnTo>
                    <a:pt x="2402" y="578"/>
                  </a:lnTo>
                  <a:cubicBezTo>
                    <a:pt x="2402" y="275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224;p52">
              <a:extLst>
                <a:ext uri="{FF2B5EF4-FFF2-40B4-BE49-F238E27FC236}">
                  <a16:creationId xmlns:a16="http://schemas.microsoft.com/office/drawing/2014/main" id="{79ACB18D-B398-115B-03FA-9667C07207FF}"/>
                </a:ext>
              </a:extLst>
            </p:cNvPr>
            <p:cNvSpPr/>
            <p:nvPr/>
          </p:nvSpPr>
          <p:spPr>
            <a:xfrm>
              <a:off x="6082713" y="2651794"/>
              <a:ext cx="59324" cy="153709"/>
            </a:xfrm>
            <a:custGeom>
              <a:avLst/>
              <a:gdLst/>
              <a:ahLst/>
              <a:cxnLst/>
              <a:rect l="l" t="t" r="r" b="b"/>
              <a:pathLst>
                <a:path w="2159" h="5594" extrusionOk="0">
                  <a:moveTo>
                    <a:pt x="456" y="0"/>
                  </a:moveTo>
                  <a:cubicBezTo>
                    <a:pt x="213" y="0"/>
                    <a:pt x="0" y="183"/>
                    <a:pt x="0" y="426"/>
                  </a:cubicBezTo>
                  <a:lnTo>
                    <a:pt x="0" y="5137"/>
                  </a:lnTo>
                  <a:cubicBezTo>
                    <a:pt x="0" y="5381"/>
                    <a:pt x="213" y="5593"/>
                    <a:pt x="456" y="5593"/>
                  </a:cubicBezTo>
                  <a:lnTo>
                    <a:pt x="1733" y="5593"/>
                  </a:lnTo>
                  <a:cubicBezTo>
                    <a:pt x="1976" y="5593"/>
                    <a:pt x="2158" y="5381"/>
                    <a:pt x="2158" y="5137"/>
                  </a:cubicBezTo>
                  <a:lnTo>
                    <a:pt x="2158" y="426"/>
                  </a:lnTo>
                  <a:cubicBezTo>
                    <a:pt x="2158" y="183"/>
                    <a:pt x="1976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225;p52">
              <a:extLst>
                <a:ext uri="{FF2B5EF4-FFF2-40B4-BE49-F238E27FC236}">
                  <a16:creationId xmlns:a16="http://schemas.microsoft.com/office/drawing/2014/main" id="{12D05C31-167C-2B61-35D0-45492EA2BB07}"/>
                </a:ext>
              </a:extLst>
            </p:cNvPr>
            <p:cNvSpPr/>
            <p:nvPr/>
          </p:nvSpPr>
          <p:spPr>
            <a:xfrm>
              <a:off x="6079361" y="2648442"/>
              <a:ext cx="66853" cy="160386"/>
            </a:xfrm>
            <a:custGeom>
              <a:avLst/>
              <a:gdLst/>
              <a:ahLst/>
              <a:cxnLst/>
              <a:rect l="l" t="t" r="r" b="b"/>
              <a:pathLst>
                <a:path w="2433" h="5837" extrusionOk="0">
                  <a:moveTo>
                    <a:pt x="1855" y="244"/>
                  </a:moveTo>
                  <a:cubicBezTo>
                    <a:pt x="2037" y="244"/>
                    <a:pt x="2189" y="366"/>
                    <a:pt x="2189" y="548"/>
                  </a:cubicBezTo>
                  <a:lnTo>
                    <a:pt x="2189" y="5259"/>
                  </a:lnTo>
                  <a:cubicBezTo>
                    <a:pt x="2189" y="5442"/>
                    <a:pt x="2037" y="5563"/>
                    <a:pt x="1855" y="5563"/>
                  </a:cubicBezTo>
                  <a:lnTo>
                    <a:pt x="578" y="5563"/>
                  </a:lnTo>
                  <a:cubicBezTo>
                    <a:pt x="396" y="5563"/>
                    <a:pt x="274" y="5442"/>
                    <a:pt x="274" y="5259"/>
                  </a:cubicBezTo>
                  <a:lnTo>
                    <a:pt x="274" y="548"/>
                  </a:lnTo>
                  <a:cubicBezTo>
                    <a:pt x="274" y="366"/>
                    <a:pt x="396" y="244"/>
                    <a:pt x="578" y="244"/>
                  </a:cubicBezTo>
                  <a:close/>
                  <a:moveTo>
                    <a:pt x="578" y="1"/>
                  </a:moveTo>
                  <a:cubicBezTo>
                    <a:pt x="274" y="1"/>
                    <a:pt x="31" y="244"/>
                    <a:pt x="31" y="548"/>
                  </a:cubicBezTo>
                  <a:lnTo>
                    <a:pt x="31" y="5259"/>
                  </a:lnTo>
                  <a:cubicBezTo>
                    <a:pt x="1" y="5563"/>
                    <a:pt x="274" y="5837"/>
                    <a:pt x="578" y="5837"/>
                  </a:cubicBezTo>
                  <a:lnTo>
                    <a:pt x="1855" y="5837"/>
                  </a:lnTo>
                  <a:cubicBezTo>
                    <a:pt x="2159" y="5837"/>
                    <a:pt x="2432" y="5563"/>
                    <a:pt x="2432" y="5259"/>
                  </a:cubicBezTo>
                  <a:lnTo>
                    <a:pt x="2432" y="548"/>
                  </a:lnTo>
                  <a:cubicBezTo>
                    <a:pt x="2432" y="244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226;p52">
              <a:extLst>
                <a:ext uri="{FF2B5EF4-FFF2-40B4-BE49-F238E27FC236}">
                  <a16:creationId xmlns:a16="http://schemas.microsoft.com/office/drawing/2014/main" id="{CB9FBBC0-07BA-2F69-B826-B14BABA85F58}"/>
                </a:ext>
              </a:extLst>
            </p:cNvPr>
            <p:cNvSpPr/>
            <p:nvPr/>
          </p:nvSpPr>
          <p:spPr>
            <a:xfrm>
              <a:off x="6061006" y="2644265"/>
              <a:ext cx="59324" cy="168739"/>
            </a:xfrm>
            <a:custGeom>
              <a:avLst/>
              <a:gdLst/>
              <a:ahLst/>
              <a:cxnLst/>
              <a:rect l="l" t="t" r="r" b="b"/>
              <a:pathLst>
                <a:path w="2159" h="6141" extrusionOk="0">
                  <a:moveTo>
                    <a:pt x="426" y="1"/>
                  </a:moveTo>
                  <a:cubicBezTo>
                    <a:pt x="182" y="1"/>
                    <a:pt x="0" y="183"/>
                    <a:pt x="0" y="426"/>
                  </a:cubicBezTo>
                  <a:lnTo>
                    <a:pt x="0" y="5685"/>
                  </a:lnTo>
                  <a:cubicBezTo>
                    <a:pt x="0" y="5928"/>
                    <a:pt x="182" y="6141"/>
                    <a:pt x="426" y="6141"/>
                  </a:cubicBezTo>
                  <a:lnTo>
                    <a:pt x="1702" y="6141"/>
                  </a:lnTo>
                  <a:cubicBezTo>
                    <a:pt x="1945" y="6141"/>
                    <a:pt x="2158" y="5928"/>
                    <a:pt x="2158" y="5685"/>
                  </a:cubicBezTo>
                  <a:lnTo>
                    <a:pt x="2158" y="426"/>
                  </a:lnTo>
                  <a:cubicBezTo>
                    <a:pt x="2158" y="183"/>
                    <a:pt x="1945" y="1"/>
                    <a:pt x="1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227;p52">
              <a:extLst>
                <a:ext uri="{FF2B5EF4-FFF2-40B4-BE49-F238E27FC236}">
                  <a16:creationId xmlns:a16="http://schemas.microsoft.com/office/drawing/2014/main" id="{50D8ADC8-D2DC-6FE3-A11F-82F259E3821B}"/>
                </a:ext>
              </a:extLst>
            </p:cNvPr>
            <p:cNvSpPr/>
            <p:nvPr/>
          </p:nvSpPr>
          <p:spPr>
            <a:xfrm>
              <a:off x="6057654" y="2640089"/>
              <a:ext cx="66001" cy="176268"/>
            </a:xfrm>
            <a:custGeom>
              <a:avLst/>
              <a:gdLst/>
              <a:ahLst/>
              <a:cxnLst/>
              <a:rect l="l" t="t" r="r" b="b"/>
              <a:pathLst>
                <a:path w="2402" h="6415" extrusionOk="0">
                  <a:moveTo>
                    <a:pt x="1855" y="275"/>
                  </a:moveTo>
                  <a:cubicBezTo>
                    <a:pt x="2007" y="275"/>
                    <a:pt x="2159" y="396"/>
                    <a:pt x="2159" y="578"/>
                  </a:cubicBezTo>
                  <a:lnTo>
                    <a:pt x="2159" y="5867"/>
                  </a:lnTo>
                  <a:cubicBezTo>
                    <a:pt x="2159" y="6019"/>
                    <a:pt x="2007" y="6171"/>
                    <a:pt x="1855" y="6171"/>
                  </a:cubicBezTo>
                  <a:lnTo>
                    <a:pt x="548" y="6171"/>
                  </a:lnTo>
                  <a:cubicBezTo>
                    <a:pt x="39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96" y="275"/>
                    <a:pt x="548" y="275"/>
                  </a:cubicBezTo>
                  <a:close/>
                  <a:moveTo>
                    <a:pt x="548" y="1"/>
                  </a:moveTo>
                  <a:cubicBezTo>
                    <a:pt x="244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4" y="6414"/>
                    <a:pt x="548" y="6414"/>
                  </a:cubicBezTo>
                  <a:lnTo>
                    <a:pt x="1855" y="6414"/>
                  </a:lnTo>
                  <a:cubicBezTo>
                    <a:pt x="2159" y="6414"/>
                    <a:pt x="2402" y="6141"/>
                    <a:pt x="2402" y="5837"/>
                  </a:cubicBezTo>
                  <a:lnTo>
                    <a:pt x="2402" y="578"/>
                  </a:lnTo>
                  <a:cubicBezTo>
                    <a:pt x="2402" y="275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228;p52">
              <a:extLst>
                <a:ext uri="{FF2B5EF4-FFF2-40B4-BE49-F238E27FC236}">
                  <a16:creationId xmlns:a16="http://schemas.microsoft.com/office/drawing/2014/main" id="{81951427-3581-E653-D140-394652008C59}"/>
                </a:ext>
              </a:extLst>
            </p:cNvPr>
            <p:cNvSpPr/>
            <p:nvPr/>
          </p:nvSpPr>
          <p:spPr>
            <a:xfrm>
              <a:off x="6171246" y="2651794"/>
              <a:ext cx="59324" cy="153709"/>
            </a:xfrm>
            <a:custGeom>
              <a:avLst/>
              <a:gdLst/>
              <a:ahLst/>
              <a:cxnLst/>
              <a:rect l="l" t="t" r="r" b="b"/>
              <a:pathLst>
                <a:path w="2159" h="5594" extrusionOk="0">
                  <a:moveTo>
                    <a:pt x="456" y="0"/>
                  </a:moveTo>
                  <a:cubicBezTo>
                    <a:pt x="213" y="0"/>
                    <a:pt x="0" y="183"/>
                    <a:pt x="0" y="426"/>
                  </a:cubicBezTo>
                  <a:lnTo>
                    <a:pt x="0" y="5137"/>
                  </a:lnTo>
                  <a:cubicBezTo>
                    <a:pt x="0" y="5381"/>
                    <a:pt x="213" y="5593"/>
                    <a:pt x="456" y="5593"/>
                  </a:cubicBezTo>
                  <a:lnTo>
                    <a:pt x="1733" y="5593"/>
                  </a:lnTo>
                  <a:cubicBezTo>
                    <a:pt x="1976" y="5593"/>
                    <a:pt x="2158" y="5381"/>
                    <a:pt x="2158" y="5137"/>
                  </a:cubicBezTo>
                  <a:lnTo>
                    <a:pt x="2158" y="426"/>
                  </a:lnTo>
                  <a:cubicBezTo>
                    <a:pt x="2158" y="183"/>
                    <a:pt x="1976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229;p52">
              <a:extLst>
                <a:ext uri="{FF2B5EF4-FFF2-40B4-BE49-F238E27FC236}">
                  <a16:creationId xmlns:a16="http://schemas.microsoft.com/office/drawing/2014/main" id="{0E4C8161-3116-5A24-1D4F-51895933F121}"/>
                </a:ext>
              </a:extLst>
            </p:cNvPr>
            <p:cNvSpPr/>
            <p:nvPr/>
          </p:nvSpPr>
          <p:spPr>
            <a:xfrm>
              <a:off x="6167894" y="2648442"/>
              <a:ext cx="66853" cy="160386"/>
            </a:xfrm>
            <a:custGeom>
              <a:avLst/>
              <a:gdLst/>
              <a:ahLst/>
              <a:cxnLst/>
              <a:rect l="l" t="t" r="r" b="b"/>
              <a:pathLst>
                <a:path w="2433" h="5837" extrusionOk="0">
                  <a:moveTo>
                    <a:pt x="1855" y="244"/>
                  </a:moveTo>
                  <a:cubicBezTo>
                    <a:pt x="2037" y="244"/>
                    <a:pt x="2189" y="366"/>
                    <a:pt x="2189" y="548"/>
                  </a:cubicBezTo>
                  <a:lnTo>
                    <a:pt x="2189" y="5259"/>
                  </a:lnTo>
                  <a:cubicBezTo>
                    <a:pt x="2189" y="5442"/>
                    <a:pt x="2037" y="5563"/>
                    <a:pt x="1855" y="5563"/>
                  </a:cubicBezTo>
                  <a:lnTo>
                    <a:pt x="578" y="5563"/>
                  </a:lnTo>
                  <a:cubicBezTo>
                    <a:pt x="396" y="5563"/>
                    <a:pt x="274" y="5442"/>
                    <a:pt x="274" y="5259"/>
                  </a:cubicBezTo>
                  <a:lnTo>
                    <a:pt x="274" y="548"/>
                  </a:lnTo>
                  <a:cubicBezTo>
                    <a:pt x="274" y="366"/>
                    <a:pt x="396" y="244"/>
                    <a:pt x="578" y="244"/>
                  </a:cubicBezTo>
                  <a:close/>
                  <a:moveTo>
                    <a:pt x="578" y="1"/>
                  </a:moveTo>
                  <a:cubicBezTo>
                    <a:pt x="274" y="1"/>
                    <a:pt x="31" y="244"/>
                    <a:pt x="31" y="548"/>
                  </a:cubicBezTo>
                  <a:lnTo>
                    <a:pt x="31" y="5259"/>
                  </a:lnTo>
                  <a:cubicBezTo>
                    <a:pt x="1" y="5563"/>
                    <a:pt x="274" y="5837"/>
                    <a:pt x="578" y="5837"/>
                  </a:cubicBezTo>
                  <a:lnTo>
                    <a:pt x="1855" y="5837"/>
                  </a:lnTo>
                  <a:cubicBezTo>
                    <a:pt x="2159" y="5837"/>
                    <a:pt x="2432" y="5563"/>
                    <a:pt x="2432" y="5259"/>
                  </a:cubicBezTo>
                  <a:lnTo>
                    <a:pt x="2432" y="548"/>
                  </a:lnTo>
                  <a:cubicBezTo>
                    <a:pt x="2432" y="244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230;p52">
              <a:extLst>
                <a:ext uri="{FF2B5EF4-FFF2-40B4-BE49-F238E27FC236}">
                  <a16:creationId xmlns:a16="http://schemas.microsoft.com/office/drawing/2014/main" id="{C21AAA06-9BA0-A985-CE18-CDE636357FC1}"/>
                </a:ext>
              </a:extLst>
            </p:cNvPr>
            <p:cNvSpPr/>
            <p:nvPr/>
          </p:nvSpPr>
          <p:spPr>
            <a:xfrm>
              <a:off x="6149511" y="2644265"/>
              <a:ext cx="59351" cy="168739"/>
            </a:xfrm>
            <a:custGeom>
              <a:avLst/>
              <a:gdLst/>
              <a:ahLst/>
              <a:cxnLst/>
              <a:rect l="l" t="t" r="r" b="b"/>
              <a:pathLst>
                <a:path w="2160" h="6141" extrusionOk="0">
                  <a:moveTo>
                    <a:pt x="427" y="1"/>
                  </a:moveTo>
                  <a:cubicBezTo>
                    <a:pt x="183" y="1"/>
                    <a:pt x="1" y="183"/>
                    <a:pt x="1" y="426"/>
                  </a:cubicBezTo>
                  <a:lnTo>
                    <a:pt x="1" y="5685"/>
                  </a:lnTo>
                  <a:cubicBezTo>
                    <a:pt x="1" y="5928"/>
                    <a:pt x="183" y="6141"/>
                    <a:pt x="427" y="6141"/>
                  </a:cubicBezTo>
                  <a:lnTo>
                    <a:pt x="1703" y="6141"/>
                  </a:lnTo>
                  <a:cubicBezTo>
                    <a:pt x="1946" y="6141"/>
                    <a:pt x="2159" y="5928"/>
                    <a:pt x="2159" y="5685"/>
                  </a:cubicBezTo>
                  <a:lnTo>
                    <a:pt x="2159" y="426"/>
                  </a:lnTo>
                  <a:cubicBezTo>
                    <a:pt x="2159" y="183"/>
                    <a:pt x="1946" y="1"/>
                    <a:pt x="1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231;p52">
              <a:extLst>
                <a:ext uri="{FF2B5EF4-FFF2-40B4-BE49-F238E27FC236}">
                  <a16:creationId xmlns:a16="http://schemas.microsoft.com/office/drawing/2014/main" id="{39D4C420-9C42-2433-88DB-AF9AECBCE5DA}"/>
                </a:ext>
              </a:extLst>
            </p:cNvPr>
            <p:cNvSpPr/>
            <p:nvPr/>
          </p:nvSpPr>
          <p:spPr>
            <a:xfrm>
              <a:off x="6146186" y="2640089"/>
              <a:ext cx="66001" cy="176268"/>
            </a:xfrm>
            <a:custGeom>
              <a:avLst/>
              <a:gdLst/>
              <a:ahLst/>
              <a:cxnLst/>
              <a:rect l="l" t="t" r="r" b="b"/>
              <a:pathLst>
                <a:path w="2402" h="6415" extrusionOk="0">
                  <a:moveTo>
                    <a:pt x="1824" y="275"/>
                  </a:moveTo>
                  <a:cubicBezTo>
                    <a:pt x="2007" y="275"/>
                    <a:pt x="2159" y="396"/>
                    <a:pt x="2159" y="578"/>
                  </a:cubicBezTo>
                  <a:lnTo>
                    <a:pt x="2159" y="5867"/>
                  </a:lnTo>
                  <a:cubicBezTo>
                    <a:pt x="2159" y="6019"/>
                    <a:pt x="2007" y="6171"/>
                    <a:pt x="1824" y="6171"/>
                  </a:cubicBezTo>
                  <a:lnTo>
                    <a:pt x="548" y="6171"/>
                  </a:lnTo>
                  <a:cubicBezTo>
                    <a:pt x="365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65" y="275"/>
                    <a:pt x="548" y="275"/>
                  </a:cubicBezTo>
                  <a:close/>
                  <a:moveTo>
                    <a:pt x="548" y="1"/>
                  </a:moveTo>
                  <a:cubicBezTo>
                    <a:pt x="244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4" y="6414"/>
                    <a:pt x="548" y="6414"/>
                  </a:cubicBezTo>
                  <a:lnTo>
                    <a:pt x="1824" y="6414"/>
                  </a:lnTo>
                  <a:cubicBezTo>
                    <a:pt x="2159" y="6414"/>
                    <a:pt x="2402" y="6171"/>
                    <a:pt x="2402" y="5837"/>
                  </a:cubicBezTo>
                  <a:lnTo>
                    <a:pt x="2402" y="578"/>
                  </a:lnTo>
                  <a:cubicBezTo>
                    <a:pt x="2402" y="275"/>
                    <a:pt x="2128" y="1"/>
                    <a:pt x="18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232;p52">
              <a:extLst>
                <a:ext uri="{FF2B5EF4-FFF2-40B4-BE49-F238E27FC236}">
                  <a16:creationId xmlns:a16="http://schemas.microsoft.com/office/drawing/2014/main" id="{BB9170CB-3086-17BF-7CA5-8A312260A54F}"/>
                </a:ext>
              </a:extLst>
            </p:cNvPr>
            <p:cNvSpPr/>
            <p:nvPr/>
          </p:nvSpPr>
          <p:spPr>
            <a:xfrm>
              <a:off x="6259778" y="2651794"/>
              <a:ext cx="59324" cy="153709"/>
            </a:xfrm>
            <a:custGeom>
              <a:avLst/>
              <a:gdLst/>
              <a:ahLst/>
              <a:cxnLst/>
              <a:rect l="l" t="t" r="r" b="b"/>
              <a:pathLst>
                <a:path w="2159" h="5594" extrusionOk="0">
                  <a:moveTo>
                    <a:pt x="456" y="0"/>
                  </a:moveTo>
                  <a:cubicBezTo>
                    <a:pt x="213" y="0"/>
                    <a:pt x="0" y="183"/>
                    <a:pt x="0" y="426"/>
                  </a:cubicBezTo>
                  <a:lnTo>
                    <a:pt x="0" y="5137"/>
                  </a:lnTo>
                  <a:cubicBezTo>
                    <a:pt x="0" y="5381"/>
                    <a:pt x="213" y="5593"/>
                    <a:pt x="456" y="5593"/>
                  </a:cubicBezTo>
                  <a:lnTo>
                    <a:pt x="1733" y="5593"/>
                  </a:lnTo>
                  <a:cubicBezTo>
                    <a:pt x="1976" y="5593"/>
                    <a:pt x="2158" y="5381"/>
                    <a:pt x="2158" y="5137"/>
                  </a:cubicBezTo>
                  <a:lnTo>
                    <a:pt x="2158" y="426"/>
                  </a:lnTo>
                  <a:cubicBezTo>
                    <a:pt x="2158" y="183"/>
                    <a:pt x="1976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233;p52">
              <a:extLst>
                <a:ext uri="{FF2B5EF4-FFF2-40B4-BE49-F238E27FC236}">
                  <a16:creationId xmlns:a16="http://schemas.microsoft.com/office/drawing/2014/main" id="{CAE36B4F-76BC-8198-E874-179CD4510044}"/>
                </a:ext>
              </a:extLst>
            </p:cNvPr>
            <p:cNvSpPr/>
            <p:nvPr/>
          </p:nvSpPr>
          <p:spPr>
            <a:xfrm>
              <a:off x="6256426" y="2648442"/>
              <a:ext cx="66001" cy="160386"/>
            </a:xfrm>
            <a:custGeom>
              <a:avLst/>
              <a:gdLst/>
              <a:ahLst/>
              <a:cxnLst/>
              <a:rect l="l" t="t" r="r" b="b"/>
              <a:pathLst>
                <a:path w="2402" h="5837" extrusionOk="0">
                  <a:moveTo>
                    <a:pt x="1855" y="244"/>
                  </a:moveTo>
                  <a:cubicBezTo>
                    <a:pt x="2007" y="244"/>
                    <a:pt x="2159" y="366"/>
                    <a:pt x="2159" y="548"/>
                  </a:cubicBezTo>
                  <a:lnTo>
                    <a:pt x="2159" y="5259"/>
                  </a:lnTo>
                  <a:cubicBezTo>
                    <a:pt x="2159" y="5442"/>
                    <a:pt x="2037" y="5563"/>
                    <a:pt x="1855" y="5563"/>
                  </a:cubicBezTo>
                  <a:lnTo>
                    <a:pt x="578" y="5563"/>
                  </a:lnTo>
                  <a:cubicBezTo>
                    <a:pt x="396" y="5563"/>
                    <a:pt x="244" y="5442"/>
                    <a:pt x="244" y="5259"/>
                  </a:cubicBezTo>
                  <a:lnTo>
                    <a:pt x="244" y="548"/>
                  </a:lnTo>
                  <a:cubicBezTo>
                    <a:pt x="244" y="366"/>
                    <a:pt x="396" y="244"/>
                    <a:pt x="578" y="244"/>
                  </a:cubicBezTo>
                  <a:close/>
                  <a:moveTo>
                    <a:pt x="578" y="1"/>
                  </a:moveTo>
                  <a:cubicBezTo>
                    <a:pt x="244" y="1"/>
                    <a:pt x="1" y="244"/>
                    <a:pt x="1" y="548"/>
                  </a:cubicBezTo>
                  <a:lnTo>
                    <a:pt x="1" y="5259"/>
                  </a:lnTo>
                  <a:cubicBezTo>
                    <a:pt x="1" y="5563"/>
                    <a:pt x="244" y="5837"/>
                    <a:pt x="578" y="5837"/>
                  </a:cubicBezTo>
                  <a:lnTo>
                    <a:pt x="1855" y="5837"/>
                  </a:lnTo>
                  <a:cubicBezTo>
                    <a:pt x="2159" y="5837"/>
                    <a:pt x="2402" y="5563"/>
                    <a:pt x="2402" y="5259"/>
                  </a:cubicBezTo>
                  <a:lnTo>
                    <a:pt x="2402" y="548"/>
                  </a:lnTo>
                  <a:cubicBezTo>
                    <a:pt x="2402" y="244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234;p52">
              <a:extLst>
                <a:ext uri="{FF2B5EF4-FFF2-40B4-BE49-F238E27FC236}">
                  <a16:creationId xmlns:a16="http://schemas.microsoft.com/office/drawing/2014/main" id="{8CCEA11C-240B-16E8-E4DD-741A1DD380EF}"/>
                </a:ext>
              </a:extLst>
            </p:cNvPr>
            <p:cNvSpPr/>
            <p:nvPr/>
          </p:nvSpPr>
          <p:spPr>
            <a:xfrm>
              <a:off x="6237219" y="2644265"/>
              <a:ext cx="59324" cy="168739"/>
            </a:xfrm>
            <a:custGeom>
              <a:avLst/>
              <a:gdLst/>
              <a:ahLst/>
              <a:cxnLst/>
              <a:rect l="l" t="t" r="r" b="b"/>
              <a:pathLst>
                <a:path w="2159" h="6141" extrusionOk="0">
                  <a:moveTo>
                    <a:pt x="456" y="1"/>
                  </a:moveTo>
                  <a:cubicBezTo>
                    <a:pt x="213" y="1"/>
                    <a:pt x="1" y="183"/>
                    <a:pt x="1" y="426"/>
                  </a:cubicBezTo>
                  <a:lnTo>
                    <a:pt x="1" y="5685"/>
                  </a:lnTo>
                  <a:cubicBezTo>
                    <a:pt x="1" y="5928"/>
                    <a:pt x="213" y="6141"/>
                    <a:pt x="456" y="6141"/>
                  </a:cubicBezTo>
                  <a:lnTo>
                    <a:pt x="1733" y="6141"/>
                  </a:lnTo>
                  <a:cubicBezTo>
                    <a:pt x="1976" y="6141"/>
                    <a:pt x="2159" y="5928"/>
                    <a:pt x="2159" y="5685"/>
                  </a:cubicBezTo>
                  <a:lnTo>
                    <a:pt x="2159" y="426"/>
                  </a:lnTo>
                  <a:cubicBezTo>
                    <a:pt x="2159" y="18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235;p52">
              <a:extLst>
                <a:ext uri="{FF2B5EF4-FFF2-40B4-BE49-F238E27FC236}">
                  <a16:creationId xmlns:a16="http://schemas.microsoft.com/office/drawing/2014/main" id="{35561512-736A-B523-CF24-EE5C12DDCB1A}"/>
                </a:ext>
              </a:extLst>
            </p:cNvPr>
            <p:cNvSpPr/>
            <p:nvPr/>
          </p:nvSpPr>
          <p:spPr>
            <a:xfrm>
              <a:off x="6233867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5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55" y="6171"/>
                  </a:cubicBezTo>
                  <a:lnTo>
                    <a:pt x="578" y="6171"/>
                  </a:lnTo>
                  <a:cubicBezTo>
                    <a:pt x="396" y="6171"/>
                    <a:pt x="275" y="6019"/>
                    <a:pt x="275" y="5867"/>
                  </a:cubicBezTo>
                  <a:lnTo>
                    <a:pt x="275" y="578"/>
                  </a:lnTo>
                  <a:cubicBezTo>
                    <a:pt x="275" y="42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75" y="1"/>
                    <a:pt x="1" y="275"/>
                    <a:pt x="1" y="578"/>
                  </a:cubicBezTo>
                  <a:lnTo>
                    <a:pt x="1" y="5867"/>
                  </a:lnTo>
                  <a:cubicBezTo>
                    <a:pt x="1" y="6171"/>
                    <a:pt x="275" y="6414"/>
                    <a:pt x="578" y="6414"/>
                  </a:cubicBezTo>
                  <a:lnTo>
                    <a:pt x="1855" y="6414"/>
                  </a:lnTo>
                  <a:cubicBezTo>
                    <a:pt x="2159" y="6414"/>
                    <a:pt x="2433" y="6141"/>
                    <a:pt x="2433" y="5837"/>
                  </a:cubicBezTo>
                  <a:lnTo>
                    <a:pt x="2433" y="578"/>
                  </a:lnTo>
                  <a:cubicBezTo>
                    <a:pt x="2433" y="275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236;p52">
              <a:extLst>
                <a:ext uri="{FF2B5EF4-FFF2-40B4-BE49-F238E27FC236}">
                  <a16:creationId xmlns:a16="http://schemas.microsoft.com/office/drawing/2014/main" id="{2A35B78B-F4EE-1920-CC00-B982201117AB}"/>
                </a:ext>
              </a:extLst>
            </p:cNvPr>
            <p:cNvSpPr/>
            <p:nvPr/>
          </p:nvSpPr>
          <p:spPr>
            <a:xfrm>
              <a:off x="7497530" y="2828392"/>
              <a:ext cx="159562" cy="269417"/>
            </a:xfrm>
            <a:custGeom>
              <a:avLst/>
              <a:gdLst/>
              <a:ahLst/>
              <a:cxnLst/>
              <a:rect l="l" t="t" r="r" b="b"/>
              <a:pathLst>
                <a:path w="5807" h="9805" extrusionOk="0">
                  <a:moveTo>
                    <a:pt x="3312" y="0"/>
                  </a:moveTo>
                  <a:cubicBezTo>
                    <a:pt x="2576" y="0"/>
                    <a:pt x="1909" y="489"/>
                    <a:pt x="1703" y="1264"/>
                  </a:cubicBezTo>
                  <a:lnTo>
                    <a:pt x="213" y="7312"/>
                  </a:lnTo>
                  <a:lnTo>
                    <a:pt x="213" y="7282"/>
                  </a:lnTo>
                  <a:lnTo>
                    <a:pt x="213" y="7282"/>
                  </a:lnTo>
                  <a:cubicBezTo>
                    <a:pt x="1" y="8194"/>
                    <a:pt x="548" y="9075"/>
                    <a:pt x="1429" y="9288"/>
                  </a:cubicBezTo>
                  <a:lnTo>
                    <a:pt x="3527" y="9805"/>
                  </a:lnTo>
                  <a:lnTo>
                    <a:pt x="5806" y="564"/>
                  </a:lnTo>
                  <a:lnTo>
                    <a:pt x="3709" y="48"/>
                  </a:lnTo>
                  <a:cubicBezTo>
                    <a:pt x="3576" y="16"/>
                    <a:pt x="3443" y="0"/>
                    <a:pt x="331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237;p52">
              <a:extLst>
                <a:ext uri="{FF2B5EF4-FFF2-40B4-BE49-F238E27FC236}">
                  <a16:creationId xmlns:a16="http://schemas.microsoft.com/office/drawing/2014/main" id="{C3896104-0E54-C9B5-BE0C-01CCE342751E}"/>
                </a:ext>
              </a:extLst>
            </p:cNvPr>
            <p:cNvSpPr/>
            <p:nvPr/>
          </p:nvSpPr>
          <p:spPr>
            <a:xfrm>
              <a:off x="7491677" y="2822375"/>
              <a:ext cx="172092" cy="281287"/>
            </a:xfrm>
            <a:custGeom>
              <a:avLst/>
              <a:gdLst/>
              <a:ahLst/>
              <a:cxnLst/>
              <a:rect l="l" t="t" r="r" b="b"/>
              <a:pathLst>
                <a:path w="6263" h="10237" extrusionOk="0">
                  <a:moveTo>
                    <a:pt x="3527" y="358"/>
                  </a:moveTo>
                  <a:lnTo>
                    <a:pt x="3527" y="388"/>
                  </a:lnTo>
                  <a:cubicBezTo>
                    <a:pt x="3648" y="388"/>
                    <a:pt x="3770" y="388"/>
                    <a:pt x="3892" y="419"/>
                  </a:cubicBezTo>
                  <a:lnTo>
                    <a:pt x="5776" y="875"/>
                  </a:lnTo>
                  <a:lnTo>
                    <a:pt x="3588" y="9781"/>
                  </a:lnTo>
                  <a:lnTo>
                    <a:pt x="1673" y="9294"/>
                  </a:lnTo>
                  <a:cubicBezTo>
                    <a:pt x="882" y="9112"/>
                    <a:pt x="426" y="8322"/>
                    <a:pt x="609" y="7531"/>
                  </a:cubicBezTo>
                  <a:lnTo>
                    <a:pt x="2098" y="1483"/>
                  </a:lnTo>
                  <a:cubicBezTo>
                    <a:pt x="2250" y="814"/>
                    <a:pt x="2858" y="358"/>
                    <a:pt x="3527" y="358"/>
                  </a:cubicBezTo>
                  <a:close/>
                  <a:moveTo>
                    <a:pt x="3536" y="0"/>
                  </a:moveTo>
                  <a:cubicBezTo>
                    <a:pt x="2697" y="0"/>
                    <a:pt x="1940" y="564"/>
                    <a:pt x="1733" y="1391"/>
                  </a:cubicBezTo>
                  <a:lnTo>
                    <a:pt x="244" y="7440"/>
                  </a:lnTo>
                  <a:cubicBezTo>
                    <a:pt x="1" y="8443"/>
                    <a:pt x="609" y="9446"/>
                    <a:pt x="1581" y="9689"/>
                  </a:cubicBezTo>
                  <a:lnTo>
                    <a:pt x="3861" y="10236"/>
                  </a:lnTo>
                  <a:lnTo>
                    <a:pt x="6262" y="631"/>
                  </a:lnTo>
                  <a:lnTo>
                    <a:pt x="3983" y="54"/>
                  </a:lnTo>
                  <a:cubicBezTo>
                    <a:pt x="3833" y="18"/>
                    <a:pt x="3683" y="0"/>
                    <a:pt x="3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238;p52">
              <a:extLst>
                <a:ext uri="{FF2B5EF4-FFF2-40B4-BE49-F238E27FC236}">
                  <a16:creationId xmlns:a16="http://schemas.microsoft.com/office/drawing/2014/main" id="{F87C1FC2-1A9D-A152-8E3D-CDB030232398}"/>
                </a:ext>
              </a:extLst>
            </p:cNvPr>
            <p:cNvSpPr/>
            <p:nvPr/>
          </p:nvSpPr>
          <p:spPr>
            <a:xfrm>
              <a:off x="7657888" y="2812977"/>
              <a:ext cx="326598" cy="225535"/>
            </a:xfrm>
            <a:custGeom>
              <a:avLst/>
              <a:gdLst/>
              <a:ahLst/>
              <a:cxnLst/>
              <a:rect l="l" t="t" r="r" b="b"/>
              <a:pathLst>
                <a:path w="11886" h="8208" extrusionOk="0">
                  <a:moveTo>
                    <a:pt x="1308" y="1"/>
                  </a:moveTo>
                  <a:lnTo>
                    <a:pt x="1" y="5290"/>
                  </a:lnTo>
                  <a:lnTo>
                    <a:pt x="11369" y="8208"/>
                  </a:lnTo>
                  <a:lnTo>
                    <a:pt x="11885" y="6141"/>
                  </a:lnTo>
                  <a:lnTo>
                    <a:pt x="13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2239;p52">
              <a:extLst>
                <a:ext uri="{FF2B5EF4-FFF2-40B4-BE49-F238E27FC236}">
                  <a16:creationId xmlns:a16="http://schemas.microsoft.com/office/drawing/2014/main" id="{ADBC6250-D7DA-58B7-4E71-38852CE058AA}"/>
                </a:ext>
              </a:extLst>
            </p:cNvPr>
            <p:cNvSpPr/>
            <p:nvPr/>
          </p:nvSpPr>
          <p:spPr>
            <a:xfrm>
              <a:off x="7651211" y="2805476"/>
              <a:ext cx="339127" cy="238889"/>
            </a:xfrm>
            <a:custGeom>
              <a:avLst/>
              <a:gdLst/>
              <a:ahLst/>
              <a:cxnLst/>
              <a:rect l="l" t="t" r="r" b="b"/>
              <a:pathLst>
                <a:path w="12342" h="8694" extrusionOk="0">
                  <a:moveTo>
                    <a:pt x="1672" y="578"/>
                  </a:moveTo>
                  <a:lnTo>
                    <a:pt x="11916" y="6505"/>
                  </a:lnTo>
                  <a:lnTo>
                    <a:pt x="11490" y="8237"/>
                  </a:lnTo>
                  <a:lnTo>
                    <a:pt x="456" y="5411"/>
                  </a:lnTo>
                  <a:lnTo>
                    <a:pt x="1672" y="578"/>
                  </a:lnTo>
                  <a:close/>
                  <a:moveTo>
                    <a:pt x="1429" y="0"/>
                  </a:moveTo>
                  <a:lnTo>
                    <a:pt x="0" y="5684"/>
                  </a:lnTo>
                  <a:lnTo>
                    <a:pt x="11764" y="8693"/>
                  </a:lnTo>
                  <a:lnTo>
                    <a:pt x="12341" y="6323"/>
                  </a:lnTo>
                  <a:lnTo>
                    <a:pt x="14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2240;p52">
              <a:extLst>
                <a:ext uri="{FF2B5EF4-FFF2-40B4-BE49-F238E27FC236}">
                  <a16:creationId xmlns:a16="http://schemas.microsoft.com/office/drawing/2014/main" id="{2C4DD34B-C951-535E-C30B-A8F9E71F6BF6}"/>
                </a:ext>
              </a:extLst>
            </p:cNvPr>
            <p:cNvSpPr/>
            <p:nvPr/>
          </p:nvSpPr>
          <p:spPr>
            <a:xfrm>
              <a:off x="7615298" y="2985041"/>
              <a:ext cx="349981" cy="145356"/>
            </a:xfrm>
            <a:custGeom>
              <a:avLst/>
              <a:gdLst/>
              <a:ahLst/>
              <a:cxnLst/>
              <a:rect l="l" t="t" r="r" b="b"/>
              <a:pathLst>
                <a:path w="12737" h="5290" extrusionOk="0">
                  <a:moveTo>
                    <a:pt x="1307" y="0"/>
                  </a:moveTo>
                  <a:lnTo>
                    <a:pt x="0" y="5289"/>
                  </a:lnTo>
                  <a:lnTo>
                    <a:pt x="12220" y="4772"/>
                  </a:lnTo>
                  <a:lnTo>
                    <a:pt x="12736" y="2736"/>
                  </a:lnTo>
                  <a:lnTo>
                    <a:pt x="130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2241;p52">
              <a:extLst>
                <a:ext uri="{FF2B5EF4-FFF2-40B4-BE49-F238E27FC236}">
                  <a16:creationId xmlns:a16="http://schemas.microsoft.com/office/drawing/2014/main" id="{F739C0C7-4493-A629-B6C3-CBE176D90480}"/>
                </a:ext>
              </a:extLst>
            </p:cNvPr>
            <p:cNvSpPr/>
            <p:nvPr/>
          </p:nvSpPr>
          <p:spPr>
            <a:xfrm>
              <a:off x="7608621" y="2979189"/>
              <a:ext cx="362483" cy="156210"/>
            </a:xfrm>
            <a:custGeom>
              <a:avLst/>
              <a:gdLst/>
              <a:ahLst/>
              <a:cxnLst/>
              <a:rect l="l" t="t" r="r" b="b"/>
              <a:pathLst>
                <a:path w="13192" h="5685" extrusionOk="0">
                  <a:moveTo>
                    <a:pt x="1672" y="456"/>
                  </a:moveTo>
                  <a:lnTo>
                    <a:pt x="12736" y="3071"/>
                  </a:lnTo>
                  <a:lnTo>
                    <a:pt x="12311" y="4803"/>
                  </a:lnTo>
                  <a:lnTo>
                    <a:pt x="487" y="5289"/>
                  </a:lnTo>
                  <a:lnTo>
                    <a:pt x="1672" y="456"/>
                  </a:lnTo>
                  <a:close/>
                  <a:moveTo>
                    <a:pt x="1398" y="1"/>
                  </a:moveTo>
                  <a:lnTo>
                    <a:pt x="0" y="5685"/>
                  </a:lnTo>
                  <a:lnTo>
                    <a:pt x="12584" y="5168"/>
                  </a:lnTo>
                  <a:lnTo>
                    <a:pt x="13192" y="2797"/>
                  </a:lnTo>
                  <a:lnTo>
                    <a:pt x="13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2242;p52">
              <a:extLst>
                <a:ext uri="{FF2B5EF4-FFF2-40B4-BE49-F238E27FC236}">
                  <a16:creationId xmlns:a16="http://schemas.microsoft.com/office/drawing/2014/main" id="{62B30122-A8FE-BF61-E965-42E760868E2C}"/>
                </a:ext>
              </a:extLst>
            </p:cNvPr>
            <p:cNvSpPr/>
            <p:nvPr/>
          </p:nvSpPr>
          <p:spPr>
            <a:xfrm>
              <a:off x="7563503" y="2788770"/>
              <a:ext cx="147032" cy="370012"/>
            </a:xfrm>
            <a:custGeom>
              <a:avLst/>
              <a:gdLst/>
              <a:ahLst/>
              <a:cxnLst/>
              <a:rect l="l" t="t" r="r" b="b"/>
              <a:pathLst>
                <a:path w="5351" h="13466" extrusionOk="0">
                  <a:moveTo>
                    <a:pt x="3223" y="0"/>
                  </a:moveTo>
                  <a:lnTo>
                    <a:pt x="1" y="12918"/>
                  </a:lnTo>
                  <a:lnTo>
                    <a:pt x="2159" y="13466"/>
                  </a:lnTo>
                  <a:lnTo>
                    <a:pt x="5351" y="517"/>
                  </a:lnTo>
                  <a:lnTo>
                    <a:pt x="32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2243;p52">
              <a:extLst>
                <a:ext uri="{FF2B5EF4-FFF2-40B4-BE49-F238E27FC236}">
                  <a16:creationId xmlns:a16="http://schemas.microsoft.com/office/drawing/2014/main" id="{361E425A-6791-8855-868A-09C007C6C7A2}"/>
                </a:ext>
              </a:extLst>
            </p:cNvPr>
            <p:cNvSpPr/>
            <p:nvPr/>
          </p:nvSpPr>
          <p:spPr>
            <a:xfrm>
              <a:off x="7557678" y="2782093"/>
              <a:ext cx="159534" cy="382542"/>
            </a:xfrm>
            <a:custGeom>
              <a:avLst/>
              <a:gdLst/>
              <a:ahLst/>
              <a:cxnLst/>
              <a:rect l="l" t="t" r="r" b="b"/>
              <a:pathLst>
                <a:path w="5806" h="13922" extrusionOk="0">
                  <a:moveTo>
                    <a:pt x="3556" y="456"/>
                  </a:moveTo>
                  <a:lnTo>
                    <a:pt x="5350" y="912"/>
                  </a:lnTo>
                  <a:lnTo>
                    <a:pt x="2249" y="13465"/>
                  </a:lnTo>
                  <a:lnTo>
                    <a:pt x="456" y="13040"/>
                  </a:lnTo>
                  <a:lnTo>
                    <a:pt x="3556" y="456"/>
                  </a:lnTo>
                  <a:close/>
                  <a:moveTo>
                    <a:pt x="3283" y="0"/>
                  </a:moveTo>
                  <a:lnTo>
                    <a:pt x="0" y="13313"/>
                  </a:lnTo>
                  <a:lnTo>
                    <a:pt x="2523" y="13921"/>
                  </a:lnTo>
                  <a:lnTo>
                    <a:pt x="5806" y="639"/>
                  </a:lnTo>
                  <a:lnTo>
                    <a:pt x="32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2244;p52">
              <a:extLst>
                <a:ext uri="{FF2B5EF4-FFF2-40B4-BE49-F238E27FC236}">
                  <a16:creationId xmlns:a16="http://schemas.microsoft.com/office/drawing/2014/main" id="{08DBE74D-6CFA-1A1B-E8B1-D5ADFE688D0A}"/>
                </a:ext>
              </a:extLst>
            </p:cNvPr>
            <p:cNvSpPr/>
            <p:nvPr/>
          </p:nvSpPr>
          <p:spPr>
            <a:xfrm>
              <a:off x="5558195" y="2014536"/>
              <a:ext cx="70205" cy="177092"/>
            </a:xfrm>
            <a:custGeom>
              <a:avLst/>
              <a:gdLst/>
              <a:ahLst/>
              <a:cxnLst/>
              <a:rect l="l" t="t" r="r" b="b"/>
              <a:pathLst>
                <a:path w="2555" h="6445" extrusionOk="0">
                  <a:moveTo>
                    <a:pt x="518" y="1"/>
                  </a:moveTo>
                  <a:cubicBezTo>
                    <a:pt x="214" y="1"/>
                    <a:pt x="1" y="213"/>
                    <a:pt x="1" y="517"/>
                  </a:cubicBezTo>
                  <a:lnTo>
                    <a:pt x="1" y="5928"/>
                  </a:lnTo>
                  <a:cubicBezTo>
                    <a:pt x="1" y="6232"/>
                    <a:pt x="214" y="6445"/>
                    <a:pt x="518" y="6445"/>
                  </a:cubicBezTo>
                  <a:lnTo>
                    <a:pt x="2037" y="6445"/>
                  </a:lnTo>
                  <a:cubicBezTo>
                    <a:pt x="2311" y="6445"/>
                    <a:pt x="2554" y="6232"/>
                    <a:pt x="2554" y="5928"/>
                  </a:cubicBezTo>
                  <a:lnTo>
                    <a:pt x="2554" y="517"/>
                  </a:lnTo>
                  <a:cubicBezTo>
                    <a:pt x="2554" y="213"/>
                    <a:pt x="2311" y="1"/>
                    <a:pt x="20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2245;p52">
              <a:extLst>
                <a:ext uri="{FF2B5EF4-FFF2-40B4-BE49-F238E27FC236}">
                  <a16:creationId xmlns:a16="http://schemas.microsoft.com/office/drawing/2014/main" id="{3C81571F-EE76-5F6A-64D8-92CAF0652508}"/>
                </a:ext>
              </a:extLst>
            </p:cNvPr>
            <p:cNvSpPr/>
            <p:nvPr/>
          </p:nvSpPr>
          <p:spPr>
            <a:xfrm>
              <a:off x="5554019" y="2010359"/>
              <a:ext cx="78558" cy="185446"/>
            </a:xfrm>
            <a:custGeom>
              <a:avLst/>
              <a:gdLst/>
              <a:ahLst/>
              <a:cxnLst/>
              <a:rect l="l" t="t" r="r" b="b"/>
              <a:pathLst>
                <a:path w="2859" h="6749" extrusionOk="0">
                  <a:moveTo>
                    <a:pt x="2189" y="274"/>
                  </a:moveTo>
                  <a:cubicBezTo>
                    <a:pt x="2402" y="274"/>
                    <a:pt x="2554" y="457"/>
                    <a:pt x="2554" y="669"/>
                  </a:cubicBezTo>
                  <a:lnTo>
                    <a:pt x="2554" y="6110"/>
                  </a:lnTo>
                  <a:cubicBezTo>
                    <a:pt x="2554" y="6323"/>
                    <a:pt x="2402" y="6475"/>
                    <a:pt x="2189" y="6475"/>
                  </a:cubicBezTo>
                  <a:lnTo>
                    <a:pt x="670" y="6475"/>
                  </a:lnTo>
                  <a:cubicBezTo>
                    <a:pt x="457" y="6475"/>
                    <a:pt x="274" y="6323"/>
                    <a:pt x="274" y="6110"/>
                  </a:cubicBezTo>
                  <a:lnTo>
                    <a:pt x="274" y="669"/>
                  </a:lnTo>
                  <a:cubicBezTo>
                    <a:pt x="274" y="457"/>
                    <a:pt x="457" y="274"/>
                    <a:pt x="670" y="274"/>
                  </a:cubicBezTo>
                  <a:close/>
                  <a:moveTo>
                    <a:pt x="670" y="1"/>
                  </a:moveTo>
                  <a:cubicBezTo>
                    <a:pt x="305" y="1"/>
                    <a:pt x="1" y="305"/>
                    <a:pt x="1" y="669"/>
                  </a:cubicBezTo>
                  <a:lnTo>
                    <a:pt x="1" y="6080"/>
                  </a:lnTo>
                  <a:cubicBezTo>
                    <a:pt x="1" y="6445"/>
                    <a:pt x="305" y="6748"/>
                    <a:pt x="670" y="6748"/>
                  </a:cubicBezTo>
                  <a:lnTo>
                    <a:pt x="2189" y="6748"/>
                  </a:lnTo>
                  <a:cubicBezTo>
                    <a:pt x="2554" y="6748"/>
                    <a:pt x="2858" y="6445"/>
                    <a:pt x="2858" y="6080"/>
                  </a:cubicBezTo>
                  <a:lnTo>
                    <a:pt x="2858" y="669"/>
                  </a:lnTo>
                  <a:cubicBezTo>
                    <a:pt x="2858" y="305"/>
                    <a:pt x="2554" y="1"/>
                    <a:pt x="21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2246;p52">
              <a:extLst>
                <a:ext uri="{FF2B5EF4-FFF2-40B4-BE49-F238E27FC236}">
                  <a16:creationId xmlns:a16="http://schemas.microsoft.com/office/drawing/2014/main" id="{9473C1F0-7538-52E1-FA01-139D0C79BF95}"/>
                </a:ext>
              </a:extLst>
            </p:cNvPr>
            <p:cNvSpPr/>
            <p:nvPr/>
          </p:nvSpPr>
          <p:spPr>
            <a:xfrm>
              <a:off x="5531487" y="2005359"/>
              <a:ext cx="70178" cy="195447"/>
            </a:xfrm>
            <a:custGeom>
              <a:avLst/>
              <a:gdLst/>
              <a:ahLst/>
              <a:cxnLst/>
              <a:rect l="l" t="t" r="r" b="b"/>
              <a:pathLst>
                <a:path w="2554" h="7113" extrusionOk="0">
                  <a:moveTo>
                    <a:pt x="517" y="0"/>
                  </a:moveTo>
                  <a:cubicBezTo>
                    <a:pt x="243" y="0"/>
                    <a:pt x="0" y="213"/>
                    <a:pt x="0" y="517"/>
                  </a:cubicBezTo>
                  <a:lnTo>
                    <a:pt x="0" y="6596"/>
                  </a:lnTo>
                  <a:cubicBezTo>
                    <a:pt x="0" y="6870"/>
                    <a:pt x="243" y="7113"/>
                    <a:pt x="517" y="7113"/>
                  </a:cubicBezTo>
                  <a:lnTo>
                    <a:pt x="2037" y="7113"/>
                  </a:lnTo>
                  <a:cubicBezTo>
                    <a:pt x="2310" y="7113"/>
                    <a:pt x="2553" y="6870"/>
                    <a:pt x="2553" y="6596"/>
                  </a:cubicBezTo>
                  <a:lnTo>
                    <a:pt x="2553" y="517"/>
                  </a:lnTo>
                  <a:cubicBezTo>
                    <a:pt x="2553" y="213"/>
                    <a:pt x="2310" y="0"/>
                    <a:pt x="20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2247;p52">
              <a:extLst>
                <a:ext uri="{FF2B5EF4-FFF2-40B4-BE49-F238E27FC236}">
                  <a16:creationId xmlns:a16="http://schemas.microsoft.com/office/drawing/2014/main" id="{ADA9F492-7281-CFFE-D5B2-162098A9A473}"/>
                </a:ext>
              </a:extLst>
            </p:cNvPr>
            <p:cNvSpPr/>
            <p:nvPr/>
          </p:nvSpPr>
          <p:spPr>
            <a:xfrm>
              <a:off x="5527311" y="2001182"/>
              <a:ext cx="78531" cy="202976"/>
            </a:xfrm>
            <a:custGeom>
              <a:avLst/>
              <a:gdLst/>
              <a:ahLst/>
              <a:cxnLst/>
              <a:rect l="l" t="t" r="r" b="b"/>
              <a:pathLst>
                <a:path w="2858" h="7387" extrusionOk="0">
                  <a:moveTo>
                    <a:pt x="2189" y="304"/>
                  </a:moveTo>
                  <a:cubicBezTo>
                    <a:pt x="2401" y="304"/>
                    <a:pt x="2584" y="487"/>
                    <a:pt x="2584" y="699"/>
                  </a:cubicBezTo>
                  <a:lnTo>
                    <a:pt x="2584" y="6779"/>
                  </a:lnTo>
                  <a:cubicBezTo>
                    <a:pt x="2584" y="6991"/>
                    <a:pt x="2401" y="7143"/>
                    <a:pt x="2189" y="7143"/>
                  </a:cubicBezTo>
                  <a:lnTo>
                    <a:pt x="669" y="7143"/>
                  </a:lnTo>
                  <a:cubicBezTo>
                    <a:pt x="456" y="7143"/>
                    <a:pt x="304" y="6991"/>
                    <a:pt x="304" y="6779"/>
                  </a:cubicBezTo>
                  <a:lnTo>
                    <a:pt x="304" y="699"/>
                  </a:lnTo>
                  <a:cubicBezTo>
                    <a:pt x="304" y="487"/>
                    <a:pt x="456" y="304"/>
                    <a:pt x="669" y="304"/>
                  </a:cubicBezTo>
                  <a:close/>
                  <a:moveTo>
                    <a:pt x="669" y="0"/>
                  </a:moveTo>
                  <a:cubicBezTo>
                    <a:pt x="304" y="0"/>
                    <a:pt x="0" y="304"/>
                    <a:pt x="0" y="669"/>
                  </a:cubicBezTo>
                  <a:lnTo>
                    <a:pt x="0" y="6748"/>
                  </a:lnTo>
                  <a:cubicBezTo>
                    <a:pt x="0" y="7113"/>
                    <a:pt x="304" y="7386"/>
                    <a:pt x="669" y="7386"/>
                  </a:cubicBezTo>
                  <a:lnTo>
                    <a:pt x="2189" y="7386"/>
                  </a:lnTo>
                  <a:cubicBezTo>
                    <a:pt x="2553" y="7386"/>
                    <a:pt x="2857" y="7113"/>
                    <a:pt x="2857" y="6748"/>
                  </a:cubicBezTo>
                  <a:lnTo>
                    <a:pt x="2857" y="669"/>
                  </a:lnTo>
                  <a:cubicBezTo>
                    <a:pt x="2857" y="304"/>
                    <a:pt x="2553" y="0"/>
                    <a:pt x="21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2248;p52">
              <a:extLst>
                <a:ext uri="{FF2B5EF4-FFF2-40B4-BE49-F238E27FC236}">
                  <a16:creationId xmlns:a16="http://schemas.microsoft.com/office/drawing/2014/main" id="{0C4BD917-E6E6-EDED-91E1-850A0357E55D}"/>
                </a:ext>
              </a:extLst>
            </p:cNvPr>
            <p:cNvSpPr/>
            <p:nvPr/>
          </p:nvSpPr>
          <p:spPr>
            <a:xfrm>
              <a:off x="5663434" y="2014536"/>
              <a:ext cx="71029" cy="177092"/>
            </a:xfrm>
            <a:custGeom>
              <a:avLst/>
              <a:gdLst/>
              <a:ahLst/>
              <a:cxnLst/>
              <a:rect l="l" t="t" r="r" b="b"/>
              <a:pathLst>
                <a:path w="2585" h="6445" extrusionOk="0">
                  <a:moveTo>
                    <a:pt x="517" y="1"/>
                  </a:moveTo>
                  <a:cubicBezTo>
                    <a:pt x="244" y="1"/>
                    <a:pt x="1" y="213"/>
                    <a:pt x="1" y="517"/>
                  </a:cubicBezTo>
                  <a:lnTo>
                    <a:pt x="1" y="5928"/>
                  </a:lnTo>
                  <a:cubicBezTo>
                    <a:pt x="1" y="6232"/>
                    <a:pt x="244" y="6445"/>
                    <a:pt x="517" y="6445"/>
                  </a:cubicBezTo>
                  <a:lnTo>
                    <a:pt x="2037" y="6445"/>
                  </a:lnTo>
                  <a:cubicBezTo>
                    <a:pt x="2341" y="6445"/>
                    <a:pt x="2554" y="6232"/>
                    <a:pt x="2584" y="5928"/>
                  </a:cubicBezTo>
                  <a:lnTo>
                    <a:pt x="2584" y="517"/>
                  </a:lnTo>
                  <a:cubicBezTo>
                    <a:pt x="2554" y="213"/>
                    <a:pt x="2341" y="1"/>
                    <a:pt x="20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2249;p52">
              <a:extLst>
                <a:ext uri="{FF2B5EF4-FFF2-40B4-BE49-F238E27FC236}">
                  <a16:creationId xmlns:a16="http://schemas.microsoft.com/office/drawing/2014/main" id="{B4151EC3-10CC-35C9-F46C-4044825BF8CC}"/>
                </a:ext>
              </a:extLst>
            </p:cNvPr>
            <p:cNvSpPr/>
            <p:nvPr/>
          </p:nvSpPr>
          <p:spPr>
            <a:xfrm>
              <a:off x="5659258" y="2010359"/>
              <a:ext cx="78531" cy="185446"/>
            </a:xfrm>
            <a:custGeom>
              <a:avLst/>
              <a:gdLst/>
              <a:ahLst/>
              <a:cxnLst/>
              <a:rect l="l" t="t" r="r" b="b"/>
              <a:pathLst>
                <a:path w="2858" h="6749" extrusionOk="0">
                  <a:moveTo>
                    <a:pt x="2189" y="274"/>
                  </a:moveTo>
                  <a:cubicBezTo>
                    <a:pt x="2402" y="274"/>
                    <a:pt x="2584" y="457"/>
                    <a:pt x="2584" y="669"/>
                  </a:cubicBezTo>
                  <a:lnTo>
                    <a:pt x="2584" y="6110"/>
                  </a:lnTo>
                  <a:cubicBezTo>
                    <a:pt x="2584" y="6323"/>
                    <a:pt x="2402" y="6475"/>
                    <a:pt x="2189" y="6475"/>
                  </a:cubicBezTo>
                  <a:lnTo>
                    <a:pt x="669" y="6475"/>
                  </a:lnTo>
                  <a:cubicBezTo>
                    <a:pt x="457" y="6475"/>
                    <a:pt x="305" y="6323"/>
                    <a:pt x="305" y="6110"/>
                  </a:cubicBezTo>
                  <a:lnTo>
                    <a:pt x="305" y="669"/>
                  </a:lnTo>
                  <a:cubicBezTo>
                    <a:pt x="305" y="457"/>
                    <a:pt x="457" y="274"/>
                    <a:pt x="669" y="274"/>
                  </a:cubicBezTo>
                  <a:close/>
                  <a:moveTo>
                    <a:pt x="669" y="1"/>
                  </a:moveTo>
                  <a:cubicBezTo>
                    <a:pt x="305" y="1"/>
                    <a:pt x="1" y="305"/>
                    <a:pt x="1" y="669"/>
                  </a:cubicBezTo>
                  <a:lnTo>
                    <a:pt x="1" y="6080"/>
                  </a:lnTo>
                  <a:cubicBezTo>
                    <a:pt x="1" y="6445"/>
                    <a:pt x="305" y="6748"/>
                    <a:pt x="669" y="6748"/>
                  </a:cubicBezTo>
                  <a:lnTo>
                    <a:pt x="2189" y="6748"/>
                  </a:lnTo>
                  <a:cubicBezTo>
                    <a:pt x="2554" y="6748"/>
                    <a:pt x="2858" y="6445"/>
                    <a:pt x="2858" y="6080"/>
                  </a:cubicBezTo>
                  <a:lnTo>
                    <a:pt x="2858" y="669"/>
                  </a:lnTo>
                  <a:cubicBezTo>
                    <a:pt x="2858" y="305"/>
                    <a:pt x="2554" y="1"/>
                    <a:pt x="21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2250;p52">
              <a:extLst>
                <a:ext uri="{FF2B5EF4-FFF2-40B4-BE49-F238E27FC236}">
                  <a16:creationId xmlns:a16="http://schemas.microsoft.com/office/drawing/2014/main" id="{56A62D22-C49F-7189-1668-41D08DD40834}"/>
                </a:ext>
              </a:extLst>
            </p:cNvPr>
            <p:cNvSpPr/>
            <p:nvPr/>
          </p:nvSpPr>
          <p:spPr>
            <a:xfrm>
              <a:off x="5636726" y="2005359"/>
              <a:ext cx="71002" cy="195447"/>
            </a:xfrm>
            <a:custGeom>
              <a:avLst/>
              <a:gdLst/>
              <a:ahLst/>
              <a:cxnLst/>
              <a:rect l="l" t="t" r="r" b="b"/>
              <a:pathLst>
                <a:path w="2584" h="7113" extrusionOk="0">
                  <a:moveTo>
                    <a:pt x="547" y="0"/>
                  </a:moveTo>
                  <a:cubicBezTo>
                    <a:pt x="243" y="0"/>
                    <a:pt x="0" y="213"/>
                    <a:pt x="0" y="517"/>
                  </a:cubicBezTo>
                  <a:lnTo>
                    <a:pt x="0" y="6596"/>
                  </a:lnTo>
                  <a:cubicBezTo>
                    <a:pt x="0" y="6870"/>
                    <a:pt x="243" y="7113"/>
                    <a:pt x="547" y="7113"/>
                  </a:cubicBezTo>
                  <a:lnTo>
                    <a:pt x="2067" y="7113"/>
                  </a:lnTo>
                  <a:cubicBezTo>
                    <a:pt x="2340" y="7113"/>
                    <a:pt x="2584" y="6870"/>
                    <a:pt x="2584" y="6596"/>
                  </a:cubicBezTo>
                  <a:lnTo>
                    <a:pt x="2584" y="517"/>
                  </a:lnTo>
                  <a:cubicBezTo>
                    <a:pt x="2584" y="213"/>
                    <a:pt x="2340" y="0"/>
                    <a:pt x="20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2251;p52">
              <a:extLst>
                <a:ext uri="{FF2B5EF4-FFF2-40B4-BE49-F238E27FC236}">
                  <a16:creationId xmlns:a16="http://schemas.microsoft.com/office/drawing/2014/main" id="{27FAC89F-24B4-F11D-0713-07F9E8C4DB16}"/>
                </a:ext>
              </a:extLst>
            </p:cNvPr>
            <p:cNvSpPr/>
            <p:nvPr/>
          </p:nvSpPr>
          <p:spPr>
            <a:xfrm>
              <a:off x="5633374" y="2002006"/>
              <a:ext cx="78531" cy="202152"/>
            </a:xfrm>
            <a:custGeom>
              <a:avLst/>
              <a:gdLst/>
              <a:ahLst/>
              <a:cxnLst/>
              <a:rect l="l" t="t" r="r" b="b"/>
              <a:pathLst>
                <a:path w="2858" h="7357" extrusionOk="0">
                  <a:moveTo>
                    <a:pt x="2189" y="274"/>
                  </a:moveTo>
                  <a:cubicBezTo>
                    <a:pt x="2371" y="274"/>
                    <a:pt x="2554" y="457"/>
                    <a:pt x="2554" y="669"/>
                  </a:cubicBezTo>
                  <a:lnTo>
                    <a:pt x="2554" y="6749"/>
                  </a:lnTo>
                  <a:cubicBezTo>
                    <a:pt x="2554" y="6961"/>
                    <a:pt x="2371" y="7113"/>
                    <a:pt x="2189" y="7113"/>
                  </a:cubicBezTo>
                  <a:lnTo>
                    <a:pt x="669" y="7113"/>
                  </a:lnTo>
                  <a:cubicBezTo>
                    <a:pt x="456" y="7113"/>
                    <a:pt x="274" y="6961"/>
                    <a:pt x="274" y="6749"/>
                  </a:cubicBezTo>
                  <a:lnTo>
                    <a:pt x="274" y="669"/>
                  </a:lnTo>
                  <a:cubicBezTo>
                    <a:pt x="274" y="457"/>
                    <a:pt x="456" y="274"/>
                    <a:pt x="669" y="274"/>
                  </a:cubicBezTo>
                  <a:close/>
                  <a:moveTo>
                    <a:pt x="669" y="1"/>
                  </a:moveTo>
                  <a:cubicBezTo>
                    <a:pt x="304" y="1"/>
                    <a:pt x="0" y="274"/>
                    <a:pt x="0" y="639"/>
                  </a:cubicBezTo>
                  <a:lnTo>
                    <a:pt x="0" y="6718"/>
                  </a:lnTo>
                  <a:cubicBezTo>
                    <a:pt x="0" y="7083"/>
                    <a:pt x="304" y="7356"/>
                    <a:pt x="669" y="7356"/>
                  </a:cubicBezTo>
                  <a:lnTo>
                    <a:pt x="2189" y="7356"/>
                  </a:lnTo>
                  <a:cubicBezTo>
                    <a:pt x="2523" y="7356"/>
                    <a:pt x="2827" y="7083"/>
                    <a:pt x="2858" y="6718"/>
                  </a:cubicBezTo>
                  <a:lnTo>
                    <a:pt x="2858" y="639"/>
                  </a:lnTo>
                  <a:cubicBezTo>
                    <a:pt x="2827" y="274"/>
                    <a:pt x="2523" y="1"/>
                    <a:pt x="21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2252;p52">
              <a:extLst>
                <a:ext uri="{FF2B5EF4-FFF2-40B4-BE49-F238E27FC236}">
                  <a16:creationId xmlns:a16="http://schemas.microsoft.com/office/drawing/2014/main" id="{D0A905D3-17EF-C756-76EA-D09D93A213C1}"/>
                </a:ext>
              </a:extLst>
            </p:cNvPr>
            <p:cNvSpPr/>
            <p:nvPr/>
          </p:nvSpPr>
          <p:spPr>
            <a:xfrm>
              <a:off x="5768673" y="2014536"/>
              <a:ext cx="71029" cy="177092"/>
            </a:xfrm>
            <a:custGeom>
              <a:avLst/>
              <a:gdLst/>
              <a:ahLst/>
              <a:cxnLst/>
              <a:rect l="l" t="t" r="r" b="b"/>
              <a:pathLst>
                <a:path w="2585" h="6445" extrusionOk="0">
                  <a:moveTo>
                    <a:pt x="548" y="1"/>
                  </a:moveTo>
                  <a:cubicBezTo>
                    <a:pt x="244" y="1"/>
                    <a:pt x="31" y="213"/>
                    <a:pt x="1" y="517"/>
                  </a:cubicBezTo>
                  <a:lnTo>
                    <a:pt x="1" y="5928"/>
                  </a:lnTo>
                  <a:cubicBezTo>
                    <a:pt x="31" y="6232"/>
                    <a:pt x="244" y="6445"/>
                    <a:pt x="548" y="6445"/>
                  </a:cubicBezTo>
                  <a:lnTo>
                    <a:pt x="2067" y="6445"/>
                  </a:lnTo>
                  <a:cubicBezTo>
                    <a:pt x="2341" y="6445"/>
                    <a:pt x="2584" y="6232"/>
                    <a:pt x="2584" y="5928"/>
                  </a:cubicBezTo>
                  <a:lnTo>
                    <a:pt x="2584" y="517"/>
                  </a:lnTo>
                  <a:cubicBezTo>
                    <a:pt x="2584" y="213"/>
                    <a:pt x="2341" y="1"/>
                    <a:pt x="2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2253;p52">
              <a:extLst>
                <a:ext uri="{FF2B5EF4-FFF2-40B4-BE49-F238E27FC236}">
                  <a16:creationId xmlns:a16="http://schemas.microsoft.com/office/drawing/2014/main" id="{D8146664-D086-DC5C-A1CE-41BFA82B6E26}"/>
                </a:ext>
              </a:extLst>
            </p:cNvPr>
            <p:cNvSpPr/>
            <p:nvPr/>
          </p:nvSpPr>
          <p:spPr>
            <a:xfrm>
              <a:off x="5765321" y="2010359"/>
              <a:ext cx="78558" cy="185446"/>
            </a:xfrm>
            <a:custGeom>
              <a:avLst/>
              <a:gdLst/>
              <a:ahLst/>
              <a:cxnLst/>
              <a:rect l="l" t="t" r="r" b="b"/>
              <a:pathLst>
                <a:path w="2859" h="6749" extrusionOk="0">
                  <a:moveTo>
                    <a:pt x="2189" y="274"/>
                  </a:moveTo>
                  <a:cubicBezTo>
                    <a:pt x="2402" y="274"/>
                    <a:pt x="2554" y="457"/>
                    <a:pt x="2554" y="669"/>
                  </a:cubicBezTo>
                  <a:lnTo>
                    <a:pt x="2554" y="6110"/>
                  </a:lnTo>
                  <a:cubicBezTo>
                    <a:pt x="2554" y="6323"/>
                    <a:pt x="2402" y="6475"/>
                    <a:pt x="2189" y="6475"/>
                  </a:cubicBezTo>
                  <a:lnTo>
                    <a:pt x="670" y="6475"/>
                  </a:lnTo>
                  <a:cubicBezTo>
                    <a:pt x="457" y="6475"/>
                    <a:pt x="275" y="6323"/>
                    <a:pt x="275" y="6110"/>
                  </a:cubicBezTo>
                  <a:lnTo>
                    <a:pt x="275" y="669"/>
                  </a:lnTo>
                  <a:cubicBezTo>
                    <a:pt x="275" y="457"/>
                    <a:pt x="457" y="274"/>
                    <a:pt x="670" y="274"/>
                  </a:cubicBezTo>
                  <a:close/>
                  <a:moveTo>
                    <a:pt x="670" y="1"/>
                  </a:moveTo>
                  <a:cubicBezTo>
                    <a:pt x="305" y="1"/>
                    <a:pt x="1" y="305"/>
                    <a:pt x="1" y="669"/>
                  </a:cubicBezTo>
                  <a:lnTo>
                    <a:pt x="1" y="6080"/>
                  </a:lnTo>
                  <a:cubicBezTo>
                    <a:pt x="1" y="6445"/>
                    <a:pt x="305" y="6748"/>
                    <a:pt x="670" y="6748"/>
                  </a:cubicBezTo>
                  <a:lnTo>
                    <a:pt x="2189" y="6748"/>
                  </a:lnTo>
                  <a:cubicBezTo>
                    <a:pt x="2554" y="6748"/>
                    <a:pt x="2828" y="6445"/>
                    <a:pt x="2858" y="6080"/>
                  </a:cubicBezTo>
                  <a:lnTo>
                    <a:pt x="2858" y="669"/>
                  </a:lnTo>
                  <a:cubicBezTo>
                    <a:pt x="2828" y="305"/>
                    <a:pt x="2554" y="1"/>
                    <a:pt x="21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2254;p52">
              <a:extLst>
                <a:ext uri="{FF2B5EF4-FFF2-40B4-BE49-F238E27FC236}">
                  <a16:creationId xmlns:a16="http://schemas.microsoft.com/office/drawing/2014/main" id="{45530261-3767-EB45-4E9E-8B4B12FDC6AB}"/>
                </a:ext>
              </a:extLst>
            </p:cNvPr>
            <p:cNvSpPr/>
            <p:nvPr/>
          </p:nvSpPr>
          <p:spPr>
            <a:xfrm>
              <a:off x="5742789" y="2005359"/>
              <a:ext cx="70178" cy="195447"/>
            </a:xfrm>
            <a:custGeom>
              <a:avLst/>
              <a:gdLst/>
              <a:ahLst/>
              <a:cxnLst/>
              <a:rect l="l" t="t" r="r" b="b"/>
              <a:pathLst>
                <a:path w="2554" h="7113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lnTo>
                    <a:pt x="0" y="6596"/>
                  </a:lnTo>
                  <a:cubicBezTo>
                    <a:pt x="0" y="6870"/>
                    <a:pt x="213" y="7113"/>
                    <a:pt x="517" y="7113"/>
                  </a:cubicBezTo>
                  <a:lnTo>
                    <a:pt x="2037" y="7113"/>
                  </a:lnTo>
                  <a:cubicBezTo>
                    <a:pt x="2310" y="7113"/>
                    <a:pt x="2554" y="6870"/>
                    <a:pt x="2554" y="6596"/>
                  </a:cubicBezTo>
                  <a:lnTo>
                    <a:pt x="2554" y="517"/>
                  </a:lnTo>
                  <a:cubicBezTo>
                    <a:pt x="2554" y="213"/>
                    <a:pt x="2310" y="0"/>
                    <a:pt x="20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2255;p52">
              <a:extLst>
                <a:ext uri="{FF2B5EF4-FFF2-40B4-BE49-F238E27FC236}">
                  <a16:creationId xmlns:a16="http://schemas.microsoft.com/office/drawing/2014/main" id="{B4DE5F27-CAFD-EF09-552F-3E6954589763}"/>
                </a:ext>
              </a:extLst>
            </p:cNvPr>
            <p:cNvSpPr/>
            <p:nvPr/>
          </p:nvSpPr>
          <p:spPr>
            <a:xfrm>
              <a:off x="5738613" y="2001182"/>
              <a:ext cx="78531" cy="202976"/>
            </a:xfrm>
            <a:custGeom>
              <a:avLst/>
              <a:gdLst/>
              <a:ahLst/>
              <a:cxnLst/>
              <a:rect l="l" t="t" r="r" b="b"/>
              <a:pathLst>
                <a:path w="2858" h="7387" extrusionOk="0">
                  <a:moveTo>
                    <a:pt x="2189" y="304"/>
                  </a:moveTo>
                  <a:cubicBezTo>
                    <a:pt x="2402" y="304"/>
                    <a:pt x="2554" y="487"/>
                    <a:pt x="2554" y="699"/>
                  </a:cubicBezTo>
                  <a:lnTo>
                    <a:pt x="2554" y="6779"/>
                  </a:lnTo>
                  <a:cubicBezTo>
                    <a:pt x="2554" y="6991"/>
                    <a:pt x="2402" y="7143"/>
                    <a:pt x="2189" y="7143"/>
                  </a:cubicBezTo>
                  <a:lnTo>
                    <a:pt x="669" y="7143"/>
                  </a:lnTo>
                  <a:cubicBezTo>
                    <a:pt x="456" y="7143"/>
                    <a:pt x="274" y="6991"/>
                    <a:pt x="274" y="6779"/>
                  </a:cubicBezTo>
                  <a:lnTo>
                    <a:pt x="274" y="699"/>
                  </a:lnTo>
                  <a:cubicBezTo>
                    <a:pt x="274" y="487"/>
                    <a:pt x="456" y="304"/>
                    <a:pt x="669" y="304"/>
                  </a:cubicBezTo>
                  <a:close/>
                  <a:moveTo>
                    <a:pt x="669" y="0"/>
                  </a:moveTo>
                  <a:cubicBezTo>
                    <a:pt x="304" y="0"/>
                    <a:pt x="0" y="304"/>
                    <a:pt x="0" y="669"/>
                  </a:cubicBezTo>
                  <a:lnTo>
                    <a:pt x="0" y="6748"/>
                  </a:lnTo>
                  <a:cubicBezTo>
                    <a:pt x="0" y="7113"/>
                    <a:pt x="304" y="7386"/>
                    <a:pt x="669" y="7386"/>
                  </a:cubicBezTo>
                  <a:lnTo>
                    <a:pt x="2189" y="7386"/>
                  </a:lnTo>
                  <a:cubicBezTo>
                    <a:pt x="2554" y="7386"/>
                    <a:pt x="2858" y="7113"/>
                    <a:pt x="2858" y="6748"/>
                  </a:cubicBezTo>
                  <a:lnTo>
                    <a:pt x="2858" y="669"/>
                  </a:lnTo>
                  <a:cubicBezTo>
                    <a:pt x="2858" y="304"/>
                    <a:pt x="2554" y="0"/>
                    <a:pt x="21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2256;p52">
              <a:extLst>
                <a:ext uri="{FF2B5EF4-FFF2-40B4-BE49-F238E27FC236}">
                  <a16:creationId xmlns:a16="http://schemas.microsoft.com/office/drawing/2014/main" id="{F2E51CA5-735E-8F48-436D-BF925DB9BE8B}"/>
                </a:ext>
              </a:extLst>
            </p:cNvPr>
            <p:cNvSpPr/>
            <p:nvPr/>
          </p:nvSpPr>
          <p:spPr>
            <a:xfrm>
              <a:off x="5874736" y="2014536"/>
              <a:ext cx="70205" cy="177092"/>
            </a:xfrm>
            <a:custGeom>
              <a:avLst/>
              <a:gdLst/>
              <a:ahLst/>
              <a:cxnLst/>
              <a:rect l="l" t="t" r="r" b="b"/>
              <a:pathLst>
                <a:path w="2555" h="6445" extrusionOk="0">
                  <a:moveTo>
                    <a:pt x="518" y="1"/>
                  </a:moveTo>
                  <a:cubicBezTo>
                    <a:pt x="244" y="1"/>
                    <a:pt x="1" y="213"/>
                    <a:pt x="1" y="517"/>
                  </a:cubicBezTo>
                  <a:lnTo>
                    <a:pt x="1" y="5928"/>
                  </a:lnTo>
                  <a:cubicBezTo>
                    <a:pt x="1" y="6232"/>
                    <a:pt x="244" y="6445"/>
                    <a:pt x="518" y="6445"/>
                  </a:cubicBezTo>
                  <a:lnTo>
                    <a:pt x="2037" y="6445"/>
                  </a:lnTo>
                  <a:cubicBezTo>
                    <a:pt x="2311" y="6445"/>
                    <a:pt x="2554" y="6232"/>
                    <a:pt x="2554" y="5928"/>
                  </a:cubicBezTo>
                  <a:lnTo>
                    <a:pt x="2554" y="517"/>
                  </a:lnTo>
                  <a:cubicBezTo>
                    <a:pt x="2554" y="213"/>
                    <a:pt x="2341" y="1"/>
                    <a:pt x="20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2257;p52">
              <a:extLst>
                <a:ext uri="{FF2B5EF4-FFF2-40B4-BE49-F238E27FC236}">
                  <a16:creationId xmlns:a16="http://schemas.microsoft.com/office/drawing/2014/main" id="{D9F6C6D3-C26D-5B34-AE8B-DA50F971DFE1}"/>
                </a:ext>
              </a:extLst>
            </p:cNvPr>
            <p:cNvSpPr/>
            <p:nvPr/>
          </p:nvSpPr>
          <p:spPr>
            <a:xfrm>
              <a:off x="5870560" y="2010359"/>
              <a:ext cx="78558" cy="185446"/>
            </a:xfrm>
            <a:custGeom>
              <a:avLst/>
              <a:gdLst/>
              <a:ahLst/>
              <a:cxnLst/>
              <a:rect l="l" t="t" r="r" b="b"/>
              <a:pathLst>
                <a:path w="2859" h="6749" extrusionOk="0">
                  <a:moveTo>
                    <a:pt x="2189" y="274"/>
                  </a:moveTo>
                  <a:cubicBezTo>
                    <a:pt x="2402" y="274"/>
                    <a:pt x="2584" y="457"/>
                    <a:pt x="2584" y="669"/>
                  </a:cubicBezTo>
                  <a:lnTo>
                    <a:pt x="2584" y="6110"/>
                  </a:lnTo>
                  <a:cubicBezTo>
                    <a:pt x="2584" y="6323"/>
                    <a:pt x="2402" y="6475"/>
                    <a:pt x="2189" y="6475"/>
                  </a:cubicBezTo>
                  <a:lnTo>
                    <a:pt x="670" y="6475"/>
                  </a:lnTo>
                  <a:cubicBezTo>
                    <a:pt x="457" y="6475"/>
                    <a:pt x="305" y="6323"/>
                    <a:pt x="305" y="6110"/>
                  </a:cubicBezTo>
                  <a:lnTo>
                    <a:pt x="305" y="669"/>
                  </a:lnTo>
                  <a:cubicBezTo>
                    <a:pt x="305" y="457"/>
                    <a:pt x="457" y="274"/>
                    <a:pt x="670" y="274"/>
                  </a:cubicBezTo>
                  <a:close/>
                  <a:moveTo>
                    <a:pt x="670" y="1"/>
                  </a:moveTo>
                  <a:cubicBezTo>
                    <a:pt x="305" y="1"/>
                    <a:pt x="1" y="305"/>
                    <a:pt x="1" y="669"/>
                  </a:cubicBezTo>
                  <a:lnTo>
                    <a:pt x="1" y="6080"/>
                  </a:lnTo>
                  <a:cubicBezTo>
                    <a:pt x="1" y="6445"/>
                    <a:pt x="305" y="6748"/>
                    <a:pt x="670" y="6748"/>
                  </a:cubicBezTo>
                  <a:lnTo>
                    <a:pt x="2189" y="6748"/>
                  </a:lnTo>
                  <a:cubicBezTo>
                    <a:pt x="2554" y="6748"/>
                    <a:pt x="2858" y="6445"/>
                    <a:pt x="2858" y="6080"/>
                  </a:cubicBezTo>
                  <a:lnTo>
                    <a:pt x="2858" y="669"/>
                  </a:lnTo>
                  <a:cubicBezTo>
                    <a:pt x="2858" y="305"/>
                    <a:pt x="2554" y="1"/>
                    <a:pt x="21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2258;p52">
              <a:extLst>
                <a:ext uri="{FF2B5EF4-FFF2-40B4-BE49-F238E27FC236}">
                  <a16:creationId xmlns:a16="http://schemas.microsoft.com/office/drawing/2014/main" id="{17081448-D88D-FDD0-1F10-7FC271B0B418}"/>
                </a:ext>
              </a:extLst>
            </p:cNvPr>
            <p:cNvSpPr/>
            <p:nvPr/>
          </p:nvSpPr>
          <p:spPr>
            <a:xfrm>
              <a:off x="5848028" y="2005359"/>
              <a:ext cx="71002" cy="195447"/>
            </a:xfrm>
            <a:custGeom>
              <a:avLst/>
              <a:gdLst/>
              <a:ahLst/>
              <a:cxnLst/>
              <a:rect l="l" t="t" r="r" b="b"/>
              <a:pathLst>
                <a:path w="2584" h="7113" extrusionOk="0">
                  <a:moveTo>
                    <a:pt x="517" y="0"/>
                  </a:moveTo>
                  <a:cubicBezTo>
                    <a:pt x="243" y="0"/>
                    <a:pt x="0" y="213"/>
                    <a:pt x="0" y="517"/>
                  </a:cubicBezTo>
                  <a:lnTo>
                    <a:pt x="0" y="6596"/>
                  </a:lnTo>
                  <a:cubicBezTo>
                    <a:pt x="0" y="6870"/>
                    <a:pt x="243" y="7113"/>
                    <a:pt x="517" y="7113"/>
                  </a:cubicBezTo>
                  <a:lnTo>
                    <a:pt x="2037" y="7113"/>
                  </a:lnTo>
                  <a:cubicBezTo>
                    <a:pt x="2341" y="7113"/>
                    <a:pt x="2553" y="6870"/>
                    <a:pt x="2584" y="6596"/>
                  </a:cubicBezTo>
                  <a:lnTo>
                    <a:pt x="2584" y="517"/>
                  </a:lnTo>
                  <a:cubicBezTo>
                    <a:pt x="2553" y="213"/>
                    <a:pt x="2341" y="0"/>
                    <a:pt x="20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2259;p52">
              <a:extLst>
                <a:ext uri="{FF2B5EF4-FFF2-40B4-BE49-F238E27FC236}">
                  <a16:creationId xmlns:a16="http://schemas.microsoft.com/office/drawing/2014/main" id="{493127D0-C034-F08C-4DB2-525B56C8DD2E}"/>
                </a:ext>
              </a:extLst>
            </p:cNvPr>
            <p:cNvSpPr/>
            <p:nvPr/>
          </p:nvSpPr>
          <p:spPr>
            <a:xfrm>
              <a:off x="5844676" y="2001182"/>
              <a:ext cx="77706" cy="202976"/>
            </a:xfrm>
            <a:custGeom>
              <a:avLst/>
              <a:gdLst/>
              <a:ahLst/>
              <a:cxnLst/>
              <a:rect l="l" t="t" r="r" b="b"/>
              <a:pathLst>
                <a:path w="2828" h="7387" extrusionOk="0">
                  <a:moveTo>
                    <a:pt x="2159" y="304"/>
                  </a:moveTo>
                  <a:cubicBezTo>
                    <a:pt x="2371" y="304"/>
                    <a:pt x="2554" y="487"/>
                    <a:pt x="2554" y="699"/>
                  </a:cubicBezTo>
                  <a:lnTo>
                    <a:pt x="2554" y="6779"/>
                  </a:lnTo>
                  <a:cubicBezTo>
                    <a:pt x="2554" y="6991"/>
                    <a:pt x="2371" y="7143"/>
                    <a:pt x="2159" y="7143"/>
                  </a:cubicBezTo>
                  <a:lnTo>
                    <a:pt x="639" y="7143"/>
                  </a:lnTo>
                  <a:cubicBezTo>
                    <a:pt x="426" y="7143"/>
                    <a:pt x="274" y="6991"/>
                    <a:pt x="274" y="6779"/>
                  </a:cubicBezTo>
                  <a:lnTo>
                    <a:pt x="274" y="699"/>
                  </a:lnTo>
                  <a:cubicBezTo>
                    <a:pt x="274" y="487"/>
                    <a:pt x="426" y="304"/>
                    <a:pt x="639" y="304"/>
                  </a:cubicBezTo>
                  <a:close/>
                  <a:moveTo>
                    <a:pt x="639" y="0"/>
                  </a:moveTo>
                  <a:cubicBezTo>
                    <a:pt x="274" y="0"/>
                    <a:pt x="1" y="304"/>
                    <a:pt x="1" y="669"/>
                  </a:cubicBezTo>
                  <a:lnTo>
                    <a:pt x="1" y="6748"/>
                  </a:lnTo>
                  <a:cubicBezTo>
                    <a:pt x="1" y="7113"/>
                    <a:pt x="274" y="7386"/>
                    <a:pt x="639" y="7386"/>
                  </a:cubicBezTo>
                  <a:lnTo>
                    <a:pt x="2159" y="7386"/>
                  </a:lnTo>
                  <a:cubicBezTo>
                    <a:pt x="2523" y="7386"/>
                    <a:pt x="2827" y="7113"/>
                    <a:pt x="2827" y="6748"/>
                  </a:cubicBezTo>
                  <a:lnTo>
                    <a:pt x="2827" y="669"/>
                  </a:lnTo>
                  <a:cubicBezTo>
                    <a:pt x="2827" y="304"/>
                    <a:pt x="2523" y="0"/>
                    <a:pt x="21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2260;p52">
              <a:extLst>
                <a:ext uri="{FF2B5EF4-FFF2-40B4-BE49-F238E27FC236}">
                  <a16:creationId xmlns:a16="http://schemas.microsoft.com/office/drawing/2014/main" id="{4F05C242-6D10-386E-8E27-02AE522F75A8}"/>
                </a:ext>
              </a:extLst>
            </p:cNvPr>
            <p:cNvSpPr/>
            <p:nvPr/>
          </p:nvSpPr>
          <p:spPr>
            <a:xfrm>
              <a:off x="5979975" y="2014536"/>
              <a:ext cx="71029" cy="177092"/>
            </a:xfrm>
            <a:custGeom>
              <a:avLst/>
              <a:gdLst/>
              <a:ahLst/>
              <a:cxnLst/>
              <a:rect l="l" t="t" r="r" b="b"/>
              <a:pathLst>
                <a:path w="2585" h="6445" extrusionOk="0">
                  <a:moveTo>
                    <a:pt x="548" y="1"/>
                  </a:moveTo>
                  <a:cubicBezTo>
                    <a:pt x="244" y="1"/>
                    <a:pt x="1" y="213"/>
                    <a:pt x="1" y="517"/>
                  </a:cubicBezTo>
                  <a:lnTo>
                    <a:pt x="1" y="5928"/>
                  </a:lnTo>
                  <a:cubicBezTo>
                    <a:pt x="1" y="6232"/>
                    <a:pt x="244" y="6445"/>
                    <a:pt x="548" y="6445"/>
                  </a:cubicBezTo>
                  <a:lnTo>
                    <a:pt x="2068" y="6445"/>
                  </a:lnTo>
                  <a:cubicBezTo>
                    <a:pt x="2341" y="6445"/>
                    <a:pt x="2584" y="6232"/>
                    <a:pt x="2584" y="5928"/>
                  </a:cubicBezTo>
                  <a:lnTo>
                    <a:pt x="2584" y="517"/>
                  </a:lnTo>
                  <a:cubicBezTo>
                    <a:pt x="2584" y="213"/>
                    <a:pt x="2341" y="1"/>
                    <a:pt x="20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2261;p52">
              <a:extLst>
                <a:ext uri="{FF2B5EF4-FFF2-40B4-BE49-F238E27FC236}">
                  <a16:creationId xmlns:a16="http://schemas.microsoft.com/office/drawing/2014/main" id="{DE6A3EE9-C4B7-6156-7978-1F957163CA9B}"/>
                </a:ext>
              </a:extLst>
            </p:cNvPr>
            <p:cNvSpPr/>
            <p:nvPr/>
          </p:nvSpPr>
          <p:spPr>
            <a:xfrm>
              <a:off x="5976650" y="2010359"/>
              <a:ext cx="78531" cy="185446"/>
            </a:xfrm>
            <a:custGeom>
              <a:avLst/>
              <a:gdLst/>
              <a:ahLst/>
              <a:cxnLst/>
              <a:rect l="l" t="t" r="r" b="b"/>
              <a:pathLst>
                <a:path w="2858" h="6749" extrusionOk="0">
                  <a:moveTo>
                    <a:pt x="2189" y="274"/>
                  </a:moveTo>
                  <a:cubicBezTo>
                    <a:pt x="2401" y="274"/>
                    <a:pt x="2553" y="457"/>
                    <a:pt x="2553" y="669"/>
                  </a:cubicBezTo>
                  <a:lnTo>
                    <a:pt x="2553" y="6110"/>
                  </a:lnTo>
                  <a:cubicBezTo>
                    <a:pt x="2553" y="6323"/>
                    <a:pt x="2401" y="6475"/>
                    <a:pt x="2189" y="6475"/>
                  </a:cubicBezTo>
                  <a:lnTo>
                    <a:pt x="669" y="6475"/>
                  </a:lnTo>
                  <a:cubicBezTo>
                    <a:pt x="456" y="6475"/>
                    <a:pt x="274" y="6323"/>
                    <a:pt x="274" y="6110"/>
                  </a:cubicBezTo>
                  <a:lnTo>
                    <a:pt x="274" y="669"/>
                  </a:lnTo>
                  <a:cubicBezTo>
                    <a:pt x="274" y="457"/>
                    <a:pt x="456" y="274"/>
                    <a:pt x="669" y="274"/>
                  </a:cubicBezTo>
                  <a:close/>
                  <a:moveTo>
                    <a:pt x="669" y="1"/>
                  </a:moveTo>
                  <a:cubicBezTo>
                    <a:pt x="304" y="1"/>
                    <a:pt x="0" y="305"/>
                    <a:pt x="0" y="669"/>
                  </a:cubicBezTo>
                  <a:lnTo>
                    <a:pt x="0" y="6080"/>
                  </a:lnTo>
                  <a:cubicBezTo>
                    <a:pt x="0" y="6445"/>
                    <a:pt x="304" y="6748"/>
                    <a:pt x="669" y="6748"/>
                  </a:cubicBezTo>
                  <a:lnTo>
                    <a:pt x="2189" y="6748"/>
                  </a:lnTo>
                  <a:cubicBezTo>
                    <a:pt x="2553" y="6748"/>
                    <a:pt x="2827" y="6445"/>
                    <a:pt x="2857" y="6080"/>
                  </a:cubicBezTo>
                  <a:lnTo>
                    <a:pt x="2857" y="669"/>
                  </a:lnTo>
                  <a:cubicBezTo>
                    <a:pt x="2827" y="305"/>
                    <a:pt x="2553" y="1"/>
                    <a:pt x="21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2262;p52">
              <a:extLst>
                <a:ext uri="{FF2B5EF4-FFF2-40B4-BE49-F238E27FC236}">
                  <a16:creationId xmlns:a16="http://schemas.microsoft.com/office/drawing/2014/main" id="{014475EA-82BA-434D-6251-256673643518}"/>
                </a:ext>
              </a:extLst>
            </p:cNvPr>
            <p:cNvSpPr/>
            <p:nvPr/>
          </p:nvSpPr>
          <p:spPr>
            <a:xfrm>
              <a:off x="5954091" y="2005359"/>
              <a:ext cx="70178" cy="195447"/>
            </a:xfrm>
            <a:custGeom>
              <a:avLst/>
              <a:gdLst/>
              <a:ahLst/>
              <a:cxnLst/>
              <a:rect l="l" t="t" r="r" b="b"/>
              <a:pathLst>
                <a:path w="2554" h="7113" extrusionOk="0">
                  <a:moveTo>
                    <a:pt x="517" y="0"/>
                  </a:moveTo>
                  <a:cubicBezTo>
                    <a:pt x="213" y="0"/>
                    <a:pt x="0" y="213"/>
                    <a:pt x="0" y="517"/>
                  </a:cubicBezTo>
                  <a:lnTo>
                    <a:pt x="0" y="6596"/>
                  </a:lnTo>
                  <a:cubicBezTo>
                    <a:pt x="0" y="6870"/>
                    <a:pt x="213" y="7113"/>
                    <a:pt x="517" y="7113"/>
                  </a:cubicBezTo>
                  <a:lnTo>
                    <a:pt x="2037" y="7113"/>
                  </a:lnTo>
                  <a:cubicBezTo>
                    <a:pt x="2310" y="7113"/>
                    <a:pt x="2554" y="6870"/>
                    <a:pt x="2554" y="6596"/>
                  </a:cubicBezTo>
                  <a:lnTo>
                    <a:pt x="2554" y="517"/>
                  </a:lnTo>
                  <a:cubicBezTo>
                    <a:pt x="2554" y="213"/>
                    <a:pt x="2310" y="0"/>
                    <a:pt x="20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2263;p52">
              <a:extLst>
                <a:ext uri="{FF2B5EF4-FFF2-40B4-BE49-F238E27FC236}">
                  <a16:creationId xmlns:a16="http://schemas.microsoft.com/office/drawing/2014/main" id="{A892E70D-CADF-6C94-2A7B-68A0096C1BF9}"/>
                </a:ext>
              </a:extLst>
            </p:cNvPr>
            <p:cNvSpPr/>
            <p:nvPr/>
          </p:nvSpPr>
          <p:spPr>
            <a:xfrm>
              <a:off x="5949915" y="2001182"/>
              <a:ext cx="78531" cy="202976"/>
            </a:xfrm>
            <a:custGeom>
              <a:avLst/>
              <a:gdLst/>
              <a:ahLst/>
              <a:cxnLst/>
              <a:rect l="l" t="t" r="r" b="b"/>
              <a:pathLst>
                <a:path w="2858" h="7387" extrusionOk="0">
                  <a:moveTo>
                    <a:pt x="2189" y="304"/>
                  </a:moveTo>
                  <a:cubicBezTo>
                    <a:pt x="2402" y="304"/>
                    <a:pt x="2554" y="487"/>
                    <a:pt x="2554" y="699"/>
                  </a:cubicBezTo>
                  <a:lnTo>
                    <a:pt x="2554" y="6779"/>
                  </a:lnTo>
                  <a:cubicBezTo>
                    <a:pt x="2554" y="6991"/>
                    <a:pt x="2402" y="7143"/>
                    <a:pt x="2189" y="7143"/>
                  </a:cubicBezTo>
                  <a:lnTo>
                    <a:pt x="669" y="7143"/>
                  </a:lnTo>
                  <a:cubicBezTo>
                    <a:pt x="456" y="7143"/>
                    <a:pt x="274" y="6991"/>
                    <a:pt x="274" y="6779"/>
                  </a:cubicBezTo>
                  <a:lnTo>
                    <a:pt x="274" y="699"/>
                  </a:lnTo>
                  <a:cubicBezTo>
                    <a:pt x="274" y="487"/>
                    <a:pt x="456" y="304"/>
                    <a:pt x="669" y="304"/>
                  </a:cubicBezTo>
                  <a:close/>
                  <a:moveTo>
                    <a:pt x="669" y="0"/>
                  </a:moveTo>
                  <a:cubicBezTo>
                    <a:pt x="304" y="0"/>
                    <a:pt x="0" y="304"/>
                    <a:pt x="0" y="669"/>
                  </a:cubicBezTo>
                  <a:lnTo>
                    <a:pt x="0" y="6748"/>
                  </a:lnTo>
                  <a:cubicBezTo>
                    <a:pt x="0" y="7113"/>
                    <a:pt x="304" y="7386"/>
                    <a:pt x="669" y="7386"/>
                  </a:cubicBezTo>
                  <a:lnTo>
                    <a:pt x="2189" y="7386"/>
                  </a:lnTo>
                  <a:cubicBezTo>
                    <a:pt x="2554" y="7386"/>
                    <a:pt x="2858" y="7113"/>
                    <a:pt x="2858" y="6748"/>
                  </a:cubicBezTo>
                  <a:lnTo>
                    <a:pt x="2858" y="669"/>
                  </a:lnTo>
                  <a:cubicBezTo>
                    <a:pt x="2858" y="304"/>
                    <a:pt x="2554" y="0"/>
                    <a:pt x="21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2264;p52">
              <a:extLst>
                <a:ext uri="{FF2B5EF4-FFF2-40B4-BE49-F238E27FC236}">
                  <a16:creationId xmlns:a16="http://schemas.microsoft.com/office/drawing/2014/main" id="{5EE23D9B-B347-DBBD-D9F2-C468A2F5BF4F}"/>
                </a:ext>
              </a:extLst>
            </p:cNvPr>
            <p:cNvSpPr/>
            <p:nvPr/>
          </p:nvSpPr>
          <p:spPr>
            <a:xfrm>
              <a:off x="6086038" y="2014536"/>
              <a:ext cx="70205" cy="177092"/>
            </a:xfrm>
            <a:custGeom>
              <a:avLst/>
              <a:gdLst/>
              <a:ahLst/>
              <a:cxnLst/>
              <a:rect l="l" t="t" r="r" b="b"/>
              <a:pathLst>
                <a:path w="2555" h="6445" extrusionOk="0">
                  <a:moveTo>
                    <a:pt x="518" y="1"/>
                  </a:moveTo>
                  <a:cubicBezTo>
                    <a:pt x="244" y="1"/>
                    <a:pt x="1" y="213"/>
                    <a:pt x="1" y="517"/>
                  </a:cubicBezTo>
                  <a:lnTo>
                    <a:pt x="1" y="5928"/>
                  </a:lnTo>
                  <a:cubicBezTo>
                    <a:pt x="1" y="6232"/>
                    <a:pt x="244" y="6445"/>
                    <a:pt x="518" y="6445"/>
                  </a:cubicBezTo>
                  <a:lnTo>
                    <a:pt x="2037" y="6445"/>
                  </a:lnTo>
                  <a:cubicBezTo>
                    <a:pt x="2311" y="6445"/>
                    <a:pt x="2554" y="6232"/>
                    <a:pt x="2554" y="5928"/>
                  </a:cubicBezTo>
                  <a:lnTo>
                    <a:pt x="2554" y="517"/>
                  </a:lnTo>
                  <a:cubicBezTo>
                    <a:pt x="2554" y="213"/>
                    <a:pt x="2311" y="1"/>
                    <a:pt x="20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2265;p52">
              <a:extLst>
                <a:ext uri="{FF2B5EF4-FFF2-40B4-BE49-F238E27FC236}">
                  <a16:creationId xmlns:a16="http://schemas.microsoft.com/office/drawing/2014/main" id="{569E0DB3-E674-04CA-09F1-09B4C037C28E}"/>
                </a:ext>
              </a:extLst>
            </p:cNvPr>
            <p:cNvSpPr/>
            <p:nvPr/>
          </p:nvSpPr>
          <p:spPr>
            <a:xfrm>
              <a:off x="6081862" y="2010359"/>
              <a:ext cx="78558" cy="185446"/>
            </a:xfrm>
            <a:custGeom>
              <a:avLst/>
              <a:gdLst/>
              <a:ahLst/>
              <a:cxnLst/>
              <a:rect l="l" t="t" r="r" b="b"/>
              <a:pathLst>
                <a:path w="2859" h="6749" extrusionOk="0">
                  <a:moveTo>
                    <a:pt x="2189" y="274"/>
                  </a:moveTo>
                  <a:cubicBezTo>
                    <a:pt x="2402" y="274"/>
                    <a:pt x="2585" y="457"/>
                    <a:pt x="2585" y="669"/>
                  </a:cubicBezTo>
                  <a:lnTo>
                    <a:pt x="2585" y="6110"/>
                  </a:lnTo>
                  <a:cubicBezTo>
                    <a:pt x="2585" y="6323"/>
                    <a:pt x="2402" y="6475"/>
                    <a:pt x="2189" y="6475"/>
                  </a:cubicBezTo>
                  <a:lnTo>
                    <a:pt x="670" y="6475"/>
                  </a:lnTo>
                  <a:cubicBezTo>
                    <a:pt x="457" y="6475"/>
                    <a:pt x="305" y="6323"/>
                    <a:pt x="305" y="6110"/>
                  </a:cubicBezTo>
                  <a:lnTo>
                    <a:pt x="305" y="669"/>
                  </a:lnTo>
                  <a:cubicBezTo>
                    <a:pt x="305" y="457"/>
                    <a:pt x="457" y="274"/>
                    <a:pt x="670" y="274"/>
                  </a:cubicBezTo>
                  <a:close/>
                  <a:moveTo>
                    <a:pt x="670" y="1"/>
                  </a:moveTo>
                  <a:cubicBezTo>
                    <a:pt x="305" y="1"/>
                    <a:pt x="1" y="305"/>
                    <a:pt x="1" y="669"/>
                  </a:cubicBezTo>
                  <a:lnTo>
                    <a:pt x="1" y="6080"/>
                  </a:lnTo>
                  <a:cubicBezTo>
                    <a:pt x="1" y="6445"/>
                    <a:pt x="305" y="6748"/>
                    <a:pt x="670" y="6748"/>
                  </a:cubicBezTo>
                  <a:lnTo>
                    <a:pt x="2189" y="6748"/>
                  </a:lnTo>
                  <a:cubicBezTo>
                    <a:pt x="2554" y="6748"/>
                    <a:pt x="2858" y="6445"/>
                    <a:pt x="2858" y="6080"/>
                  </a:cubicBezTo>
                  <a:lnTo>
                    <a:pt x="2858" y="669"/>
                  </a:lnTo>
                  <a:cubicBezTo>
                    <a:pt x="2858" y="305"/>
                    <a:pt x="2554" y="1"/>
                    <a:pt x="21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2266;p52">
              <a:extLst>
                <a:ext uri="{FF2B5EF4-FFF2-40B4-BE49-F238E27FC236}">
                  <a16:creationId xmlns:a16="http://schemas.microsoft.com/office/drawing/2014/main" id="{D43798EF-A270-3FFB-594E-B351136428FB}"/>
                </a:ext>
              </a:extLst>
            </p:cNvPr>
            <p:cNvSpPr/>
            <p:nvPr/>
          </p:nvSpPr>
          <p:spPr>
            <a:xfrm>
              <a:off x="6059330" y="2005359"/>
              <a:ext cx="71002" cy="195447"/>
            </a:xfrm>
            <a:custGeom>
              <a:avLst/>
              <a:gdLst/>
              <a:ahLst/>
              <a:cxnLst/>
              <a:rect l="l" t="t" r="r" b="b"/>
              <a:pathLst>
                <a:path w="2584" h="7113" extrusionOk="0">
                  <a:moveTo>
                    <a:pt x="517" y="0"/>
                  </a:moveTo>
                  <a:cubicBezTo>
                    <a:pt x="243" y="0"/>
                    <a:pt x="0" y="213"/>
                    <a:pt x="0" y="517"/>
                  </a:cubicBezTo>
                  <a:lnTo>
                    <a:pt x="0" y="6596"/>
                  </a:lnTo>
                  <a:cubicBezTo>
                    <a:pt x="0" y="6870"/>
                    <a:pt x="243" y="7113"/>
                    <a:pt x="517" y="7113"/>
                  </a:cubicBezTo>
                  <a:lnTo>
                    <a:pt x="2037" y="7113"/>
                  </a:lnTo>
                  <a:cubicBezTo>
                    <a:pt x="2341" y="7113"/>
                    <a:pt x="2553" y="6870"/>
                    <a:pt x="2584" y="6596"/>
                  </a:cubicBezTo>
                  <a:lnTo>
                    <a:pt x="2584" y="517"/>
                  </a:lnTo>
                  <a:cubicBezTo>
                    <a:pt x="2553" y="213"/>
                    <a:pt x="2341" y="0"/>
                    <a:pt x="20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2267;p52">
              <a:extLst>
                <a:ext uri="{FF2B5EF4-FFF2-40B4-BE49-F238E27FC236}">
                  <a16:creationId xmlns:a16="http://schemas.microsoft.com/office/drawing/2014/main" id="{80532DBA-2B1D-8787-3D54-29054447CCB2}"/>
                </a:ext>
              </a:extLst>
            </p:cNvPr>
            <p:cNvSpPr/>
            <p:nvPr/>
          </p:nvSpPr>
          <p:spPr>
            <a:xfrm>
              <a:off x="6055153" y="2001182"/>
              <a:ext cx="78531" cy="202976"/>
            </a:xfrm>
            <a:custGeom>
              <a:avLst/>
              <a:gdLst/>
              <a:ahLst/>
              <a:cxnLst/>
              <a:rect l="l" t="t" r="r" b="b"/>
              <a:pathLst>
                <a:path w="2858" h="7387" extrusionOk="0">
                  <a:moveTo>
                    <a:pt x="2189" y="304"/>
                  </a:moveTo>
                  <a:cubicBezTo>
                    <a:pt x="2402" y="304"/>
                    <a:pt x="2584" y="487"/>
                    <a:pt x="2584" y="699"/>
                  </a:cubicBezTo>
                  <a:lnTo>
                    <a:pt x="2584" y="6779"/>
                  </a:lnTo>
                  <a:cubicBezTo>
                    <a:pt x="2584" y="6991"/>
                    <a:pt x="2402" y="7143"/>
                    <a:pt x="2189" y="7143"/>
                  </a:cubicBezTo>
                  <a:lnTo>
                    <a:pt x="669" y="7143"/>
                  </a:lnTo>
                  <a:cubicBezTo>
                    <a:pt x="456" y="7143"/>
                    <a:pt x="304" y="6991"/>
                    <a:pt x="304" y="6779"/>
                  </a:cubicBezTo>
                  <a:lnTo>
                    <a:pt x="304" y="699"/>
                  </a:lnTo>
                  <a:cubicBezTo>
                    <a:pt x="304" y="487"/>
                    <a:pt x="456" y="304"/>
                    <a:pt x="669" y="304"/>
                  </a:cubicBezTo>
                  <a:close/>
                  <a:moveTo>
                    <a:pt x="669" y="0"/>
                  </a:moveTo>
                  <a:cubicBezTo>
                    <a:pt x="304" y="0"/>
                    <a:pt x="0" y="304"/>
                    <a:pt x="0" y="669"/>
                  </a:cubicBezTo>
                  <a:lnTo>
                    <a:pt x="0" y="6748"/>
                  </a:lnTo>
                  <a:cubicBezTo>
                    <a:pt x="0" y="7113"/>
                    <a:pt x="304" y="7386"/>
                    <a:pt x="669" y="7386"/>
                  </a:cubicBezTo>
                  <a:lnTo>
                    <a:pt x="2189" y="7386"/>
                  </a:lnTo>
                  <a:cubicBezTo>
                    <a:pt x="2554" y="7386"/>
                    <a:pt x="2857" y="7113"/>
                    <a:pt x="2857" y="6748"/>
                  </a:cubicBezTo>
                  <a:lnTo>
                    <a:pt x="2857" y="669"/>
                  </a:lnTo>
                  <a:cubicBezTo>
                    <a:pt x="2857" y="304"/>
                    <a:pt x="2554" y="0"/>
                    <a:pt x="21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2268;p52">
              <a:extLst>
                <a:ext uri="{FF2B5EF4-FFF2-40B4-BE49-F238E27FC236}">
                  <a16:creationId xmlns:a16="http://schemas.microsoft.com/office/drawing/2014/main" id="{488DECE2-35B7-818D-7278-5B6713B64EDC}"/>
                </a:ext>
              </a:extLst>
            </p:cNvPr>
            <p:cNvSpPr/>
            <p:nvPr/>
          </p:nvSpPr>
          <p:spPr>
            <a:xfrm>
              <a:off x="6191277" y="2014536"/>
              <a:ext cx="71029" cy="177092"/>
            </a:xfrm>
            <a:custGeom>
              <a:avLst/>
              <a:gdLst/>
              <a:ahLst/>
              <a:cxnLst/>
              <a:rect l="l" t="t" r="r" b="b"/>
              <a:pathLst>
                <a:path w="2585" h="6445" extrusionOk="0">
                  <a:moveTo>
                    <a:pt x="548" y="1"/>
                  </a:moveTo>
                  <a:cubicBezTo>
                    <a:pt x="244" y="1"/>
                    <a:pt x="1" y="213"/>
                    <a:pt x="1" y="517"/>
                  </a:cubicBezTo>
                  <a:lnTo>
                    <a:pt x="1" y="5928"/>
                  </a:lnTo>
                  <a:cubicBezTo>
                    <a:pt x="1" y="6232"/>
                    <a:pt x="244" y="6445"/>
                    <a:pt x="548" y="6445"/>
                  </a:cubicBezTo>
                  <a:lnTo>
                    <a:pt x="2068" y="6445"/>
                  </a:lnTo>
                  <a:cubicBezTo>
                    <a:pt x="2341" y="6445"/>
                    <a:pt x="2584" y="6232"/>
                    <a:pt x="2584" y="5928"/>
                  </a:cubicBezTo>
                  <a:lnTo>
                    <a:pt x="2584" y="517"/>
                  </a:lnTo>
                  <a:cubicBezTo>
                    <a:pt x="2584" y="213"/>
                    <a:pt x="2341" y="1"/>
                    <a:pt x="20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2269;p52">
              <a:extLst>
                <a:ext uri="{FF2B5EF4-FFF2-40B4-BE49-F238E27FC236}">
                  <a16:creationId xmlns:a16="http://schemas.microsoft.com/office/drawing/2014/main" id="{114FD44C-33F0-0C2C-41E3-3280496063A5}"/>
                </a:ext>
              </a:extLst>
            </p:cNvPr>
            <p:cNvSpPr/>
            <p:nvPr/>
          </p:nvSpPr>
          <p:spPr>
            <a:xfrm>
              <a:off x="6187952" y="2010359"/>
              <a:ext cx="78531" cy="185446"/>
            </a:xfrm>
            <a:custGeom>
              <a:avLst/>
              <a:gdLst/>
              <a:ahLst/>
              <a:cxnLst/>
              <a:rect l="l" t="t" r="r" b="b"/>
              <a:pathLst>
                <a:path w="2858" h="6749" extrusionOk="0">
                  <a:moveTo>
                    <a:pt x="2189" y="274"/>
                  </a:moveTo>
                  <a:cubicBezTo>
                    <a:pt x="2371" y="274"/>
                    <a:pt x="2553" y="457"/>
                    <a:pt x="2553" y="669"/>
                  </a:cubicBezTo>
                  <a:lnTo>
                    <a:pt x="2553" y="6110"/>
                  </a:lnTo>
                  <a:cubicBezTo>
                    <a:pt x="2553" y="6323"/>
                    <a:pt x="2371" y="6475"/>
                    <a:pt x="2189" y="6475"/>
                  </a:cubicBezTo>
                  <a:lnTo>
                    <a:pt x="669" y="6475"/>
                  </a:lnTo>
                  <a:cubicBezTo>
                    <a:pt x="456" y="6475"/>
                    <a:pt x="274" y="6323"/>
                    <a:pt x="274" y="6110"/>
                  </a:cubicBezTo>
                  <a:lnTo>
                    <a:pt x="274" y="669"/>
                  </a:lnTo>
                  <a:cubicBezTo>
                    <a:pt x="274" y="457"/>
                    <a:pt x="456" y="274"/>
                    <a:pt x="669" y="274"/>
                  </a:cubicBezTo>
                  <a:close/>
                  <a:moveTo>
                    <a:pt x="669" y="1"/>
                  </a:moveTo>
                  <a:cubicBezTo>
                    <a:pt x="304" y="1"/>
                    <a:pt x="0" y="305"/>
                    <a:pt x="0" y="669"/>
                  </a:cubicBezTo>
                  <a:lnTo>
                    <a:pt x="0" y="6080"/>
                  </a:lnTo>
                  <a:cubicBezTo>
                    <a:pt x="0" y="6445"/>
                    <a:pt x="304" y="6748"/>
                    <a:pt x="669" y="6748"/>
                  </a:cubicBezTo>
                  <a:lnTo>
                    <a:pt x="2189" y="6748"/>
                  </a:lnTo>
                  <a:cubicBezTo>
                    <a:pt x="2523" y="6748"/>
                    <a:pt x="2827" y="6445"/>
                    <a:pt x="2857" y="6080"/>
                  </a:cubicBezTo>
                  <a:lnTo>
                    <a:pt x="2857" y="669"/>
                  </a:lnTo>
                  <a:cubicBezTo>
                    <a:pt x="2827" y="305"/>
                    <a:pt x="2523" y="1"/>
                    <a:pt x="21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2270;p52">
              <a:extLst>
                <a:ext uri="{FF2B5EF4-FFF2-40B4-BE49-F238E27FC236}">
                  <a16:creationId xmlns:a16="http://schemas.microsoft.com/office/drawing/2014/main" id="{1D92AD5B-4588-27FB-E125-C53DD191C36F}"/>
                </a:ext>
              </a:extLst>
            </p:cNvPr>
            <p:cNvSpPr/>
            <p:nvPr/>
          </p:nvSpPr>
          <p:spPr>
            <a:xfrm>
              <a:off x="6164569" y="2005359"/>
              <a:ext cx="71002" cy="195447"/>
            </a:xfrm>
            <a:custGeom>
              <a:avLst/>
              <a:gdLst/>
              <a:ahLst/>
              <a:cxnLst/>
              <a:rect l="l" t="t" r="r" b="b"/>
              <a:pathLst>
                <a:path w="2584" h="7113" extrusionOk="0">
                  <a:moveTo>
                    <a:pt x="547" y="0"/>
                  </a:moveTo>
                  <a:cubicBezTo>
                    <a:pt x="243" y="0"/>
                    <a:pt x="31" y="213"/>
                    <a:pt x="0" y="517"/>
                  </a:cubicBezTo>
                  <a:lnTo>
                    <a:pt x="0" y="6596"/>
                  </a:lnTo>
                  <a:cubicBezTo>
                    <a:pt x="31" y="6870"/>
                    <a:pt x="243" y="7113"/>
                    <a:pt x="547" y="7113"/>
                  </a:cubicBezTo>
                  <a:lnTo>
                    <a:pt x="2067" y="7113"/>
                  </a:lnTo>
                  <a:cubicBezTo>
                    <a:pt x="2341" y="7113"/>
                    <a:pt x="2584" y="6870"/>
                    <a:pt x="2584" y="6596"/>
                  </a:cubicBezTo>
                  <a:lnTo>
                    <a:pt x="2584" y="517"/>
                  </a:lnTo>
                  <a:cubicBezTo>
                    <a:pt x="2584" y="213"/>
                    <a:pt x="2341" y="0"/>
                    <a:pt x="20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2271;p52">
              <a:extLst>
                <a:ext uri="{FF2B5EF4-FFF2-40B4-BE49-F238E27FC236}">
                  <a16:creationId xmlns:a16="http://schemas.microsoft.com/office/drawing/2014/main" id="{46ADDB00-9454-F498-266F-40D0B6600775}"/>
                </a:ext>
              </a:extLst>
            </p:cNvPr>
            <p:cNvSpPr/>
            <p:nvPr/>
          </p:nvSpPr>
          <p:spPr>
            <a:xfrm>
              <a:off x="6161217" y="2001182"/>
              <a:ext cx="78531" cy="202976"/>
            </a:xfrm>
            <a:custGeom>
              <a:avLst/>
              <a:gdLst/>
              <a:ahLst/>
              <a:cxnLst/>
              <a:rect l="l" t="t" r="r" b="b"/>
              <a:pathLst>
                <a:path w="2858" h="7387" extrusionOk="0">
                  <a:moveTo>
                    <a:pt x="2189" y="304"/>
                  </a:moveTo>
                  <a:cubicBezTo>
                    <a:pt x="2402" y="304"/>
                    <a:pt x="2554" y="487"/>
                    <a:pt x="2554" y="699"/>
                  </a:cubicBezTo>
                  <a:lnTo>
                    <a:pt x="2554" y="6779"/>
                  </a:lnTo>
                  <a:cubicBezTo>
                    <a:pt x="2554" y="6991"/>
                    <a:pt x="2402" y="7143"/>
                    <a:pt x="2189" y="7143"/>
                  </a:cubicBezTo>
                  <a:lnTo>
                    <a:pt x="669" y="7143"/>
                  </a:lnTo>
                  <a:cubicBezTo>
                    <a:pt x="456" y="7143"/>
                    <a:pt x="274" y="6991"/>
                    <a:pt x="274" y="6779"/>
                  </a:cubicBezTo>
                  <a:lnTo>
                    <a:pt x="274" y="699"/>
                  </a:lnTo>
                  <a:cubicBezTo>
                    <a:pt x="274" y="487"/>
                    <a:pt x="456" y="304"/>
                    <a:pt x="669" y="304"/>
                  </a:cubicBezTo>
                  <a:close/>
                  <a:moveTo>
                    <a:pt x="669" y="0"/>
                  </a:moveTo>
                  <a:cubicBezTo>
                    <a:pt x="304" y="0"/>
                    <a:pt x="1" y="304"/>
                    <a:pt x="1" y="669"/>
                  </a:cubicBezTo>
                  <a:lnTo>
                    <a:pt x="1" y="6748"/>
                  </a:lnTo>
                  <a:cubicBezTo>
                    <a:pt x="1" y="7113"/>
                    <a:pt x="304" y="7386"/>
                    <a:pt x="669" y="7386"/>
                  </a:cubicBezTo>
                  <a:lnTo>
                    <a:pt x="2189" y="7386"/>
                  </a:lnTo>
                  <a:cubicBezTo>
                    <a:pt x="2554" y="7386"/>
                    <a:pt x="2827" y="7113"/>
                    <a:pt x="2858" y="6748"/>
                  </a:cubicBezTo>
                  <a:lnTo>
                    <a:pt x="2858" y="669"/>
                  </a:lnTo>
                  <a:cubicBezTo>
                    <a:pt x="2827" y="304"/>
                    <a:pt x="2554" y="0"/>
                    <a:pt x="21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2272;p52">
              <a:extLst>
                <a:ext uri="{FF2B5EF4-FFF2-40B4-BE49-F238E27FC236}">
                  <a16:creationId xmlns:a16="http://schemas.microsoft.com/office/drawing/2014/main" id="{136D02FB-1816-47D3-8020-3C8A3428ECD2}"/>
                </a:ext>
              </a:extLst>
            </p:cNvPr>
            <p:cNvSpPr/>
            <p:nvPr/>
          </p:nvSpPr>
          <p:spPr>
            <a:xfrm>
              <a:off x="6297368" y="2014536"/>
              <a:ext cx="70178" cy="177092"/>
            </a:xfrm>
            <a:custGeom>
              <a:avLst/>
              <a:gdLst/>
              <a:ahLst/>
              <a:cxnLst/>
              <a:rect l="l" t="t" r="r" b="b"/>
              <a:pathLst>
                <a:path w="2554" h="6445" extrusionOk="0">
                  <a:moveTo>
                    <a:pt x="517" y="1"/>
                  </a:moveTo>
                  <a:cubicBezTo>
                    <a:pt x="243" y="1"/>
                    <a:pt x="0" y="213"/>
                    <a:pt x="0" y="517"/>
                  </a:cubicBezTo>
                  <a:lnTo>
                    <a:pt x="0" y="5928"/>
                  </a:lnTo>
                  <a:cubicBezTo>
                    <a:pt x="0" y="6232"/>
                    <a:pt x="243" y="6445"/>
                    <a:pt x="517" y="6445"/>
                  </a:cubicBezTo>
                  <a:lnTo>
                    <a:pt x="2037" y="6445"/>
                  </a:lnTo>
                  <a:cubicBezTo>
                    <a:pt x="2310" y="6445"/>
                    <a:pt x="2553" y="6232"/>
                    <a:pt x="2553" y="5928"/>
                  </a:cubicBezTo>
                  <a:lnTo>
                    <a:pt x="2553" y="517"/>
                  </a:lnTo>
                  <a:cubicBezTo>
                    <a:pt x="2553" y="213"/>
                    <a:pt x="2310" y="1"/>
                    <a:pt x="20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2273;p52">
              <a:extLst>
                <a:ext uri="{FF2B5EF4-FFF2-40B4-BE49-F238E27FC236}">
                  <a16:creationId xmlns:a16="http://schemas.microsoft.com/office/drawing/2014/main" id="{780CA8E4-A84A-B7A1-22CA-59AEBD762E4E}"/>
                </a:ext>
              </a:extLst>
            </p:cNvPr>
            <p:cNvSpPr/>
            <p:nvPr/>
          </p:nvSpPr>
          <p:spPr>
            <a:xfrm>
              <a:off x="6293191" y="2010359"/>
              <a:ext cx="78531" cy="185446"/>
            </a:xfrm>
            <a:custGeom>
              <a:avLst/>
              <a:gdLst/>
              <a:ahLst/>
              <a:cxnLst/>
              <a:rect l="l" t="t" r="r" b="b"/>
              <a:pathLst>
                <a:path w="2858" h="6749" extrusionOk="0">
                  <a:moveTo>
                    <a:pt x="2189" y="274"/>
                  </a:moveTo>
                  <a:cubicBezTo>
                    <a:pt x="2401" y="274"/>
                    <a:pt x="2584" y="457"/>
                    <a:pt x="2584" y="669"/>
                  </a:cubicBezTo>
                  <a:lnTo>
                    <a:pt x="2584" y="6110"/>
                  </a:lnTo>
                  <a:cubicBezTo>
                    <a:pt x="2584" y="6323"/>
                    <a:pt x="2401" y="6475"/>
                    <a:pt x="2189" y="6475"/>
                  </a:cubicBezTo>
                  <a:lnTo>
                    <a:pt x="669" y="6475"/>
                  </a:lnTo>
                  <a:cubicBezTo>
                    <a:pt x="456" y="6475"/>
                    <a:pt x="304" y="6323"/>
                    <a:pt x="304" y="6110"/>
                  </a:cubicBezTo>
                  <a:lnTo>
                    <a:pt x="304" y="669"/>
                  </a:lnTo>
                  <a:cubicBezTo>
                    <a:pt x="304" y="457"/>
                    <a:pt x="456" y="274"/>
                    <a:pt x="669" y="274"/>
                  </a:cubicBezTo>
                  <a:close/>
                  <a:moveTo>
                    <a:pt x="669" y="1"/>
                  </a:moveTo>
                  <a:cubicBezTo>
                    <a:pt x="304" y="1"/>
                    <a:pt x="0" y="305"/>
                    <a:pt x="0" y="669"/>
                  </a:cubicBezTo>
                  <a:lnTo>
                    <a:pt x="0" y="6080"/>
                  </a:lnTo>
                  <a:cubicBezTo>
                    <a:pt x="0" y="6445"/>
                    <a:pt x="304" y="6748"/>
                    <a:pt x="669" y="6748"/>
                  </a:cubicBezTo>
                  <a:lnTo>
                    <a:pt x="2189" y="6748"/>
                  </a:lnTo>
                  <a:cubicBezTo>
                    <a:pt x="2553" y="6748"/>
                    <a:pt x="2857" y="6445"/>
                    <a:pt x="2857" y="6080"/>
                  </a:cubicBezTo>
                  <a:lnTo>
                    <a:pt x="2857" y="669"/>
                  </a:lnTo>
                  <a:cubicBezTo>
                    <a:pt x="2857" y="305"/>
                    <a:pt x="2553" y="1"/>
                    <a:pt x="21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2274;p52">
              <a:extLst>
                <a:ext uri="{FF2B5EF4-FFF2-40B4-BE49-F238E27FC236}">
                  <a16:creationId xmlns:a16="http://schemas.microsoft.com/office/drawing/2014/main" id="{FB921D9E-CF71-BCF8-D1C3-6E7BE6CB6BBC}"/>
                </a:ext>
              </a:extLst>
            </p:cNvPr>
            <p:cNvSpPr/>
            <p:nvPr/>
          </p:nvSpPr>
          <p:spPr>
            <a:xfrm>
              <a:off x="6270632" y="2005359"/>
              <a:ext cx="70178" cy="195447"/>
            </a:xfrm>
            <a:custGeom>
              <a:avLst/>
              <a:gdLst/>
              <a:ahLst/>
              <a:cxnLst/>
              <a:rect l="l" t="t" r="r" b="b"/>
              <a:pathLst>
                <a:path w="2554" h="7113" extrusionOk="0">
                  <a:moveTo>
                    <a:pt x="517" y="0"/>
                  </a:moveTo>
                  <a:cubicBezTo>
                    <a:pt x="244" y="0"/>
                    <a:pt x="0" y="213"/>
                    <a:pt x="0" y="517"/>
                  </a:cubicBezTo>
                  <a:lnTo>
                    <a:pt x="0" y="6596"/>
                  </a:lnTo>
                  <a:cubicBezTo>
                    <a:pt x="0" y="6870"/>
                    <a:pt x="244" y="7113"/>
                    <a:pt x="517" y="7113"/>
                  </a:cubicBezTo>
                  <a:lnTo>
                    <a:pt x="2037" y="7113"/>
                  </a:lnTo>
                  <a:cubicBezTo>
                    <a:pt x="2341" y="7113"/>
                    <a:pt x="2554" y="6870"/>
                    <a:pt x="2554" y="6596"/>
                  </a:cubicBezTo>
                  <a:lnTo>
                    <a:pt x="2554" y="517"/>
                  </a:lnTo>
                  <a:cubicBezTo>
                    <a:pt x="2554" y="213"/>
                    <a:pt x="2341" y="0"/>
                    <a:pt x="20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2275;p52">
              <a:extLst>
                <a:ext uri="{FF2B5EF4-FFF2-40B4-BE49-F238E27FC236}">
                  <a16:creationId xmlns:a16="http://schemas.microsoft.com/office/drawing/2014/main" id="{41239F60-B0C2-C051-0ED0-6498E1F0C8B0}"/>
                </a:ext>
              </a:extLst>
            </p:cNvPr>
            <p:cNvSpPr/>
            <p:nvPr/>
          </p:nvSpPr>
          <p:spPr>
            <a:xfrm>
              <a:off x="6266455" y="2001182"/>
              <a:ext cx="78531" cy="202976"/>
            </a:xfrm>
            <a:custGeom>
              <a:avLst/>
              <a:gdLst/>
              <a:ahLst/>
              <a:cxnLst/>
              <a:rect l="l" t="t" r="r" b="b"/>
              <a:pathLst>
                <a:path w="2858" h="7387" extrusionOk="0">
                  <a:moveTo>
                    <a:pt x="2189" y="304"/>
                  </a:moveTo>
                  <a:cubicBezTo>
                    <a:pt x="2402" y="304"/>
                    <a:pt x="2584" y="487"/>
                    <a:pt x="2584" y="699"/>
                  </a:cubicBezTo>
                  <a:lnTo>
                    <a:pt x="2584" y="6779"/>
                  </a:lnTo>
                  <a:cubicBezTo>
                    <a:pt x="2584" y="6991"/>
                    <a:pt x="2402" y="7143"/>
                    <a:pt x="2189" y="7143"/>
                  </a:cubicBezTo>
                  <a:lnTo>
                    <a:pt x="669" y="7143"/>
                  </a:lnTo>
                  <a:cubicBezTo>
                    <a:pt x="456" y="7143"/>
                    <a:pt x="304" y="6991"/>
                    <a:pt x="304" y="6779"/>
                  </a:cubicBezTo>
                  <a:lnTo>
                    <a:pt x="304" y="699"/>
                  </a:lnTo>
                  <a:cubicBezTo>
                    <a:pt x="304" y="487"/>
                    <a:pt x="456" y="304"/>
                    <a:pt x="669" y="304"/>
                  </a:cubicBezTo>
                  <a:close/>
                  <a:moveTo>
                    <a:pt x="669" y="0"/>
                  </a:moveTo>
                  <a:cubicBezTo>
                    <a:pt x="304" y="0"/>
                    <a:pt x="0" y="304"/>
                    <a:pt x="0" y="669"/>
                  </a:cubicBezTo>
                  <a:lnTo>
                    <a:pt x="0" y="6748"/>
                  </a:lnTo>
                  <a:cubicBezTo>
                    <a:pt x="0" y="7113"/>
                    <a:pt x="304" y="7386"/>
                    <a:pt x="669" y="7386"/>
                  </a:cubicBezTo>
                  <a:lnTo>
                    <a:pt x="2189" y="7386"/>
                  </a:lnTo>
                  <a:cubicBezTo>
                    <a:pt x="2554" y="7386"/>
                    <a:pt x="2858" y="7113"/>
                    <a:pt x="2858" y="6748"/>
                  </a:cubicBezTo>
                  <a:lnTo>
                    <a:pt x="2858" y="669"/>
                  </a:lnTo>
                  <a:cubicBezTo>
                    <a:pt x="2858" y="304"/>
                    <a:pt x="2554" y="0"/>
                    <a:pt x="21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276;p52">
              <a:extLst>
                <a:ext uri="{FF2B5EF4-FFF2-40B4-BE49-F238E27FC236}">
                  <a16:creationId xmlns:a16="http://schemas.microsoft.com/office/drawing/2014/main" id="{591CCEA8-338A-9873-229A-4C8A45D25FB8}"/>
                </a:ext>
              </a:extLst>
            </p:cNvPr>
            <p:cNvSpPr/>
            <p:nvPr/>
          </p:nvSpPr>
          <p:spPr>
            <a:xfrm>
              <a:off x="6402579" y="2014536"/>
              <a:ext cx="109443" cy="178851"/>
            </a:xfrm>
            <a:custGeom>
              <a:avLst/>
              <a:gdLst/>
              <a:ahLst/>
              <a:cxnLst/>
              <a:rect l="l" t="t" r="r" b="b"/>
              <a:pathLst>
                <a:path w="3983" h="6509" extrusionOk="0">
                  <a:moveTo>
                    <a:pt x="578" y="1"/>
                  </a:moveTo>
                  <a:cubicBezTo>
                    <a:pt x="487" y="1"/>
                    <a:pt x="396" y="1"/>
                    <a:pt x="305" y="31"/>
                  </a:cubicBezTo>
                  <a:cubicBezTo>
                    <a:pt x="244" y="61"/>
                    <a:pt x="183" y="92"/>
                    <a:pt x="153" y="153"/>
                  </a:cubicBezTo>
                  <a:cubicBezTo>
                    <a:pt x="62" y="244"/>
                    <a:pt x="1" y="365"/>
                    <a:pt x="1" y="517"/>
                  </a:cubicBezTo>
                  <a:lnTo>
                    <a:pt x="1" y="5928"/>
                  </a:lnTo>
                  <a:cubicBezTo>
                    <a:pt x="1" y="6080"/>
                    <a:pt x="62" y="6201"/>
                    <a:pt x="153" y="6293"/>
                  </a:cubicBezTo>
                  <a:cubicBezTo>
                    <a:pt x="183" y="6353"/>
                    <a:pt x="244" y="6384"/>
                    <a:pt x="305" y="6414"/>
                  </a:cubicBezTo>
                  <a:cubicBezTo>
                    <a:pt x="366" y="6445"/>
                    <a:pt x="457" y="6445"/>
                    <a:pt x="457" y="6445"/>
                  </a:cubicBezTo>
                  <a:cubicBezTo>
                    <a:pt x="578" y="6445"/>
                    <a:pt x="670" y="6475"/>
                    <a:pt x="791" y="6505"/>
                  </a:cubicBezTo>
                  <a:cubicBezTo>
                    <a:pt x="793" y="6508"/>
                    <a:pt x="796" y="6509"/>
                    <a:pt x="800" y="6509"/>
                  </a:cubicBezTo>
                  <a:cubicBezTo>
                    <a:pt x="844" y="6509"/>
                    <a:pt x="985" y="6338"/>
                    <a:pt x="1126" y="6141"/>
                  </a:cubicBezTo>
                  <a:lnTo>
                    <a:pt x="3831" y="1399"/>
                  </a:lnTo>
                  <a:cubicBezTo>
                    <a:pt x="3983" y="1156"/>
                    <a:pt x="3740" y="761"/>
                    <a:pt x="3253" y="548"/>
                  </a:cubicBezTo>
                  <a:cubicBezTo>
                    <a:pt x="2402" y="213"/>
                    <a:pt x="1490" y="1"/>
                    <a:pt x="5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277;p52">
              <a:extLst>
                <a:ext uri="{FF2B5EF4-FFF2-40B4-BE49-F238E27FC236}">
                  <a16:creationId xmlns:a16="http://schemas.microsoft.com/office/drawing/2014/main" id="{5B38172D-2C65-05E0-1A97-1B6568F62E8C}"/>
                </a:ext>
              </a:extLst>
            </p:cNvPr>
            <p:cNvSpPr/>
            <p:nvPr/>
          </p:nvSpPr>
          <p:spPr>
            <a:xfrm>
              <a:off x="6398402" y="2010359"/>
              <a:ext cx="115296" cy="187122"/>
            </a:xfrm>
            <a:custGeom>
              <a:avLst/>
              <a:gdLst/>
              <a:ahLst/>
              <a:cxnLst/>
              <a:rect l="l" t="t" r="r" b="b"/>
              <a:pathLst>
                <a:path w="4196" h="6810" extrusionOk="0">
                  <a:moveTo>
                    <a:pt x="648" y="291"/>
                  </a:moveTo>
                  <a:cubicBezTo>
                    <a:pt x="673" y="291"/>
                    <a:pt x="700" y="295"/>
                    <a:pt x="730" y="305"/>
                  </a:cubicBezTo>
                  <a:cubicBezTo>
                    <a:pt x="1612" y="305"/>
                    <a:pt x="2493" y="487"/>
                    <a:pt x="3344" y="821"/>
                  </a:cubicBezTo>
                  <a:cubicBezTo>
                    <a:pt x="3557" y="913"/>
                    <a:pt x="3770" y="1095"/>
                    <a:pt x="3861" y="1308"/>
                  </a:cubicBezTo>
                  <a:cubicBezTo>
                    <a:pt x="3892" y="1368"/>
                    <a:pt x="3892" y="1429"/>
                    <a:pt x="3861" y="1490"/>
                  </a:cubicBezTo>
                  <a:lnTo>
                    <a:pt x="1156" y="6201"/>
                  </a:lnTo>
                  <a:cubicBezTo>
                    <a:pt x="1095" y="6323"/>
                    <a:pt x="1004" y="6414"/>
                    <a:pt x="913" y="6505"/>
                  </a:cubicBezTo>
                  <a:cubicBezTo>
                    <a:pt x="822" y="6475"/>
                    <a:pt x="730" y="6475"/>
                    <a:pt x="639" y="6475"/>
                  </a:cubicBezTo>
                  <a:lnTo>
                    <a:pt x="609" y="6445"/>
                  </a:lnTo>
                  <a:lnTo>
                    <a:pt x="518" y="6414"/>
                  </a:lnTo>
                  <a:cubicBezTo>
                    <a:pt x="457" y="6414"/>
                    <a:pt x="426" y="6384"/>
                    <a:pt x="396" y="6353"/>
                  </a:cubicBezTo>
                  <a:cubicBezTo>
                    <a:pt x="305" y="6293"/>
                    <a:pt x="274" y="6201"/>
                    <a:pt x="274" y="6080"/>
                  </a:cubicBezTo>
                  <a:lnTo>
                    <a:pt x="274" y="639"/>
                  </a:lnTo>
                  <a:cubicBezTo>
                    <a:pt x="274" y="548"/>
                    <a:pt x="305" y="457"/>
                    <a:pt x="396" y="396"/>
                  </a:cubicBezTo>
                  <a:cubicBezTo>
                    <a:pt x="426" y="365"/>
                    <a:pt x="457" y="335"/>
                    <a:pt x="518" y="305"/>
                  </a:cubicBezTo>
                  <a:cubicBezTo>
                    <a:pt x="558" y="305"/>
                    <a:pt x="599" y="291"/>
                    <a:pt x="648" y="291"/>
                  </a:cubicBezTo>
                  <a:close/>
                  <a:moveTo>
                    <a:pt x="730" y="1"/>
                  </a:moveTo>
                  <a:cubicBezTo>
                    <a:pt x="639" y="1"/>
                    <a:pt x="518" y="1"/>
                    <a:pt x="426" y="61"/>
                  </a:cubicBezTo>
                  <a:cubicBezTo>
                    <a:pt x="335" y="92"/>
                    <a:pt x="274" y="122"/>
                    <a:pt x="214" y="183"/>
                  </a:cubicBezTo>
                  <a:cubicBezTo>
                    <a:pt x="62" y="305"/>
                    <a:pt x="1" y="487"/>
                    <a:pt x="1" y="669"/>
                  </a:cubicBezTo>
                  <a:lnTo>
                    <a:pt x="1" y="6080"/>
                  </a:lnTo>
                  <a:cubicBezTo>
                    <a:pt x="1" y="6262"/>
                    <a:pt x="62" y="6445"/>
                    <a:pt x="214" y="6536"/>
                  </a:cubicBezTo>
                  <a:cubicBezTo>
                    <a:pt x="274" y="6597"/>
                    <a:pt x="335" y="6657"/>
                    <a:pt x="426" y="6688"/>
                  </a:cubicBezTo>
                  <a:lnTo>
                    <a:pt x="487" y="6718"/>
                  </a:lnTo>
                  <a:lnTo>
                    <a:pt x="487" y="6748"/>
                  </a:lnTo>
                  <a:lnTo>
                    <a:pt x="609" y="6748"/>
                  </a:lnTo>
                  <a:cubicBezTo>
                    <a:pt x="700" y="6748"/>
                    <a:pt x="761" y="6748"/>
                    <a:pt x="852" y="6779"/>
                  </a:cubicBezTo>
                  <a:cubicBezTo>
                    <a:pt x="882" y="6809"/>
                    <a:pt x="913" y="6809"/>
                    <a:pt x="943" y="6809"/>
                  </a:cubicBezTo>
                  <a:cubicBezTo>
                    <a:pt x="1004" y="6809"/>
                    <a:pt x="1156" y="6748"/>
                    <a:pt x="1399" y="6353"/>
                  </a:cubicBezTo>
                  <a:lnTo>
                    <a:pt x="4104" y="1642"/>
                  </a:lnTo>
                  <a:cubicBezTo>
                    <a:pt x="4165" y="1520"/>
                    <a:pt x="4196" y="1368"/>
                    <a:pt x="4135" y="1247"/>
                  </a:cubicBezTo>
                  <a:cubicBezTo>
                    <a:pt x="4013" y="943"/>
                    <a:pt x="3770" y="700"/>
                    <a:pt x="3466" y="578"/>
                  </a:cubicBezTo>
                  <a:cubicBezTo>
                    <a:pt x="2585" y="213"/>
                    <a:pt x="1673" y="31"/>
                    <a:pt x="7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278;p52">
              <a:extLst>
                <a:ext uri="{FF2B5EF4-FFF2-40B4-BE49-F238E27FC236}">
                  <a16:creationId xmlns:a16="http://schemas.microsoft.com/office/drawing/2014/main" id="{C6A708CC-D7CF-A280-EC97-B1FF530D43AF}"/>
                </a:ext>
              </a:extLst>
            </p:cNvPr>
            <p:cNvSpPr/>
            <p:nvPr/>
          </p:nvSpPr>
          <p:spPr>
            <a:xfrm>
              <a:off x="6375871" y="2005359"/>
              <a:ext cx="96061" cy="195447"/>
            </a:xfrm>
            <a:custGeom>
              <a:avLst/>
              <a:gdLst/>
              <a:ahLst/>
              <a:cxnLst/>
              <a:rect l="l" t="t" r="r" b="b"/>
              <a:pathLst>
                <a:path w="3496" h="7113" extrusionOk="0">
                  <a:moveTo>
                    <a:pt x="517" y="0"/>
                  </a:moveTo>
                  <a:cubicBezTo>
                    <a:pt x="243" y="0"/>
                    <a:pt x="0" y="213"/>
                    <a:pt x="0" y="517"/>
                  </a:cubicBezTo>
                  <a:lnTo>
                    <a:pt x="0" y="6596"/>
                  </a:lnTo>
                  <a:cubicBezTo>
                    <a:pt x="0" y="6870"/>
                    <a:pt x="243" y="7113"/>
                    <a:pt x="517" y="7113"/>
                  </a:cubicBezTo>
                  <a:lnTo>
                    <a:pt x="1277" y="7113"/>
                  </a:lnTo>
                  <a:cubicBezTo>
                    <a:pt x="1307" y="7098"/>
                    <a:pt x="1338" y="7090"/>
                    <a:pt x="1368" y="7090"/>
                  </a:cubicBezTo>
                  <a:cubicBezTo>
                    <a:pt x="1398" y="7090"/>
                    <a:pt x="1429" y="7098"/>
                    <a:pt x="1459" y="7113"/>
                  </a:cubicBezTo>
                  <a:cubicBezTo>
                    <a:pt x="1459" y="7098"/>
                    <a:pt x="1467" y="7090"/>
                    <a:pt x="1474" y="7090"/>
                  </a:cubicBezTo>
                  <a:cubicBezTo>
                    <a:pt x="1482" y="7090"/>
                    <a:pt x="1490" y="7098"/>
                    <a:pt x="1490" y="7113"/>
                  </a:cubicBezTo>
                  <a:cubicBezTo>
                    <a:pt x="1611" y="6961"/>
                    <a:pt x="1672" y="6779"/>
                    <a:pt x="1702" y="6627"/>
                  </a:cubicBezTo>
                  <a:lnTo>
                    <a:pt x="3405" y="791"/>
                  </a:lnTo>
                  <a:cubicBezTo>
                    <a:pt x="3496" y="547"/>
                    <a:pt x="3161" y="183"/>
                    <a:pt x="2614" y="91"/>
                  </a:cubicBezTo>
                  <a:cubicBezTo>
                    <a:pt x="2371" y="61"/>
                    <a:pt x="2128" y="31"/>
                    <a:pt x="1885" y="31"/>
                  </a:cubicBezTo>
                  <a:cubicBezTo>
                    <a:pt x="1672" y="0"/>
                    <a:pt x="1368" y="0"/>
                    <a:pt x="12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279;p52">
              <a:extLst>
                <a:ext uri="{FF2B5EF4-FFF2-40B4-BE49-F238E27FC236}">
                  <a16:creationId xmlns:a16="http://schemas.microsoft.com/office/drawing/2014/main" id="{504D5465-57FC-5BC4-E41C-166C26648D95}"/>
                </a:ext>
              </a:extLst>
            </p:cNvPr>
            <p:cNvSpPr/>
            <p:nvPr/>
          </p:nvSpPr>
          <p:spPr>
            <a:xfrm>
              <a:off x="6371694" y="2002006"/>
              <a:ext cx="102738" cy="202976"/>
            </a:xfrm>
            <a:custGeom>
              <a:avLst/>
              <a:gdLst/>
              <a:ahLst/>
              <a:cxnLst/>
              <a:rect l="l" t="t" r="r" b="b"/>
              <a:pathLst>
                <a:path w="3739" h="7387" extrusionOk="0">
                  <a:moveTo>
                    <a:pt x="1429" y="274"/>
                  </a:moveTo>
                  <a:cubicBezTo>
                    <a:pt x="1490" y="274"/>
                    <a:pt x="1794" y="305"/>
                    <a:pt x="2037" y="305"/>
                  </a:cubicBezTo>
                  <a:cubicBezTo>
                    <a:pt x="2250" y="305"/>
                    <a:pt x="2493" y="335"/>
                    <a:pt x="2736" y="365"/>
                  </a:cubicBezTo>
                  <a:cubicBezTo>
                    <a:pt x="2979" y="396"/>
                    <a:pt x="3222" y="517"/>
                    <a:pt x="3374" y="730"/>
                  </a:cubicBezTo>
                  <a:cubicBezTo>
                    <a:pt x="3435" y="761"/>
                    <a:pt x="3435" y="821"/>
                    <a:pt x="3435" y="882"/>
                  </a:cubicBezTo>
                  <a:lnTo>
                    <a:pt x="1733" y="6688"/>
                  </a:lnTo>
                  <a:cubicBezTo>
                    <a:pt x="1702" y="6840"/>
                    <a:pt x="1642" y="6961"/>
                    <a:pt x="1581" y="7083"/>
                  </a:cubicBezTo>
                  <a:lnTo>
                    <a:pt x="1490" y="7083"/>
                  </a:lnTo>
                  <a:lnTo>
                    <a:pt x="1490" y="7113"/>
                  </a:lnTo>
                  <a:lnTo>
                    <a:pt x="669" y="7113"/>
                  </a:lnTo>
                  <a:cubicBezTo>
                    <a:pt x="456" y="7113"/>
                    <a:pt x="304" y="6961"/>
                    <a:pt x="304" y="6749"/>
                  </a:cubicBezTo>
                  <a:lnTo>
                    <a:pt x="304" y="669"/>
                  </a:lnTo>
                  <a:cubicBezTo>
                    <a:pt x="304" y="457"/>
                    <a:pt x="456" y="274"/>
                    <a:pt x="669" y="274"/>
                  </a:cubicBezTo>
                  <a:close/>
                  <a:moveTo>
                    <a:pt x="669" y="1"/>
                  </a:moveTo>
                  <a:cubicBezTo>
                    <a:pt x="304" y="1"/>
                    <a:pt x="0" y="274"/>
                    <a:pt x="0" y="639"/>
                  </a:cubicBezTo>
                  <a:lnTo>
                    <a:pt x="0" y="6718"/>
                  </a:lnTo>
                  <a:cubicBezTo>
                    <a:pt x="0" y="7083"/>
                    <a:pt x="304" y="7387"/>
                    <a:pt x="669" y="7387"/>
                  </a:cubicBezTo>
                  <a:lnTo>
                    <a:pt x="1581" y="7387"/>
                  </a:lnTo>
                  <a:lnTo>
                    <a:pt x="1611" y="7356"/>
                  </a:lnTo>
                  <a:lnTo>
                    <a:pt x="1672" y="7356"/>
                  </a:lnTo>
                  <a:cubicBezTo>
                    <a:pt x="1733" y="7356"/>
                    <a:pt x="1824" y="7356"/>
                    <a:pt x="2006" y="6779"/>
                  </a:cubicBezTo>
                  <a:lnTo>
                    <a:pt x="3709" y="973"/>
                  </a:lnTo>
                  <a:cubicBezTo>
                    <a:pt x="3739" y="821"/>
                    <a:pt x="3709" y="700"/>
                    <a:pt x="3648" y="578"/>
                  </a:cubicBezTo>
                  <a:cubicBezTo>
                    <a:pt x="3435" y="305"/>
                    <a:pt x="3131" y="122"/>
                    <a:pt x="2766" y="92"/>
                  </a:cubicBezTo>
                  <a:cubicBezTo>
                    <a:pt x="2523" y="62"/>
                    <a:pt x="2280" y="31"/>
                    <a:pt x="2067" y="31"/>
                  </a:cubicBezTo>
                  <a:cubicBezTo>
                    <a:pt x="1854" y="1"/>
                    <a:pt x="1520" y="1"/>
                    <a:pt x="14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280;p52">
              <a:extLst>
                <a:ext uri="{FF2B5EF4-FFF2-40B4-BE49-F238E27FC236}">
                  <a16:creationId xmlns:a16="http://schemas.microsoft.com/office/drawing/2014/main" id="{D78F25C3-B820-C249-8548-4F602BA3C75B}"/>
                </a:ext>
              </a:extLst>
            </p:cNvPr>
            <p:cNvSpPr/>
            <p:nvPr/>
          </p:nvSpPr>
          <p:spPr>
            <a:xfrm>
              <a:off x="6433491" y="2086774"/>
              <a:ext cx="180417" cy="124418"/>
            </a:xfrm>
            <a:custGeom>
              <a:avLst/>
              <a:gdLst/>
              <a:ahLst/>
              <a:cxnLst/>
              <a:rect l="l" t="t" r="r" b="b"/>
              <a:pathLst>
                <a:path w="6566" h="4528" extrusionOk="0">
                  <a:moveTo>
                    <a:pt x="4555" y="1"/>
                  </a:moveTo>
                  <a:cubicBezTo>
                    <a:pt x="4471" y="1"/>
                    <a:pt x="4398" y="26"/>
                    <a:pt x="4347" y="77"/>
                  </a:cubicBezTo>
                  <a:lnTo>
                    <a:pt x="335" y="3755"/>
                  </a:lnTo>
                  <a:cubicBezTo>
                    <a:pt x="122" y="3967"/>
                    <a:pt x="1" y="4150"/>
                    <a:pt x="31" y="4180"/>
                  </a:cubicBezTo>
                  <a:cubicBezTo>
                    <a:pt x="92" y="4271"/>
                    <a:pt x="122" y="4363"/>
                    <a:pt x="153" y="4484"/>
                  </a:cubicBezTo>
                  <a:cubicBezTo>
                    <a:pt x="174" y="4506"/>
                    <a:pt x="302" y="4527"/>
                    <a:pt x="472" y="4527"/>
                  </a:cubicBezTo>
                  <a:cubicBezTo>
                    <a:pt x="542" y="4527"/>
                    <a:pt x="620" y="4524"/>
                    <a:pt x="700" y="4515"/>
                  </a:cubicBezTo>
                  <a:lnTo>
                    <a:pt x="6110" y="3937"/>
                  </a:lnTo>
                  <a:cubicBezTo>
                    <a:pt x="6384" y="3907"/>
                    <a:pt x="6566" y="3451"/>
                    <a:pt x="6444" y="2964"/>
                  </a:cubicBezTo>
                  <a:cubicBezTo>
                    <a:pt x="6232" y="2053"/>
                    <a:pt x="5837" y="1232"/>
                    <a:pt x="5289" y="472"/>
                  </a:cubicBezTo>
                  <a:cubicBezTo>
                    <a:pt x="5070" y="166"/>
                    <a:pt x="4773" y="1"/>
                    <a:pt x="4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281;p52">
              <a:extLst>
                <a:ext uri="{FF2B5EF4-FFF2-40B4-BE49-F238E27FC236}">
                  <a16:creationId xmlns:a16="http://schemas.microsoft.com/office/drawing/2014/main" id="{5B0FC553-E4C7-7AA6-88DC-DBB8796CA1AF}"/>
                </a:ext>
              </a:extLst>
            </p:cNvPr>
            <p:cNvSpPr/>
            <p:nvPr/>
          </p:nvSpPr>
          <p:spPr>
            <a:xfrm>
              <a:off x="6427638" y="2083560"/>
              <a:ext cx="188798" cy="132277"/>
            </a:xfrm>
            <a:custGeom>
              <a:avLst/>
              <a:gdLst/>
              <a:ahLst/>
              <a:cxnLst/>
              <a:rect l="l" t="t" r="r" b="b"/>
              <a:pathLst>
                <a:path w="6871" h="4814" extrusionOk="0">
                  <a:moveTo>
                    <a:pt x="4803" y="255"/>
                  </a:moveTo>
                  <a:cubicBezTo>
                    <a:pt x="5046" y="315"/>
                    <a:pt x="5259" y="467"/>
                    <a:pt x="5381" y="680"/>
                  </a:cubicBezTo>
                  <a:cubicBezTo>
                    <a:pt x="5898" y="1410"/>
                    <a:pt x="6262" y="2230"/>
                    <a:pt x="6475" y="3112"/>
                  </a:cubicBezTo>
                  <a:cubicBezTo>
                    <a:pt x="6566" y="3355"/>
                    <a:pt x="6536" y="3598"/>
                    <a:pt x="6414" y="3811"/>
                  </a:cubicBezTo>
                  <a:cubicBezTo>
                    <a:pt x="6384" y="3872"/>
                    <a:pt x="6323" y="3902"/>
                    <a:pt x="6262" y="3902"/>
                  </a:cubicBezTo>
                  <a:lnTo>
                    <a:pt x="882" y="4510"/>
                  </a:lnTo>
                  <a:lnTo>
                    <a:pt x="487" y="4510"/>
                  </a:lnTo>
                  <a:cubicBezTo>
                    <a:pt x="457" y="4419"/>
                    <a:pt x="426" y="4358"/>
                    <a:pt x="366" y="4267"/>
                  </a:cubicBezTo>
                  <a:cubicBezTo>
                    <a:pt x="457" y="4176"/>
                    <a:pt x="517" y="4084"/>
                    <a:pt x="639" y="3993"/>
                  </a:cubicBezTo>
                  <a:lnTo>
                    <a:pt x="4651" y="315"/>
                  </a:lnTo>
                  <a:cubicBezTo>
                    <a:pt x="4682" y="255"/>
                    <a:pt x="4742" y="255"/>
                    <a:pt x="4803" y="255"/>
                  </a:cubicBezTo>
                  <a:close/>
                  <a:moveTo>
                    <a:pt x="4738" y="0"/>
                  </a:moveTo>
                  <a:cubicBezTo>
                    <a:pt x="4640" y="0"/>
                    <a:pt x="4537" y="34"/>
                    <a:pt x="4469" y="103"/>
                  </a:cubicBezTo>
                  <a:lnTo>
                    <a:pt x="457" y="3781"/>
                  </a:lnTo>
                  <a:cubicBezTo>
                    <a:pt x="1" y="4206"/>
                    <a:pt x="92" y="4358"/>
                    <a:pt x="122" y="4388"/>
                  </a:cubicBezTo>
                  <a:cubicBezTo>
                    <a:pt x="183" y="4480"/>
                    <a:pt x="214" y="4540"/>
                    <a:pt x="244" y="4632"/>
                  </a:cubicBezTo>
                  <a:cubicBezTo>
                    <a:pt x="244" y="4692"/>
                    <a:pt x="305" y="4814"/>
                    <a:pt x="669" y="4814"/>
                  </a:cubicBezTo>
                  <a:lnTo>
                    <a:pt x="913" y="4814"/>
                  </a:lnTo>
                  <a:lnTo>
                    <a:pt x="6293" y="4206"/>
                  </a:lnTo>
                  <a:cubicBezTo>
                    <a:pt x="6445" y="4206"/>
                    <a:pt x="6566" y="4115"/>
                    <a:pt x="6657" y="3993"/>
                  </a:cubicBezTo>
                  <a:cubicBezTo>
                    <a:pt x="6809" y="3720"/>
                    <a:pt x="6870" y="3385"/>
                    <a:pt x="6779" y="3051"/>
                  </a:cubicBezTo>
                  <a:cubicBezTo>
                    <a:pt x="6536" y="2139"/>
                    <a:pt x="6171" y="1288"/>
                    <a:pt x="5624" y="528"/>
                  </a:cubicBezTo>
                  <a:cubicBezTo>
                    <a:pt x="5442" y="255"/>
                    <a:pt x="5168" y="42"/>
                    <a:pt x="4834" y="11"/>
                  </a:cubicBezTo>
                  <a:cubicBezTo>
                    <a:pt x="4803" y="4"/>
                    <a:pt x="4771" y="0"/>
                    <a:pt x="47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2282;p52">
              <a:extLst>
                <a:ext uri="{FF2B5EF4-FFF2-40B4-BE49-F238E27FC236}">
                  <a16:creationId xmlns:a16="http://schemas.microsoft.com/office/drawing/2014/main" id="{B82DCB25-64E5-F739-FACD-85724DD5F906}"/>
                </a:ext>
              </a:extLst>
            </p:cNvPr>
            <p:cNvSpPr/>
            <p:nvPr/>
          </p:nvSpPr>
          <p:spPr>
            <a:xfrm>
              <a:off x="6423462" y="2049323"/>
              <a:ext cx="185446" cy="159837"/>
            </a:xfrm>
            <a:custGeom>
              <a:avLst/>
              <a:gdLst/>
              <a:ahLst/>
              <a:cxnLst/>
              <a:rect l="l" t="t" r="r" b="b"/>
              <a:pathLst>
                <a:path w="6749" h="5817" extrusionOk="0">
                  <a:moveTo>
                    <a:pt x="4012" y="0"/>
                  </a:moveTo>
                  <a:cubicBezTo>
                    <a:pt x="3863" y="0"/>
                    <a:pt x="3740" y="46"/>
                    <a:pt x="3679" y="133"/>
                  </a:cubicBezTo>
                  <a:lnTo>
                    <a:pt x="274" y="5179"/>
                  </a:lnTo>
                  <a:cubicBezTo>
                    <a:pt x="122" y="5422"/>
                    <a:pt x="1" y="5604"/>
                    <a:pt x="31" y="5634"/>
                  </a:cubicBezTo>
                  <a:cubicBezTo>
                    <a:pt x="92" y="5695"/>
                    <a:pt x="153" y="5726"/>
                    <a:pt x="183" y="5817"/>
                  </a:cubicBezTo>
                  <a:cubicBezTo>
                    <a:pt x="366" y="5817"/>
                    <a:pt x="548" y="5756"/>
                    <a:pt x="700" y="5695"/>
                  </a:cubicBezTo>
                  <a:lnTo>
                    <a:pt x="6414" y="3628"/>
                  </a:lnTo>
                  <a:cubicBezTo>
                    <a:pt x="6657" y="3537"/>
                    <a:pt x="6749" y="3051"/>
                    <a:pt x="6475" y="2564"/>
                  </a:cubicBezTo>
                  <a:cubicBezTo>
                    <a:pt x="6050" y="1713"/>
                    <a:pt x="5472" y="954"/>
                    <a:pt x="4743" y="315"/>
                  </a:cubicBezTo>
                  <a:cubicBezTo>
                    <a:pt x="4508" y="99"/>
                    <a:pt x="4231" y="0"/>
                    <a:pt x="40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2283;p52">
              <a:extLst>
                <a:ext uri="{FF2B5EF4-FFF2-40B4-BE49-F238E27FC236}">
                  <a16:creationId xmlns:a16="http://schemas.microsoft.com/office/drawing/2014/main" id="{4CBA667B-CCE2-081F-CFF7-8C70B6C66B90}"/>
                </a:ext>
              </a:extLst>
            </p:cNvPr>
            <p:cNvSpPr/>
            <p:nvPr/>
          </p:nvSpPr>
          <p:spPr>
            <a:xfrm>
              <a:off x="6418461" y="2045448"/>
              <a:ext cx="192947" cy="167063"/>
            </a:xfrm>
            <a:custGeom>
              <a:avLst/>
              <a:gdLst/>
              <a:ahLst/>
              <a:cxnLst/>
              <a:rect l="l" t="t" r="r" b="b"/>
              <a:pathLst>
                <a:path w="7022" h="6080" extrusionOk="0">
                  <a:moveTo>
                    <a:pt x="4104" y="274"/>
                  </a:moveTo>
                  <a:cubicBezTo>
                    <a:pt x="4377" y="274"/>
                    <a:pt x="4621" y="365"/>
                    <a:pt x="4803" y="578"/>
                  </a:cubicBezTo>
                  <a:cubicBezTo>
                    <a:pt x="5502" y="1186"/>
                    <a:pt x="6080" y="1915"/>
                    <a:pt x="6505" y="2766"/>
                  </a:cubicBezTo>
                  <a:cubicBezTo>
                    <a:pt x="6657" y="2979"/>
                    <a:pt x="6687" y="3253"/>
                    <a:pt x="6627" y="3526"/>
                  </a:cubicBezTo>
                  <a:cubicBezTo>
                    <a:pt x="6596" y="3557"/>
                    <a:pt x="6566" y="3617"/>
                    <a:pt x="6505" y="3648"/>
                  </a:cubicBezTo>
                  <a:lnTo>
                    <a:pt x="821" y="5684"/>
                  </a:lnTo>
                  <a:cubicBezTo>
                    <a:pt x="700" y="5745"/>
                    <a:pt x="548" y="5775"/>
                    <a:pt x="426" y="5806"/>
                  </a:cubicBezTo>
                  <a:lnTo>
                    <a:pt x="365" y="5745"/>
                  </a:lnTo>
                  <a:lnTo>
                    <a:pt x="396" y="5745"/>
                  </a:lnTo>
                  <a:cubicBezTo>
                    <a:pt x="426" y="5623"/>
                    <a:pt x="487" y="5502"/>
                    <a:pt x="548" y="5380"/>
                  </a:cubicBezTo>
                  <a:lnTo>
                    <a:pt x="3952" y="365"/>
                  </a:lnTo>
                  <a:cubicBezTo>
                    <a:pt x="4013" y="304"/>
                    <a:pt x="4043" y="274"/>
                    <a:pt x="4104" y="274"/>
                  </a:cubicBezTo>
                  <a:close/>
                  <a:moveTo>
                    <a:pt x="4104" y="0"/>
                  </a:moveTo>
                  <a:cubicBezTo>
                    <a:pt x="3952" y="31"/>
                    <a:pt x="3830" y="91"/>
                    <a:pt x="3769" y="213"/>
                  </a:cubicBezTo>
                  <a:lnTo>
                    <a:pt x="335" y="5228"/>
                  </a:lnTo>
                  <a:cubicBezTo>
                    <a:pt x="0" y="5775"/>
                    <a:pt x="61" y="5836"/>
                    <a:pt x="122" y="5897"/>
                  </a:cubicBezTo>
                  <a:cubicBezTo>
                    <a:pt x="183" y="5927"/>
                    <a:pt x="213" y="5958"/>
                    <a:pt x="244" y="6019"/>
                  </a:cubicBezTo>
                  <a:cubicBezTo>
                    <a:pt x="244" y="6049"/>
                    <a:pt x="274" y="6079"/>
                    <a:pt x="365" y="6079"/>
                  </a:cubicBezTo>
                  <a:cubicBezTo>
                    <a:pt x="578" y="6079"/>
                    <a:pt x="760" y="6049"/>
                    <a:pt x="943" y="5988"/>
                  </a:cubicBezTo>
                  <a:lnTo>
                    <a:pt x="6627" y="3921"/>
                  </a:lnTo>
                  <a:cubicBezTo>
                    <a:pt x="6748" y="3861"/>
                    <a:pt x="6870" y="3769"/>
                    <a:pt x="6900" y="3648"/>
                  </a:cubicBezTo>
                  <a:cubicBezTo>
                    <a:pt x="7022" y="3313"/>
                    <a:pt x="6961" y="2949"/>
                    <a:pt x="6809" y="2645"/>
                  </a:cubicBezTo>
                  <a:cubicBezTo>
                    <a:pt x="6353" y="1794"/>
                    <a:pt x="5745" y="1003"/>
                    <a:pt x="5016" y="365"/>
                  </a:cubicBezTo>
                  <a:cubicBezTo>
                    <a:pt x="4773" y="122"/>
                    <a:pt x="4438" y="0"/>
                    <a:pt x="41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2284;p52">
              <a:extLst>
                <a:ext uri="{FF2B5EF4-FFF2-40B4-BE49-F238E27FC236}">
                  <a16:creationId xmlns:a16="http://schemas.microsoft.com/office/drawing/2014/main" id="{75BC3518-368F-C0AC-6437-A915215EBBDF}"/>
                </a:ext>
              </a:extLst>
            </p:cNvPr>
            <p:cNvSpPr/>
            <p:nvPr/>
          </p:nvSpPr>
          <p:spPr>
            <a:xfrm>
              <a:off x="6438492" y="2238368"/>
              <a:ext cx="177092" cy="70178"/>
            </a:xfrm>
            <a:custGeom>
              <a:avLst/>
              <a:gdLst/>
              <a:ahLst/>
              <a:cxnLst/>
              <a:rect l="l" t="t" r="r" b="b"/>
              <a:pathLst>
                <a:path w="6445" h="2554" extrusionOk="0">
                  <a:moveTo>
                    <a:pt x="518" y="1"/>
                  </a:moveTo>
                  <a:cubicBezTo>
                    <a:pt x="214" y="1"/>
                    <a:pt x="1" y="244"/>
                    <a:pt x="1" y="517"/>
                  </a:cubicBezTo>
                  <a:lnTo>
                    <a:pt x="1" y="2037"/>
                  </a:lnTo>
                  <a:cubicBezTo>
                    <a:pt x="1" y="2311"/>
                    <a:pt x="214" y="2554"/>
                    <a:pt x="518" y="2554"/>
                  </a:cubicBezTo>
                  <a:lnTo>
                    <a:pt x="5958" y="2554"/>
                  </a:lnTo>
                  <a:cubicBezTo>
                    <a:pt x="6232" y="2554"/>
                    <a:pt x="6445" y="2311"/>
                    <a:pt x="6445" y="2037"/>
                  </a:cubicBezTo>
                  <a:lnTo>
                    <a:pt x="6445" y="517"/>
                  </a:lnTo>
                  <a:cubicBezTo>
                    <a:pt x="6445" y="244"/>
                    <a:pt x="6232" y="1"/>
                    <a:pt x="59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285;p52">
              <a:extLst>
                <a:ext uri="{FF2B5EF4-FFF2-40B4-BE49-F238E27FC236}">
                  <a16:creationId xmlns:a16="http://schemas.microsoft.com/office/drawing/2014/main" id="{D0417128-FCE5-C14B-36C3-0D958FAA15F9}"/>
                </a:ext>
              </a:extLst>
            </p:cNvPr>
            <p:cNvSpPr/>
            <p:nvPr/>
          </p:nvSpPr>
          <p:spPr>
            <a:xfrm>
              <a:off x="6434315" y="2234191"/>
              <a:ext cx="185446" cy="78531"/>
            </a:xfrm>
            <a:custGeom>
              <a:avLst/>
              <a:gdLst/>
              <a:ahLst/>
              <a:cxnLst/>
              <a:rect l="l" t="t" r="r" b="b"/>
              <a:pathLst>
                <a:path w="6749" h="2858" extrusionOk="0">
                  <a:moveTo>
                    <a:pt x="6110" y="305"/>
                  </a:moveTo>
                  <a:cubicBezTo>
                    <a:pt x="6323" y="305"/>
                    <a:pt x="6475" y="457"/>
                    <a:pt x="6475" y="669"/>
                  </a:cubicBezTo>
                  <a:lnTo>
                    <a:pt x="6475" y="2189"/>
                  </a:lnTo>
                  <a:cubicBezTo>
                    <a:pt x="6475" y="2402"/>
                    <a:pt x="6323" y="2584"/>
                    <a:pt x="6110" y="2584"/>
                  </a:cubicBezTo>
                  <a:lnTo>
                    <a:pt x="670" y="2584"/>
                  </a:lnTo>
                  <a:cubicBezTo>
                    <a:pt x="457" y="2584"/>
                    <a:pt x="274" y="2402"/>
                    <a:pt x="274" y="2189"/>
                  </a:cubicBezTo>
                  <a:lnTo>
                    <a:pt x="274" y="669"/>
                  </a:lnTo>
                  <a:cubicBezTo>
                    <a:pt x="274" y="457"/>
                    <a:pt x="457" y="305"/>
                    <a:pt x="670" y="305"/>
                  </a:cubicBezTo>
                  <a:close/>
                  <a:moveTo>
                    <a:pt x="639" y="1"/>
                  </a:moveTo>
                  <a:cubicBezTo>
                    <a:pt x="274" y="1"/>
                    <a:pt x="1" y="305"/>
                    <a:pt x="1" y="669"/>
                  </a:cubicBezTo>
                  <a:lnTo>
                    <a:pt x="1" y="2189"/>
                  </a:lnTo>
                  <a:cubicBezTo>
                    <a:pt x="1" y="2554"/>
                    <a:pt x="305" y="2858"/>
                    <a:pt x="670" y="2858"/>
                  </a:cubicBezTo>
                  <a:lnTo>
                    <a:pt x="6110" y="2858"/>
                  </a:lnTo>
                  <a:cubicBezTo>
                    <a:pt x="6445" y="2858"/>
                    <a:pt x="6749" y="2554"/>
                    <a:pt x="6749" y="2189"/>
                  </a:cubicBezTo>
                  <a:lnTo>
                    <a:pt x="6749" y="669"/>
                  </a:lnTo>
                  <a:cubicBezTo>
                    <a:pt x="6749" y="305"/>
                    <a:pt x="6445" y="1"/>
                    <a:pt x="608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2286;p52">
              <a:extLst>
                <a:ext uri="{FF2B5EF4-FFF2-40B4-BE49-F238E27FC236}">
                  <a16:creationId xmlns:a16="http://schemas.microsoft.com/office/drawing/2014/main" id="{617EBD0B-960A-8894-7F93-ACABBC778ADE}"/>
                </a:ext>
              </a:extLst>
            </p:cNvPr>
            <p:cNvSpPr/>
            <p:nvPr/>
          </p:nvSpPr>
          <p:spPr>
            <a:xfrm>
              <a:off x="6429314" y="2208307"/>
              <a:ext cx="196299" cy="73585"/>
            </a:xfrm>
            <a:custGeom>
              <a:avLst/>
              <a:gdLst/>
              <a:ahLst/>
              <a:cxnLst/>
              <a:rect l="l" t="t" r="r" b="b"/>
              <a:pathLst>
                <a:path w="7144" h="2678" extrusionOk="0">
                  <a:moveTo>
                    <a:pt x="6596" y="0"/>
                  </a:moveTo>
                  <a:lnTo>
                    <a:pt x="517" y="213"/>
                  </a:lnTo>
                  <a:cubicBezTo>
                    <a:pt x="396" y="213"/>
                    <a:pt x="274" y="244"/>
                    <a:pt x="183" y="274"/>
                  </a:cubicBezTo>
                  <a:cubicBezTo>
                    <a:pt x="61" y="365"/>
                    <a:pt x="1" y="487"/>
                    <a:pt x="31" y="639"/>
                  </a:cubicBezTo>
                  <a:lnTo>
                    <a:pt x="31" y="2159"/>
                  </a:lnTo>
                  <a:cubicBezTo>
                    <a:pt x="2" y="2445"/>
                    <a:pt x="217" y="2678"/>
                    <a:pt x="496" y="2678"/>
                  </a:cubicBezTo>
                  <a:cubicBezTo>
                    <a:pt x="513" y="2678"/>
                    <a:pt x="530" y="2677"/>
                    <a:pt x="548" y="2675"/>
                  </a:cubicBezTo>
                  <a:lnTo>
                    <a:pt x="6627" y="2675"/>
                  </a:lnTo>
                  <a:cubicBezTo>
                    <a:pt x="6900" y="2675"/>
                    <a:pt x="7144" y="2432"/>
                    <a:pt x="7144" y="2159"/>
                  </a:cubicBezTo>
                  <a:lnTo>
                    <a:pt x="7144" y="639"/>
                  </a:lnTo>
                  <a:cubicBezTo>
                    <a:pt x="7144" y="487"/>
                    <a:pt x="7083" y="365"/>
                    <a:pt x="6992" y="244"/>
                  </a:cubicBezTo>
                  <a:cubicBezTo>
                    <a:pt x="6931" y="92"/>
                    <a:pt x="6779" y="0"/>
                    <a:pt x="65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2287;p52">
              <a:extLst>
                <a:ext uri="{FF2B5EF4-FFF2-40B4-BE49-F238E27FC236}">
                  <a16:creationId xmlns:a16="http://schemas.microsoft.com/office/drawing/2014/main" id="{D2F4D870-D3EB-563B-6A43-F7016ABCE4D2}"/>
                </a:ext>
              </a:extLst>
            </p:cNvPr>
            <p:cNvSpPr/>
            <p:nvPr/>
          </p:nvSpPr>
          <p:spPr>
            <a:xfrm>
              <a:off x="6425138" y="2204955"/>
              <a:ext cx="203828" cy="81059"/>
            </a:xfrm>
            <a:custGeom>
              <a:avLst/>
              <a:gdLst/>
              <a:ahLst/>
              <a:cxnLst/>
              <a:rect l="l" t="t" r="r" b="b"/>
              <a:pathLst>
                <a:path w="7418" h="2950" extrusionOk="0">
                  <a:moveTo>
                    <a:pt x="6779" y="244"/>
                  </a:moveTo>
                  <a:cubicBezTo>
                    <a:pt x="6870" y="244"/>
                    <a:pt x="6961" y="335"/>
                    <a:pt x="7052" y="487"/>
                  </a:cubicBezTo>
                  <a:cubicBezTo>
                    <a:pt x="7113" y="548"/>
                    <a:pt x="7144" y="639"/>
                    <a:pt x="7144" y="761"/>
                  </a:cubicBezTo>
                  <a:lnTo>
                    <a:pt x="7144" y="2281"/>
                  </a:lnTo>
                  <a:cubicBezTo>
                    <a:pt x="7144" y="2493"/>
                    <a:pt x="6992" y="2645"/>
                    <a:pt x="6779" y="2645"/>
                  </a:cubicBezTo>
                  <a:lnTo>
                    <a:pt x="700" y="2645"/>
                  </a:lnTo>
                  <a:cubicBezTo>
                    <a:pt x="487" y="2645"/>
                    <a:pt x="305" y="2493"/>
                    <a:pt x="305" y="2281"/>
                  </a:cubicBezTo>
                  <a:lnTo>
                    <a:pt x="305" y="761"/>
                  </a:lnTo>
                  <a:cubicBezTo>
                    <a:pt x="305" y="670"/>
                    <a:pt x="335" y="578"/>
                    <a:pt x="396" y="518"/>
                  </a:cubicBezTo>
                  <a:cubicBezTo>
                    <a:pt x="487" y="487"/>
                    <a:pt x="608" y="487"/>
                    <a:pt x="700" y="487"/>
                  </a:cubicBezTo>
                  <a:lnTo>
                    <a:pt x="6779" y="244"/>
                  </a:lnTo>
                  <a:close/>
                  <a:moveTo>
                    <a:pt x="6748" y="1"/>
                  </a:moveTo>
                  <a:lnTo>
                    <a:pt x="669" y="214"/>
                  </a:lnTo>
                  <a:cubicBezTo>
                    <a:pt x="548" y="214"/>
                    <a:pt x="396" y="244"/>
                    <a:pt x="274" y="274"/>
                  </a:cubicBezTo>
                  <a:lnTo>
                    <a:pt x="244" y="274"/>
                  </a:lnTo>
                  <a:lnTo>
                    <a:pt x="213" y="305"/>
                  </a:lnTo>
                  <a:cubicBezTo>
                    <a:pt x="92" y="426"/>
                    <a:pt x="31" y="578"/>
                    <a:pt x="31" y="761"/>
                  </a:cubicBezTo>
                  <a:lnTo>
                    <a:pt x="31" y="2281"/>
                  </a:lnTo>
                  <a:cubicBezTo>
                    <a:pt x="1" y="2645"/>
                    <a:pt x="305" y="2949"/>
                    <a:pt x="669" y="2949"/>
                  </a:cubicBezTo>
                  <a:lnTo>
                    <a:pt x="6748" y="2949"/>
                  </a:lnTo>
                  <a:cubicBezTo>
                    <a:pt x="7113" y="2949"/>
                    <a:pt x="7417" y="2645"/>
                    <a:pt x="7417" y="2281"/>
                  </a:cubicBezTo>
                  <a:lnTo>
                    <a:pt x="7417" y="761"/>
                  </a:lnTo>
                  <a:cubicBezTo>
                    <a:pt x="7417" y="609"/>
                    <a:pt x="7356" y="457"/>
                    <a:pt x="7235" y="335"/>
                  </a:cubicBezTo>
                  <a:cubicBezTo>
                    <a:pt x="7174" y="122"/>
                    <a:pt x="6961" y="1"/>
                    <a:pt x="674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2288;p52">
              <a:extLst>
                <a:ext uri="{FF2B5EF4-FFF2-40B4-BE49-F238E27FC236}">
                  <a16:creationId xmlns:a16="http://schemas.microsoft.com/office/drawing/2014/main" id="{1F34FBB1-574A-F513-BF60-0E3C8F04610F}"/>
                </a:ext>
              </a:extLst>
            </p:cNvPr>
            <p:cNvSpPr/>
            <p:nvPr/>
          </p:nvSpPr>
          <p:spPr>
            <a:xfrm>
              <a:off x="6335781" y="2280134"/>
              <a:ext cx="393395" cy="60148"/>
            </a:xfrm>
            <a:custGeom>
              <a:avLst/>
              <a:gdLst/>
              <a:ahLst/>
              <a:cxnLst/>
              <a:rect l="l" t="t" r="r" b="b"/>
              <a:pathLst>
                <a:path w="14317" h="2189" extrusionOk="0">
                  <a:moveTo>
                    <a:pt x="1307" y="0"/>
                  </a:moveTo>
                  <a:cubicBezTo>
                    <a:pt x="942" y="0"/>
                    <a:pt x="639" y="244"/>
                    <a:pt x="517" y="578"/>
                  </a:cubicBezTo>
                  <a:lnTo>
                    <a:pt x="0" y="2189"/>
                  </a:lnTo>
                  <a:lnTo>
                    <a:pt x="14317" y="2189"/>
                  </a:lnTo>
                  <a:lnTo>
                    <a:pt x="13800" y="578"/>
                  </a:lnTo>
                  <a:cubicBezTo>
                    <a:pt x="13678" y="244"/>
                    <a:pt x="13374" y="0"/>
                    <a:pt x="1301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2289;p52">
              <a:extLst>
                <a:ext uri="{FF2B5EF4-FFF2-40B4-BE49-F238E27FC236}">
                  <a16:creationId xmlns:a16="http://schemas.microsoft.com/office/drawing/2014/main" id="{87D8EB3A-04F3-C4AC-960B-3EB2D2187B6F}"/>
                </a:ext>
              </a:extLst>
            </p:cNvPr>
            <p:cNvSpPr/>
            <p:nvPr/>
          </p:nvSpPr>
          <p:spPr>
            <a:xfrm>
              <a:off x="6328252" y="2275133"/>
              <a:ext cx="408453" cy="71002"/>
            </a:xfrm>
            <a:custGeom>
              <a:avLst/>
              <a:gdLst/>
              <a:ahLst/>
              <a:cxnLst/>
              <a:rect l="l" t="t" r="r" b="b"/>
              <a:pathLst>
                <a:path w="14865" h="2584" extrusionOk="0">
                  <a:moveTo>
                    <a:pt x="13284" y="395"/>
                  </a:moveTo>
                  <a:cubicBezTo>
                    <a:pt x="13557" y="395"/>
                    <a:pt x="13800" y="547"/>
                    <a:pt x="13892" y="821"/>
                  </a:cubicBezTo>
                  <a:lnTo>
                    <a:pt x="14317" y="2189"/>
                  </a:lnTo>
                  <a:lnTo>
                    <a:pt x="548" y="2189"/>
                  </a:lnTo>
                  <a:lnTo>
                    <a:pt x="973" y="821"/>
                  </a:lnTo>
                  <a:cubicBezTo>
                    <a:pt x="1065" y="547"/>
                    <a:pt x="1308" y="395"/>
                    <a:pt x="1581" y="395"/>
                  </a:cubicBezTo>
                  <a:close/>
                  <a:moveTo>
                    <a:pt x="1581" y="0"/>
                  </a:moveTo>
                  <a:cubicBezTo>
                    <a:pt x="1156" y="0"/>
                    <a:pt x="761" y="274"/>
                    <a:pt x="639" y="699"/>
                  </a:cubicBezTo>
                  <a:lnTo>
                    <a:pt x="1" y="2584"/>
                  </a:lnTo>
                  <a:lnTo>
                    <a:pt x="14864" y="2584"/>
                  </a:lnTo>
                  <a:lnTo>
                    <a:pt x="14256" y="699"/>
                  </a:lnTo>
                  <a:cubicBezTo>
                    <a:pt x="14104" y="274"/>
                    <a:pt x="13709" y="0"/>
                    <a:pt x="13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2290;p52">
              <a:extLst>
                <a:ext uri="{FF2B5EF4-FFF2-40B4-BE49-F238E27FC236}">
                  <a16:creationId xmlns:a16="http://schemas.microsoft.com/office/drawing/2014/main" id="{99F63F00-4CB6-015E-52B5-83D559A1F65C}"/>
                </a:ext>
              </a:extLst>
            </p:cNvPr>
            <p:cNvSpPr/>
            <p:nvPr/>
          </p:nvSpPr>
          <p:spPr>
            <a:xfrm>
              <a:off x="6438492" y="2343607"/>
              <a:ext cx="177092" cy="71029"/>
            </a:xfrm>
            <a:custGeom>
              <a:avLst/>
              <a:gdLst/>
              <a:ahLst/>
              <a:cxnLst/>
              <a:rect l="l" t="t" r="r" b="b"/>
              <a:pathLst>
                <a:path w="6445" h="2585" extrusionOk="0">
                  <a:moveTo>
                    <a:pt x="518" y="1"/>
                  </a:moveTo>
                  <a:cubicBezTo>
                    <a:pt x="214" y="1"/>
                    <a:pt x="1" y="244"/>
                    <a:pt x="1" y="548"/>
                  </a:cubicBezTo>
                  <a:lnTo>
                    <a:pt x="1" y="2067"/>
                  </a:lnTo>
                  <a:cubicBezTo>
                    <a:pt x="1" y="2341"/>
                    <a:pt x="214" y="2584"/>
                    <a:pt x="518" y="2584"/>
                  </a:cubicBezTo>
                  <a:lnTo>
                    <a:pt x="5958" y="2584"/>
                  </a:lnTo>
                  <a:cubicBezTo>
                    <a:pt x="6232" y="2584"/>
                    <a:pt x="6445" y="2341"/>
                    <a:pt x="6445" y="2067"/>
                  </a:cubicBezTo>
                  <a:lnTo>
                    <a:pt x="6445" y="548"/>
                  </a:lnTo>
                  <a:cubicBezTo>
                    <a:pt x="6445" y="244"/>
                    <a:pt x="6232" y="1"/>
                    <a:pt x="59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2291;p52">
              <a:extLst>
                <a:ext uri="{FF2B5EF4-FFF2-40B4-BE49-F238E27FC236}">
                  <a16:creationId xmlns:a16="http://schemas.microsoft.com/office/drawing/2014/main" id="{21552F7E-7BDB-BC37-E7F6-734DF5A1663F}"/>
                </a:ext>
              </a:extLst>
            </p:cNvPr>
            <p:cNvSpPr/>
            <p:nvPr/>
          </p:nvSpPr>
          <p:spPr>
            <a:xfrm>
              <a:off x="6434315" y="2340254"/>
              <a:ext cx="185446" cy="77706"/>
            </a:xfrm>
            <a:custGeom>
              <a:avLst/>
              <a:gdLst/>
              <a:ahLst/>
              <a:cxnLst/>
              <a:rect l="l" t="t" r="r" b="b"/>
              <a:pathLst>
                <a:path w="6749" h="2828" extrusionOk="0">
                  <a:moveTo>
                    <a:pt x="6110" y="274"/>
                  </a:moveTo>
                  <a:cubicBezTo>
                    <a:pt x="6323" y="274"/>
                    <a:pt x="6475" y="426"/>
                    <a:pt x="6475" y="639"/>
                  </a:cubicBezTo>
                  <a:lnTo>
                    <a:pt x="6475" y="2159"/>
                  </a:lnTo>
                  <a:cubicBezTo>
                    <a:pt x="6475" y="2372"/>
                    <a:pt x="6323" y="2554"/>
                    <a:pt x="6110" y="2554"/>
                  </a:cubicBezTo>
                  <a:lnTo>
                    <a:pt x="670" y="2554"/>
                  </a:lnTo>
                  <a:cubicBezTo>
                    <a:pt x="457" y="2554"/>
                    <a:pt x="274" y="2372"/>
                    <a:pt x="274" y="2159"/>
                  </a:cubicBezTo>
                  <a:lnTo>
                    <a:pt x="274" y="639"/>
                  </a:lnTo>
                  <a:cubicBezTo>
                    <a:pt x="274" y="426"/>
                    <a:pt x="457" y="274"/>
                    <a:pt x="670" y="274"/>
                  </a:cubicBezTo>
                  <a:close/>
                  <a:moveTo>
                    <a:pt x="670" y="1"/>
                  </a:moveTo>
                  <a:cubicBezTo>
                    <a:pt x="305" y="1"/>
                    <a:pt x="1" y="305"/>
                    <a:pt x="1" y="670"/>
                  </a:cubicBezTo>
                  <a:lnTo>
                    <a:pt x="1" y="2189"/>
                  </a:lnTo>
                  <a:cubicBezTo>
                    <a:pt x="1" y="2524"/>
                    <a:pt x="305" y="2828"/>
                    <a:pt x="670" y="2828"/>
                  </a:cubicBezTo>
                  <a:lnTo>
                    <a:pt x="6110" y="2828"/>
                  </a:lnTo>
                  <a:cubicBezTo>
                    <a:pt x="6475" y="2828"/>
                    <a:pt x="6749" y="2524"/>
                    <a:pt x="6749" y="2189"/>
                  </a:cubicBezTo>
                  <a:lnTo>
                    <a:pt x="6749" y="670"/>
                  </a:lnTo>
                  <a:cubicBezTo>
                    <a:pt x="6749" y="305"/>
                    <a:pt x="6475" y="1"/>
                    <a:pt x="61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2292;p52">
              <a:extLst>
                <a:ext uri="{FF2B5EF4-FFF2-40B4-BE49-F238E27FC236}">
                  <a16:creationId xmlns:a16="http://schemas.microsoft.com/office/drawing/2014/main" id="{F7678586-2E48-52C3-8EE7-BDC0593E96CC}"/>
                </a:ext>
              </a:extLst>
            </p:cNvPr>
            <p:cNvSpPr/>
            <p:nvPr/>
          </p:nvSpPr>
          <p:spPr>
            <a:xfrm>
              <a:off x="6086890" y="2321899"/>
              <a:ext cx="981386" cy="1148422"/>
            </a:xfrm>
            <a:custGeom>
              <a:avLst/>
              <a:gdLst/>
              <a:ahLst/>
              <a:cxnLst/>
              <a:rect l="l" t="t" r="r" b="b"/>
              <a:pathLst>
                <a:path w="35716" h="41795" extrusionOk="0">
                  <a:moveTo>
                    <a:pt x="6657" y="0"/>
                  </a:moveTo>
                  <a:cubicBezTo>
                    <a:pt x="4955" y="0"/>
                    <a:pt x="3557" y="1398"/>
                    <a:pt x="3557" y="3101"/>
                  </a:cubicBezTo>
                  <a:lnTo>
                    <a:pt x="0" y="37934"/>
                  </a:lnTo>
                  <a:cubicBezTo>
                    <a:pt x="0" y="40062"/>
                    <a:pt x="1702" y="41794"/>
                    <a:pt x="3830" y="41794"/>
                  </a:cubicBezTo>
                  <a:lnTo>
                    <a:pt x="31855" y="41794"/>
                  </a:lnTo>
                  <a:cubicBezTo>
                    <a:pt x="31873" y="41794"/>
                    <a:pt x="31892" y="41795"/>
                    <a:pt x="31910" y="41795"/>
                  </a:cubicBezTo>
                  <a:cubicBezTo>
                    <a:pt x="34013" y="41795"/>
                    <a:pt x="35715" y="40073"/>
                    <a:pt x="35715" y="37934"/>
                  </a:cubicBezTo>
                  <a:lnTo>
                    <a:pt x="32159" y="3101"/>
                  </a:lnTo>
                  <a:cubicBezTo>
                    <a:pt x="32159" y="1398"/>
                    <a:pt x="30761" y="0"/>
                    <a:pt x="290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2293;p52">
              <a:extLst>
                <a:ext uri="{FF2B5EF4-FFF2-40B4-BE49-F238E27FC236}">
                  <a16:creationId xmlns:a16="http://schemas.microsoft.com/office/drawing/2014/main" id="{B1261B47-B6BA-66D3-6530-9702CA81E103}"/>
                </a:ext>
              </a:extLst>
            </p:cNvPr>
            <p:cNvSpPr/>
            <p:nvPr/>
          </p:nvSpPr>
          <p:spPr>
            <a:xfrm>
              <a:off x="6081037" y="2316871"/>
              <a:ext cx="993092" cy="1159276"/>
            </a:xfrm>
            <a:custGeom>
              <a:avLst/>
              <a:gdLst/>
              <a:ahLst/>
              <a:cxnLst/>
              <a:rect l="l" t="t" r="r" b="b"/>
              <a:pathLst>
                <a:path w="36142" h="42190" extrusionOk="0">
                  <a:moveTo>
                    <a:pt x="29272" y="396"/>
                  </a:moveTo>
                  <a:cubicBezTo>
                    <a:pt x="30852" y="396"/>
                    <a:pt x="32159" y="1703"/>
                    <a:pt x="32159" y="3284"/>
                  </a:cubicBezTo>
                  <a:lnTo>
                    <a:pt x="35715" y="38147"/>
                  </a:lnTo>
                  <a:cubicBezTo>
                    <a:pt x="35715" y="40153"/>
                    <a:pt x="34074" y="41795"/>
                    <a:pt x="32068" y="41795"/>
                  </a:cubicBezTo>
                  <a:lnTo>
                    <a:pt x="4043" y="41795"/>
                  </a:lnTo>
                  <a:cubicBezTo>
                    <a:pt x="2037" y="41795"/>
                    <a:pt x="396" y="40153"/>
                    <a:pt x="396" y="38147"/>
                  </a:cubicBezTo>
                  <a:lnTo>
                    <a:pt x="3952" y="3284"/>
                  </a:lnTo>
                  <a:cubicBezTo>
                    <a:pt x="3952" y="1673"/>
                    <a:pt x="5259" y="396"/>
                    <a:pt x="6870" y="396"/>
                  </a:cubicBezTo>
                  <a:close/>
                  <a:moveTo>
                    <a:pt x="6870" y="1"/>
                  </a:moveTo>
                  <a:cubicBezTo>
                    <a:pt x="5046" y="1"/>
                    <a:pt x="3587" y="1460"/>
                    <a:pt x="3587" y="3253"/>
                  </a:cubicBezTo>
                  <a:lnTo>
                    <a:pt x="1" y="38117"/>
                  </a:lnTo>
                  <a:cubicBezTo>
                    <a:pt x="1" y="40366"/>
                    <a:pt x="1824" y="42160"/>
                    <a:pt x="4043" y="42190"/>
                  </a:cubicBezTo>
                  <a:lnTo>
                    <a:pt x="32068" y="42190"/>
                  </a:lnTo>
                  <a:cubicBezTo>
                    <a:pt x="34317" y="42190"/>
                    <a:pt x="36141" y="40366"/>
                    <a:pt x="36111" y="38117"/>
                  </a:cubicBezTo>
                  <a:lnTo>
                    <a:pt x="32554" y="3284"/>
                  </a:lnTo>
                  <a:cubicBezTo>
                    <a:pt x="32554" y="1460"/>
                    <a:pt x="31095" y="1"/>
                    <a:pt x="29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2294;p52">
              <a:extLst>
                <a:ext uri="{FF2B5EF4-FFF2-40B4-BE49-F238E27FC236}">
                  <a16:creationId xmlns:a16="http://schemas.microsoft.com/office/drawing/2014/main" id="{65F4E1F7-5595-66B6-54BB-D1DC4D7AB708}"/>
                </a:ext>
              </a:extLst>
            </p:cNvPr>
            <p:cNvSpPr/>
            <p:nvPr/>
          </p:nvSpPr>
          <p:spPr>
            <a:xfrm>
              <a:off x="6015888" y="3030132"/>
              <a:ext cx="923766" cy="834382"/>
            </a:xfrm>
            <a:custGeom>
              <a:avLst/>
              <a:gdLst/>
              <a:ahLst/>
              <a:cxnLst/>
              <a:rect l="l" t="t" r="r" b="b"/>
              <a:pathLst>
                <a:path w="33619" h="30366" extrusionOk="0">
                  <a:moveTo>
                    <a:pt x="25776" y="1"/>
                  </a:moveTo>
                  <a:lnTo>
                    <a:pt x="1" y="10761"/>
                  </a:lnTo>
                  <a:lnTo>
                    <a:pt x="3831" y="30366"/>
                  </a:lnTo>
                  <a:lnTo>
                    <a:pt x="33618" y="30366"/>
                  </a:lnTo>
                  <a:lnTo>
                    <a:pt x="2577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2295;p52">
              <a:extLst>
                <a:ext uri="{FF2B5EF4-FFF2-40B4-BE49-F238E27FC236}">
                  <a16:creationId xmlns:a16="http://schemas.microsoft.com/office/drawing/2014/main" id="{BF7241E4-8272-22B2-72CB-01ABF7EDE284}"/>
                </a:ext>
              </a:extLst>
            </p:cNvPr>
            <p:cNvSpPr/>
            <p:nvPr/>
          </p:nvSpPr>
          <p:spPr>
            <a:xfrm>
              <a:off x="6010035" y="3023455"/>
              <a:ext cx="936296" cy="846087"/>
            </a:xfrm>
            <a:custGeom>
              <a:avLst/>
              <a:gdLst/>
              <a:ahLst/>
              <a:cxnLst/>
              <a:rect l="l" t="t" r="r" b="b"/>
              <a:pathLst>
                <a:path w="34075" h="30792" extrusionOk="0">
                  <a:moveTo>
                    <a:pt x="25868" y="517"/>
                  </a:moveTo>
                  <a:lnTo>
                    <a:pt x="33588" y="30426"/>
                  </a:lnTo>
                  <a:lnTo>
                    <a:pt x="4196" y="30426"/>
                  </a:lnTo>
                  <a:lnTo>
                    <a:pt x="426" y="11095"/>
                  </a:lnTo>
                  <a:lnTo>
                    <a:pt x="25868" y="517"/>
                  </a:lnTo>
                  <a:close/>
                  <a:moveTo>
                    <a:pt x="26111" y="1"/>
                  </a:moveTo>
                  <a:lnTo>
                    <a:pt x="153" y="10821"/>
                  </a:lnTo>
                  <a:lnTo>
                    <a:pt x="1" y="10882"/>
                  </a:lnTo>
                  <a:lnTo>
                    <a:pt x="3861" y="30639"/>
                  </a:lnTo>
                  <a:lnTo>
                    <a:pt x="3892" y="30791"/>
                  </a:lnTo>
                  <a:lnTo>
                    <a:pt x="34074" y="30791"/>
                  </a:lnTo>
                  <a:lnTo>
                    <a:pt x="261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2296;p52">
              <a:extLst>
                <a:ext uri="{FF2B5EF4-FFF2-40B4-BE49-F238E27FC236}">
                  <a16:creationId xmlns:a16="http://schemas.microsoft.com/office/drawing/2014/main" id="{FF373477-8346-D95F-8158-AE30FA354934}"/>
                </a:ext>
              </a:extLst>
            </p:cNvPr>
            <p:cNvSpPr/>
            <p:nvPr/>
          </p:nvSpPr>
          <p:spPr>
            <a:xfrm>
              <a:off x="6451874" y="2976908"/>
              <a:ext cx="975534" cy="887716"/>
            </a:xfrm>
            <a:custGeom>
              <a:avLst/>
              <a:gdLst/>
              <a:ahLst/>
              <a:cxnLst/>
              <a:rect l="l" t="t" r="r" b="b"/>
              <a:pathLst>
                <a:path w="35503" h="32307" extrusionOk="0">
                  <a:moveTo>
                    <a:pt x="17755" y="0"/>
                  </a:moveTo>
                  <a:cubicBezTo>
                    <a:pt x="16551" y="0"/>
                    <a:pt x="15328" y="136"/>
                    <a:pt x="14104" y="418"/>
                  </a:cubicBezTo>
                  <a:cubicBezTo>
                    <a:pt x="5411" y="2424"/>
                    <a:pt x="0" y="11117"/>
                    <a:pt x="2006" y="19810"/>
                  </a:cubicBezTo>
                  <a:cubicBezTo>
                    <a:pt x="3753" y="27265"/>
                    <a:pt x="10373" y="32306"/>
                    <a:pt x="17706" y="32306"/>
                  </a:cubicBezTo>
                  <a:cubicBezTo>
                    <a:pt x="18924" y="32306"/>
                    <a:pt x="20161" y="32167"/>
                    <a:pt x="21399" y="31877"/>
                  </a:cubicBezTo>
                  <a:cubicBezTo>
                    <a:pt x="30092" y="29871"/>
                    <a:pt x="35502" y="21208"/>
                    <a:pt x="33496" y="12515"/>
                  </a:cubicBezTo>
                  <a:cubicBezTo>
                    <a:pt x="31746" y="5046"/>
                    <a:pt x="25105" y="0"/>
                    <a:pt x="177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2297;p52">
              <a:extLst>
                <a:ext uri="{FF2B5EF4-FFF2-40B4-BE49-F238E27FC236}">
                  <a16:creationId xmlns:a16="http://schemas.microsoft.com/office/drawing/2014/main" id="{11BD6045-DF77-9D1E-D0E2-6FB7D12AAECF}"/>
                </a:ext>
              </a:extLst>
            </p:cNvPr>
            <p:cNvSpPr/>
            <p:nvPr/>
          </p:nvSpPr>
          <p:spPr>
            <a:xfrm>
              <a:off x="6455198" y="2971852"/>
              <a:ext cx="933795" cy="897690"/>
            </a:xfrm>
            <a:custGeom>
              <a:avLst/>
              <a:gdLst/>
              <a:ahLst/>
              <a:cxnLst/>
              <a:rect l="l" t="t" r="r" b="b"/>
              <a:pathLst>
                <a:path w="33984" h="32670" extrusionOk="0">
                  <a:moveTo>
                    <a:pt x="17630" y="389"/>
                  </a:moveTo>
                  <a:cubicBezTo>
                    <a:pt x="26445" y="389"/>
                    <a:pt x="33588" y="7532"/>
                    <a:pt x="33588" y="16347"/>
                  </a:cubicBezTo>
                  <a:cubicBezTo>
                    <a:pt x="33588" y="22791"/>
                    <a:pt x="29697" y="28627"/>
                    <a:pt x="23740" y="31089"/>
                  </a:cubicBezTo>
                  <a:cubicBezTo>
                    <a:pt x="21771" y="31902"/>
                    <a:pt x="19702" y="32298"/>
                    <a:pt x="17650" y="32298"/>
                  </a:cubicBezTo>
                  <a:cubicBezTo>
                    <a:pt x="13494" y="32298"/>
                    <a:pt x="9406" y="30676"/>
                    <a:pt x="6354" y="27624"/>
                  </a:cubicBezTo>
                  <a:cubicBezTo>
                    <a:pt x="1794" y="23064"/>
                    <a:pt x="426" y="16195"/>
                    <a:pt x="2888" y="10237"/>
                  </a:cubicBezTo>
                  <a:cubicBezTo>
                    <a:pt x="5350" y="4280"/>
                    <a:pt x="11186" y="389"/>
                    <a:pt x="17630" y="389"/>
                  </a:cubicBezTo>
                  <a:close/>
                  <a:moveTo>
                    <a:pt x="17651" y="1"/>
                  </a:moveTo>
                  <a:cubicBezTo>
                    <a:pt x="13396" y="1"/>
                    <a:pt x="9213" y="1663"/>
                    <a:pt x="6080" y="4796"/>
                  </a:cubicBezTo>
                  <a:cubicBezTo>
                    <a:pt x="1399" y="9447"/>
                    <a:pt x="1" y="16499"/>
                    <a:pt x="2524" y="22578"/>
                  </a:cubicBezTo>
                  <a:cubicBezTo>
                    <a:pt x="5077" y="28687"/>
                    <a:pt x="11034" y="32669"/>
                    <a:pt x="17630" y="32669"/>
                  </a:cubicBezTo>
                  <a:cubicBezTo>
                    <a:pt x="26658" y="32669"/>
                    <a:pt x="33953" y="25344"/>
                    <a:pt x="33983" y="16347"/>
                  </a:cubicBezTo>
                  <a:cubicBezTo>
                    <a:pt x="33983" y="9721"/>
                    <a:pt x="30001" y="3763"/>
                    <a:pt x="23892" y="1240"/>
                  </a:cubicBezTo>
                  <a:cubicBezTo>
                    <a:pt x="21872" y="406"/>
                    <a:pt x="19753" y="1"/>
                    <a:pt x="17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2298;p52">
              <a:extLst>
                <a:ext uri="{FF2B5EF4-FFF2-40B4-BE49-F238E27FC236}">
                  <a16:creationId xmlns:a16="http://schemas.microsoft.com/office/drawing/2014/main" id="{AB4816E5-2AF7-C371-6A04-247515998BEF}"/>
                </a:ext>
              </a:extLst>
            </p:cNvPr>
            <p:cNvSpPr/>
            <p:nvPr/>
          </p:nvSpPr>
          <p:spPr>
            <a:xfrm>
              <a:off x="5820468" y="3305347"/>
              <a:ext cx="601345" cy="558727"/>
            </a:xfrm>
            <a:custGeom>
              <a:avLst/>
              <a:gdLst/>
              <a:ahLst/>
              <a:cxnLst/>
              <a:rect l="l" t="t" r="r" b="b"/>
              <a:pathLst>
                <a:path w="21885" h="20334" extrusionOk="0">
                  <a:moveTo>
                    <a:pt x="10957" y="1"/>
                  </a:moveTo>
                  <a:cubicBezTo>
                    <a:pt x="10411" y="1"/>
                    <a:pt x="9857" y="45"/>
                    <a:pt x="9301" y="137"/>
                  </a:cubicBezTo>
                  <a:cubicBezTo>
                    <a:pt x="3769" y="1049"/>
                    <a:pt x="0" y="6277"/>
                    <a:pt x="912" y="11809"/>
                  </a:cubicBezTo>
                  <a:cubicBezTo>
                    <a:pt x="1732" y="16784"/>
                    <a:pt x="6044" y="20334"/>
                    <a:pt x="10928" y="20334"/>
                  </a:cubicBezTo>
                  <a:cubicBezTo>
                    <a:pt x="11474" y="20334"/>
                    <a:pt x="12028" y="20290"/>
                    <a:pt x="12584" y="20198"/>
                  </a:cubicBezTo>
                  <a:cubicBezTo>
                    <a:pt x="18116" y="19286"/>
                    <a:pt x="21885" y="14058"/>
                    <a:pt x="20973" y="8526"/>
                  </a:cubicBezTo>
                  <a:cubicBezTo>
                    <a:pt x="20153" y="3550"/>
                    <a:pt x="15841" y="1"/>
                    <a:pt x="10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2299;p52">
              <a:extLst>
                <a:ext uri="{FF2B5EF4-FFF2-40B4-BE49-F238E27FC236}">
                  <a16:creationId xmlns:a16="http://schemas.microsoft.com/office/drawing/2014/main" id="{8F7402BA-0725-BB3E-27F5-7A5C927D83C2}"/>
                </a:ext>
              </a:extLst>
            </p:cNvPr>
            <p:cNvSpPr/>
            <p:nvPr/>
          </p:nvSpPr>
          <p:spPr>
            <a:xfrm>
              <a:off x="5740289" y="3300153"/>
              <a:ext cx="665670" cy="569389"/>
            </a:xfrm>
            <a:custGeom>
              <a:avLst/>
              <a:gdLst/>
              <a:ahLst/>
              <a:cxnLst/>
              <a:rect l="l" t="t" r="r" b="b"/>
              <a:pathLst>
                <a:path w="24226" h="20722" extrusionOk="0">
                  <a:moveTo>
                    <a:pt x="13861" y="387"/>
                  </a:moveTo>
                  <a:cubicBezTo>
                    <a:pt x="19362" y="417"/>
                    <a:pt x="23830" y="4855"/>
                    <a:pt x="23830" y="10387"/>
                  </a:cubicBezTo>
                  <a:cubicBezTo>
                    <a:pt x="23830" y="14399"/>
                    <a:pt x="21399" y="18046"/>
                    <a:pt x="17690" y="19597"/>
                  </a:cubicBezTo>
                  <a:cubicBezTo>
                    <a:pt x="16450" y="20111"/>
                    <a:pt x="15149" y="20361"/>
                    <a:pt x="13860" y="20361"/>
                  </a:cubicBezTo>
                  <a:cubicBezTo>
                    <a:pt x="11265" y="20361"/>
                    <a:pt x="8718" y="19348"/>
                    <a:pt x="6809" y="17439"/>
                  </a:cubicBezTo>
                  <a:cubicBezTo>
                    <a:pt x="517" y="11147"/>
                    <a:pt x="4985" y="387"/>
                    <a:pt x="13861" y="387"/>
                  </a:cubicBezTo>
                  <a:close/>
                  <a:moveTo>
                    <a:pt x="13796" y="0"/>
                  </a:moveTo>
                  <a:cubicBezTo>
                    <a:pt x="11248" y="0"/>
                    <a:pt x="8650" y="947"/>
                    <a:pt x="6535" y="3061"/>
                  </a:cubicBezTo>
                  <a:cubicBezTo>
                    <a:pt x="0" y="9566"/>
                    <a:pt x="4620" y="20721"/>
                    <a:pt x="13861" y="20721"/>
                  </a:cubicBezTo>
                  <a:cubicBezTo>
                    <a:pt x="19575" y="20721"/>
                    <a:pt x="24225" y="16101"/>
                    <a:pt x="24225" y="10387"/>
                  </a:cubicBezTo>
                  <a:cubicBezTo>
                    <a:pt x="24225" y="4137"/>
                    <a:pt x="19122" y="0"/>
                    <a:pt x="13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2300;p52">
              <a:extLst>
                <a:ext uri="{FF2B5EF4-FFF2-40B4-BE49-F238E27FC236}">
                  <a16:creationId xmlns:a16="http://schemas.microsoft.com/office/drawing/2014/main" id="{167EC69F-9734-2537-8C73-C72EC4A182A3}"/>
                </a:ext>
              </a:extLst>
            </p:cNvPr>
            <p:cNvSpPr/>
            <p:nvPr/>
          </p:nvSpPr>
          <p:spPr>
            <a:xfrm>
              <a:off x="5906473" y="3386075"/>
              <a:ext cx="428484" cy="398314"/>
            </a:xfrm>
            <a:custGeom>
              <a:avLst/>
              <a:gdLst/>
              <a:ahLst/>
              <a:cxnLst/>
              <a:rect l="l" t="t" r="r" b="b"/>
              <a:pathLst>
                <a:path w="15594" h="14496" extrusionOk="0">
                  <a:moveTo>
                    <a:pt x="7779" y="0"/>
                  </a:moveTo>
                  <a:cubicBezTo>
                    <a:pt x="7409" y="0"/>
                    <a:pt x="7034" y="28"/>
                    <a:pt x="6658" y="86"/>
                  </a:cubicBezTo>
                  <a:cubicBezTo>
                    <a:pt x="2706" y="725"/>
                    <a:pt x="1" y="4433"/>
                    <a:pt x="639" y="8384"/>
                  </a:cubicBezTo>
                  <a:cubicBezTo>
                    <a:pt x="1215" y="11947"/>
                    <a:pt x="4285" y="14496"/>
                    <a:pt x="7779" y="14496"/>
                  </a:cubicBezTo>
                  <a:cubicBezTo>
                    <a:pt x="8161" y="14496"/>
                    <a:pt x="8548" y="14466"/>
                    <a:pt x="8937" y="14403"/>
                  </a:cubicBezTo>
                  <a:cubicBezTo>
                    <a:pt x="12889" y="13795"/>
                    <a:pt x="15594" y="10087"/>
                    <a:pt x="14956" y="6135"/>
                  </a:cubicBezTo>
                  <a:cubicBezTo>
                    <a:pt x="14406" y="2533"/>
                    <a:pt x="11293" y="0"/>
                    <a:pt x="7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2301;p52">
              <a:extLst>
                <a:ext uri="{FF2B5EF4-FFF2-40B4-BE49-F238E27FC236}">
                  <a16:creationId xmlns:a16="http://schemas.microsoft.com/office/drawing/2014/main" id="{577756A6-5226-D920-7502-FE378B5BC2E6}"/>
                </a:ext>
              </a:extLst>
            </p:cNvPr>
            <p:cNvSpPr/>
            <p:nvPr/>
          </p:nvSpPr>
          <p:spPr>
            <a:xfrm>
              <a:off x="5848028" y="3380195"/>
              <a:ext cx="477751" cy="409167"/>
            </a:xfrm>
            <a:custGeom>
              <a:avLst/>
              <a:gdLst/>
              <a:ahLst/>
              <a:cxnLst/>
              <a:rect l="l" t="t" r="r" b="b"/>
              <a:pathLst>
                <a:path w="17387" h="14891" extrusionOk="0">
                  <a:moveTo>
                    <a:pt x="9940" y="392"/>
                  </a:moveTo>
                  <a:cubicBezTo>
                    <a:pt x="13830" y="422"/>
                    <a:pt x="16991" y="3553"/>
                    <a:pt x="16991" y="7474"/>
                  </a:cubicBezTo>
                  <a:cubicBezTo>
                    <a:pt x="16991" y="11729"/>
                    <a:pt x="13515" y="14538"/>
                    <a:pt x="9893" y="14538"/>
                  </a:cubicBezTo>
                  <a:cubicBezTo>
                    <a:pt x="8159" y="14538"/>
                    <a:pt x="6391" y="13895"/>
                    <a:pt x="4955" y="12459"/>
                  </a:cubicBezTo>
                  <a:cubicBezTo>
                    <a:pt x="486" y="8021"/>
                    <a:pt x="3648" y="392"/>
                    <a:pt x="9940" y="392"/>
                  </a:cubicBezTo>
                  <a:close/>
                  <a:moveTo>
                    <a:pt x="9870" y="1"/>
                  </a:moveTo>
                  <a:cubicBezTo>
                    <a:pt x="8047" y="1"/>
                    <a:pt x="6190" y="676"/>
                    <a:pt x="4681" y="2185"/>
                  </a:cubicBezTo>
                  <a:cubicBezTo>
                    <a:pt x="0" y="6896"/>
                    <a:pt x="3313" y="14890"/>
                    <a:pt x="9940" y="14890"/>
                  </a:cubicBezTo>
                  <a:cubicBezTo>
                    <a:pt x="14043" y="14890"/>
                    <a:pt x="17386" y="11577"/>
                    <a:pt x="17386" y="7474"/>
                  </a:cubicBezTo>
                  <a:cubicBezTo>
                    <a:pt x="17386" y="2984"/>
                    <a:pt x="13702" y="1"/>
                    <a:pt x="9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2302;p52">
              <a:extLst>
                <a:ext uri="{FF2B5EF4-FFF2-40B4-BE49-F238E27FC236}">
                  <a16:creationId xmlns:a16="http://schemas.microsoft.com/office/drawing/2014/main" id="{D88690FE-9831-CD73-3BC8-3846A7705C1F}"/>
                </a:ext>
              </a:extLst>
            </p:cNvPr>
            <p:cNvSpPr/>
            <p:nvPr/>
          </p:nvSpPr>
          <p:spPr>
            <a:xfrm>
              <a:off x="6608056" y="3089428"/>
              <a:ext cx="663169" cy="662345"/>
            </a:xfrm>
            <a:custGeom>
              <a:avLst/>
              <a:gdLst/>
              <a:ahLst/>
              <a:cxnLst/>
              <a:rect l="l" t="t" r="r" b="b"/>
              <a:pathLst>
                <a:path w="24135" h="24105" extrusionOk="0">
                  <a:moveTo>
                    <a:pt x="12067" y="1"/>
                  </a:moveTo>
                  <a:cubicBezTo>
                    <a:pt x="5411" y="1"/>
                    <a:pt x="0" y="5411"/>
                    <a:pt x="0" y="12068"/>
                  </a:cubicBezTo>
                  <a:cubicBezTo>
                    <a:pt x="0" y="18724"/>
                    <a:pt x="5411" y="24104"/>
                    <a:pt x="12067" y="24104"/>
                  </a:cubicBezTo>
                  <a:cubicBezTo>
                    <a:pt x="18724" y="24104"/>
                    <a:pt x="24134" y="18724"/>
                    <a:pt x="24134" y="12068"/>
                  </a:cubicBezTo>
                  <a:cubicBezTo>
                    <a:pt x="24134" y="5411"/>
                    <a:pt x="18724" y="1"/>
                    <a:pt x="12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303;p52">
              <a:extLst>
                <a:ext uri="{FF2B5EF4-FFF2-40B4-BE49-F238E27FC236}">
                  <a16:creationId xmlns:a16="http://schemas.microsoft.com/office/drawing/2014/main" id="{E08C125C-178C-E7AE-7C54-7A16CF83D5A7}"/>
                </a:ext>
              </a:extLst>
            </p:cNvPr>
            <p:cNvSpPr/>
            <p:nvPr/>
          </p:nvSpPr>
          <p:spPr>
            <a:xfrm>
              <a:off x="6576319" y="3083988"/>
              <a:ext cx="699907" cy="673638"/>
            </a:xfrm>
            <a:custGeom>
              <a:avLst/>
              <a:gdLst/>
              <a:ahLst/>
              <a:cxnLst/>
              <a:rect l="l" t="t" r="r" b="b"/>
              <a:pathLst>
                <a:path w="25472" h="24516" extrusionOk="0">
                  <a:moveTo>
                    <a:pt x="13222" y="381"/>
                  </a:moveTo>
                  <a:cubicBezTo>
                    <a:pt x="19757" y="412"/>
                    <a:pt x="25077" y="5700"/>
                    <a:pt x="25077" y="12266"/>
                  </a:cubicBezTo>
                  <a:cubicBezTo>
                    <a:pt x="25077" y="17068"/>
                    <a:pt x="22189" y="21384"/>
                    <a:pt x="17751" y="23208"/>
                  </a:cubicBezTo>
                  <a:cubicBezTo>
                    <a:pt x="16272" y="23826"/>
                    <a:pt x="14718" y="24127"/>
                    <a:pt x="13180" y="24127"/>
                  </a:cubicBezTo>
                  <a:cubicBezTo>
                    <a:pt x="10102" y="24127"/>
                    <a:pt x="7082" y="22925"/>
                    <a:pt x="4833" y="20655"/>
                  </a:cubicBezTo>
                  <a:cubicBezTo>
                    <a:pt x="1429" y="17251"/>
                    <a:pt x="426" y="12144"/>
                    <a:pt x="2249" y="7706"/>
                  </a:cubicBezTo>
                  <a:cubicBezTo>
                    <a:pt x="4104" y="3269"/>
                    <a:pt x="8420" y="381"/>
                    <a:pt x="13222" y="381"/>
                  </a:cubicBezTo>
                  <a:close/>
                  <a:moveTo>
                    <a:pt x="13215" y="1"/>
                  </a:moveTo>
                  <a:cubicBezTo>
                    <a:pt x="10026" y="1"/>
                    <a:pt x="6898" y="1244"/>
                    <a:pt x="4560" y="3603"/>
                  </a:cubicBezTo>
                  <a:cubicBezTo>
                    <a:pt x="1064" y="7099"/>
                    <a:pt x="0" y="12357"/>
                    <a:pt x="1915" y="16947"/>
                  </a:cubicBezTo>
                  <a:cubicBezTo>
                    <a:pt x="3800" y="21536"/>
                    <a:pt x="8268" y="24515"/>
                    <a:pt x="13222" y="24515"/>
                  </a:cubicBezTo>
                  <a:cubicBezTo>
                    <a:pt x="19970" y="24485"/>
                    <a:pt x="25472" y="19014"/>
                    <a:pt x="25472" y="12266"/>
                  </a:cubicBezTo>
                  <a:cubicBezTo>
                    <a:pt x="25472" y="7311"/>
                    <a:pt x="22493" y="2843"/>
                    <a:pt x="17903" y="928"/>
                  </a:cubicBezTo>
                  <a:cubicBezTo>
                    <a:pt x="16385" y="305"/>
                    <a:pt x="14793" y="1"/>
                    <a:pt x="132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304;p52">
              <a:extLst>
                <a:ext uri="{FF2B5EF4-FFF2-40B4-BE49-F238E27FC236}">
                  <a16:creationId xmlns:a16="http://schemas.microsoft.com/office/drawing/2014/main" id="{342C6D9D-416D-CF28-737D-5B4051F5B3C0}"/>
                </a:ext>
              </a:extLst>
            </p:cNvPr>
            <p:cNvSpPr/>
            <p:nvPr/>
          </p:nvSpPr>
          <p:spPr>
            <a:xfrm>
              <a:off x="6937126" y="3415174"/>
              <a:ext cx="310716" cy="131150"/>
            </a:xfrm>
            <a:custGeom>
              <a:avLst/>
              <a:gdLst/>
              <a:ahLst/>
              <a:cxnLst/>
              <a:rect l="l" t="t" r="r" b="b"/>
              <a:pathLst>
                <a:path w="11308" h="4773" extrusionOk="0">
                  <a:moveTo>
                    <a:pt x="152" y="0"/>
                  </a:moveTo>
                  <a:lnTo>
                    <a:pt x="0" y="365"/>
                  </a:lnTo>
                  <a:lnTo>
                    <a:pt x="11155" y="4772"/>
                  </a:lnTo>
                  <a:lnTo>
                    <a:pt x="11307" y="4407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305;p52">
              <a:extLst>
                <a:ext uri="{FF2B5EF4-FFF2-40B4-BE49-F238E27FC236}">
                  <a16:creationId xmlns:a16="http://schemas.microsoft.com/office/drawing/2014/main" id="{367350A8-B955-258F-3B9B-F72E29BE116A}"/>
                </a:ext>
              </a:extLst>
            </p:cNvPr>
            <p:cNvSpPr/>
            <p:nvPr/>
          </p:nvSpPr>
          <p:spPr>
            <a:xfrm>
              <a:off x="6896185" y="3377585"/>
              <a:ext cx="86884" cy="86884"/>
            </a:xfrm>
            <a:custGeom>
              <a:avLst/>
              <a:gdLst/>
              <a:ahLst/>
              <a:cxnLst/>
              <a:rect l="l" t="t" r="r" b="b"/>
              <a:pathLst>
                <a:path w="3162" h="3162" extrusionOk="0">
                  <a:moveTo>
                    <a:pt x="1581" y="0"/>
                  </a:moveTo>
                  <a:cubicBezTo>
                    <a:pt x="700" y="0"/>
                    <a:pt x="1" y="699"/>
                    <a:pt x="1" y="1581"/>
                  </a:cubicBezTo>
                  <a:cubicBezTo>
                    <a:pt x="1" y="2432"/>
                    <a:pt x="700" y="3161"/>
                    <a:pt x="1581" y="3161"/>
                  </a:cubicBezTo>
                  <a:cubicBezTo>
                    <a:pt x="2463" y="3161"/>
                    <a:pt x="3162" y="2432"/>
                    <a:pt x="3162" y="1581"/>
                  </a:cubicBezTo>
                  <a:cubicBezTo>
                    <a:pt x="3162" y="699"/>
                    <a:pt x="2463" y="0"/>
                    <a:pt x="15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306;p52">
              <a:extLst>
                <a:ext uri="{FF2B5EF4-FFF2-40B4-BE49-F238E27FC236}">
                  <a16:creationId xmlns:a16="http://schemas.microsoft.com/office/drawing/2014/main" id="{FCDE2E8B-FCF8-1DE5-0959-4730CB2199FA}"/>
                </a:ext>
              </a:extLst>
            </p:cNvPr>
            <p:cNvSpPr/>
            <p:nvPr/>
          </p:nvSpPr>
          <p:spPr>
            <a:xfrm>
              <a:off x="6874477" y="3371622"/>
              <a:ext cx="113619" cy="97847"/>
            </a:xfrm>
            <a:custGeom>
              <a:avLst/>
              <a:gdLst/>
              <a:ahLst/>
              <a:cxnLst/>
              <a:rect l="l" t="t" r="r" b="b"/>
              <a:pathLst>
                <a:path w="4135" h="3561" extrusionOk="0">
                  <a:moveTo>
                    <a:pt x="2371" y="400"/>
                  </a:moveTo>
                  <a:cubicBezTo>
                    <a:pt x="3131" y="400"/>
                    <a:pt x="3770" y="1008"/>
                    <a:pt x="3770" y="1798"/>
                  </a:cubicBezTo>
                  <a:cubicBezTo>
                    <a:pt x="3770" y="2637"/>
                    <a:pt x="3094" y="3187"/>
                    <a:pt x="2383" y="3187"/>
                  </a:cubicBezTo>
                  <a:cubicBezTo>
                    <a:pt x="2039" y="3187"/>
                    <a:pt x="1686" y="3058"/>
                    <a:pt x="1399" y="2770"/>
                  </a:cubicBezTo>
                  <a:cubicBezTo>
                    <a:pt x="487" y="1889"/>
                    <a:pt x="1125" y="400"/>
                    <a:pt x="2371" y="400"/>
                  </a:cubicBezTo>
                  <a:close/>
                  <a:moveTo>
                    <a:pt x="2339" y="0"/>
                  </a:moveTo>
                  <a:cubicBezTo>
                    <a:pt x="1910" y="0"/>
                    <a:pt x="1476" y="161"/>
                    <a:pt x="1125" y="521"/>
                  </a:cubicBezTo>
                  <a:cubicBezTo>
                    <a:pt x="0" y="1646"/>
                    <a:pt x="791" y="3561"/>
                    <a:pt x="2371" y="3561"/>
                  </a:cubicBezTo>
                  <a:cubicBezTo>
                    <a:pt x="3344" y="3561"/>
                    <a:pt x="4134" y="2770"/>
                    <a:pt x="4134" y="1798"/>
                  </a:cubicBezTo>
                  <a:cubicBezTo>
                    <a:pt x="4134" y="724"/>
                    <a:pt x="3250" y="0"/>
                    <a:pt x="2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307;p52">
              <a:extLst>
                <a:ext uri="{FF2B5EF4-FFF2-40B4-BE49-F238E27FC236}">
                  <a16:creationId xmlns:a16="http://schemas.microsoft.com/office/drawing/2014/main" id="{7C4E46A1-ABC3-F3E6-0E28-45D1D93CC314}"/>
                </a:ext>
              </a:extLst>
            </p:cNvPr>
            <p:cNvSpPr/>
            <p:nvPr/>
          </p:nvSpPr>
          <p:spPr>
            <a:xfrm>
              <a:off x="5944062" y="3585535"/>
              <a:ext cx="177092" cy="90236"/>
            </a:xfrm>
            <a:custGeom>
              <a:avLst/>
              <a:gdLst/>
              <a:ahLst/>
              <a:cxnLst/>
              <a:rect l="l" t="t" r="r" b="b"/>
              <a:pathLst>
                <a:path w="6445" h="3284" extrusionOk="0">
                  <a:moveTo>
                    <a:pt x="6445" y="1"/>
                  </a:moveTo>
                  <a:lnTo>
                    <a:pt x="1" y="328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308;p52">
              <a:extLst>
                <a:ext uri="{FF2B5EF4-FFF2-40B4-BE49-F238E27FC236}">
                  <a16:creationId xmlns:a16="http://schemas.microsoft.com/office/drawing/2014/main" id="{03939C9D-CAE0-C8DD-F955-BC822B345F0A}"/>
                </a:ext>
              </a:extLst>
            </p:cNvPr>
            <p:cNvSpPr/>
            <p:nvPr/>
          </p:nvSpPr>
          <p:spPr>
            <a:xfrm>
              <a:off x="5941561" y="3579682"/>
              <a:ext cx="182093" cy="100265"/>
            </a:xfrm>
            <a:custGeom>
              <a:avLst/>
              <a:gdLst/>
              <a:ahLst/>
              <a:cxnLst/>
              <a:rect l="l" t="t" r="r" b="b"/>
              <a:pathLst>
                <a:path w="6627" h="3649" extrusionOk="0">
                  <a:moveTo>
                    <a:pt x="6444" y="1"/>
                  </a:moveTo>
                  <a:lnTo>
                    <a:pt x="0" y="3314"/>
                  </a:lnTo>
                  <a:lnTo>
                    <a:pt x="183" y="3648"/>
                  </a:lnTo>
                  <a:lnTo>
                    <a:pt x="6627" y="366"/>
                  </a:lnTo>
                  <a:lnTo>
                    <a:pt x="64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309;p52">
              <a:extLst>
                <a:ext uri="{FF2B5EF4-FFF2-40B4-BE49-F238E27FC236}">
                  <a16:creationId xmlns:a16="http://schemas.microsoft.com/office/drawing/2014/main" id="{A9C9BAE0-6238-88BA-553D-EED3E6CD40AC}"/>
                </a:ext>
              </a:extLst>
            </p:cNvPr>
            <p:cNvSpPr/>
            <p:nvPr/>
          </p:nvSpPr>
          <p:spPr>
            <a:xfrm>
              <a:off x="6062655" y="3541681"/>
              <a:ext cx="101942" cy="87323"/>
            </a:xfrm>
            <a:custGeom>
              <a:avLst/>
              <a:gdLst/>
              <a:ahLst/>
              <a:cxnLst/>
              <a:rect l="l" t="t" r="r" b="b"/>
              <a:pathLst>
                <a:path w="3710" h="3178" extrusionOk="0">
                  <a:moveTo>
                    <a:pt x="2120" y="0"/>
                  </a:moveTo>
                  <a:cubicBezTo>
                    <a:pt x="1729" y="0"/>
                    <a:pt x="1330" y="146"/>
                    <a:pt x="1004" y="472"/>
                  </a:cubicBezTo>
                  <a:cubicBezTo>
                    <a:pt x="1" y="1445"/>
                    <a:pt x="700" y="3177"/>
                    <a:pt x="2129" y="3177"/>
                  </a:cubicBezTo>
                  <a:cubicBezTo>
                    <a:pt x="3010" y="3177"/>
                    <a:pt x="3709" y="2448"/>
                    <a:pt x="3709" y="1597"/>
                  </a:cubicBezTo>
                  <a:cubicBezTo>
                    <a:pt x="3709" y="632"/>
                    <a:pt x="2933" y="0"/>
                    <a:pt x="21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10;p52">
              <a:extLst>
                <a:ext uri="{FF2B5EF4-FFF2-40B4-BE49-F238E27FC236}">
                  <a16:creationId xmlns:a16="http://schemas.microsoft.com/office/drawing/2014/main" id="{0D11A432-5745-F4A6-125B-524F963F3BDA}"/>
                </a:ext>
              </a:extLst>
            </p:cNvPr>
            <p:cNvSpPr/>
            <p:nvPr/>
          </p:nvSpPr>
          <p:spPr>
            <a:xfrm>
              <a:off x="6055978" y="3535965"/>
              <a:ext cx="114196" cy="98040"/>
            </a:xfrm>
            <a:custGeom>
              <a:avLst/>
              <a:gdLst/>
              <a:ahLst/>
              <a:cxnLst/>
              <a:rect l="l" t="t" r="r" b="b"/>
              <a:pathLst>
                <a:path w="4156" h="3568" extrusionOk="0">
                  <a:moveTo>
                    <a:pt x="2372" y="407"/>
                  </a:moveTo>
                  <a:cubicBezTo>
                    <a:pt x="3131" y="407"/>
                    <a:pt x="3770" y="1014"/>
                    <a:pt x="3770" y="1805"/>
                  </a:cubicBezTo>
                  <a:cubicBezTo>
                    <a:pt x="3770" y="2644"/>
                    <a:pt x="3080" y="3194"/>
                    <a:pt x="2360" y="3194"/>
                  </a:cubicBezTo>
                  <a:cubicBezTo>
                    <a:pt x="2012" y="3194"/>
                    <a:pt x="1656" y="3065"/>
                    <a:pt x="1368" y="2777"/>
                  </a:cubicBezTo>
                  <a:cubicBezTo>
                    <a:pt x="487" y="1896"/>
                    <a:pt x="1125" y="407"/>
                    <a:pt x="2372" y="407"/>
                  </a:cubicBezTo>
                  <a:close/>
                  <a:moveTo>
                    <a:pt x="2373" y="1"/>
                  </a:moveTo>
                  <a:cubicBezTo>
                    <a:pt x="1936" y="1"/>
                    <a:pt x="1489" y="164"/>
                    <a:pt x="1125" y="528"/>
                  </a:cubicBezTo>
                  <a:cubicBezTo>
                    <a:pt x="1" y="1653"/>
                    <a:pt x="791" y="3568"/>
                    <a:pt x="2372" y="3568"/>
                  </a:cubicBezTo>
                  <a:cubicBezTo>
                    <a:pt x="3344" y="3568"/>
                    <a:pt x="4134" y="2777"/>
                    <a:pt x="4134" y="1805"/>
                  </a:cubicBezTo>
                  <a:cubicBezTo>
                    <a:pt x="4155" y="715"/>
                    <a:pt x="3285" y="1"/>
                    <a:pt x="23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2311;p52">
              <a:extLst>
                <a:ext uri="{FF2B5EF4-FFF2-40B4-BE49-F238E27FC236}">
                  <a16:creationId xmlns:a16="http://schemas.microsoft.com/office/drawing/2014/main" id="{E7A6D14F-39A1-F667-91E7-2032635EF258}"/>
                </a:ext>
              </a:extLst>
            </p:cNvPr>
            <p:cNvSpPr/>
            <p:nvPr/>
          </p:nvSpPr>
          <p:spPr>
            <a:xfrm>
              <a:off x="6602203" y="2643084"/>
              <a:ext cx="91060" cy="157776"/>
            </a:xfrm>
            <a:custGeom>
              <a:avLst/>
              <a:gdLst/>
              <a:ahLst/>
              <a:cxnLst/>
              <a:rect l="l" t="t" r="r" b="b"/>
              <a:pathLst>
                <a:path w="3314" h="5742" extrusionOk="0">
                  <a:moveTo>
                    <a:pt x="1593" y="0"/>
                  </a:moveTo>
                  <a:cubicBezTo>
                    <a:pt x="1390" y="0"/>
                    <a:pt x="1207" y="137"/>
                    <a:pt x="1155" y="317"/>
                  </a:cubicBezTo>
                  <a:lnTo>
                    <a:pt x="61" y="4907"/>
                  </a:lnTo>
                  <a:cubicBezTo>
                    <a:pt x="0" y="5150"/>
                    <a:pt x="152" y="5363"/>
                    <a:pt x="396" y="5424"/>
                  </a:cubicBezTo>
                  <a:lnTo>
                    <a:pt x="1611" y="5728"/>
                  </a:lnTo>
                  <a:cubicBezTo>
                    <a:pt x="1648" y="5737"/>
                    <a:pt x="1685" y="5741"/>
                    <a:pt x="1721" y="5741"/>
                  </a:cubicBezTo>
                  <a:cubicBezTo>
                    <a:pt x="1924" y="5741"/>
                    <a:pt x="2107" y="5605"/>
                    <a:pt x="2159" y="5424"/>
                  </a:cubicBezTo>
                  <a:lnTo>
                    <a:pt x="3253" y="834"/>
                  </a:lnTo>
                  <a:cubicBezTo>
                    <a:pt x="3314" y="591"/>
                    <a:pt x="3162" y="348"/>
                    <a:pt x="2918" y="287"/>
                  </a:cubicBezTo>
                  <a:lnTo>
                    <a:pt x="1703" y="14"/>
                  </a:lnTo>
                  <a:cubicBezTo>
                    <a:pt x="1666" y="4"/>
                    <a:pt x="1629" y="0"/>
                    <a:pt x="15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2312;p52">
              <a:extLst>
                <a:ext uri="{FF2B5EF4-FFF2-40B4-BE49-F238E27FC236}">
                  <a16:creationId xmlns:a16="http://schemas.microsoft.com/office/drawing/2014/main" id="{B59651F9-0DFF-DAEA-C5FB-50FD3C11339B}"/>
                </a:ext>
              </a:extLst>
            </p:cNvPr>
            <p:cNvSpPr/>
            <p:nvPr/>
          </p:nvSpPr>
          <p:spPr>
            <a:xfrm>
              <a:off x="6599702" y="2638935"/>
              <a:ext cx="96061" cy="165717"/>
            </a:xfrm>
            <a:custGeom>
              <a:avLst/>
              <a:gdLst/>
              <a:ahLst/>
              <a:cxnLst/>
              <a:rect l="l" t="t" r="r" b="b"/>
              <a:pathLst>
                <a:path w="3496" h="6031" extrusionOk="0">
                  <a:moveTo>
                    <a:pt x="1672" y="256"/>
                  </a:moveTo>
                  <a:lnTo>
                    <a:pt x="1763" y="286"/>
                  </a:lnTo>
                  <a:lnTo>
                    <a:pt x="2979" y="560"/>
                  </a:lnTo>
                  <a:cubicBezTo>
                    <a:pt x="3070" y="590"/>
                    <a:pt x="3131" y="651"/>
                    <a:pt x="3192" y="712"/>
                  </a:cubicBezTo>
                  <a:cubicBezTo>
                    <a:pt x="3222" y="772"/>
                    <a:pt x="3253" y="864"/>
                    <a:pt x="3222" y="955"/>
                  </a:cubicBezTo>
                  <a:lnTo>
                    <a:pt x="2128" y="5545"/>
                  </a:lnTo>
                  <a:cubicBezTo>
                    <a:pt x="2098" y="5605"/>
                    <a:pt x="2037" y="5697"/>
                    <a:pt x="1976" y="5727"/>
                  </a:cubicBezTo>
                  <a:cubicBezTo>
                    <a:pt x="1933" y="5748"/>
                    <a:pt x="1875" y="5770"/>
                    <a:pt x="1812" y="5770"/>
                  </a:cubicBezTo>
                  <a:cubicBezTo>
                    <a:pt x="1786" y="5770"/>
                    <a:pt x="1760" y="5766"/>
                    <a:pt x="1733" y="5757"/>
                  </a:cubicBezTo>
                  <a:lnTo>
                    <a:pt x="517" y="5484"/>
                  </a:lnTo>
                  <a:cubicBezTo>
                    <a:pt x="426" y="5453"/>
                    <a:pt x="365" y="5393"/>
                    <a:pt x="304" y="5332"/>
                  </a:cubicBezTo>
                  <a:cubicBezTo>
                    <a:pt x="274" y="5271"/>
                    <a:pt x="243" y="5180"/>
                    <a:pt x="274" y="5089"/>
                  </a:cubicBezTo>
                  <a:lnTo>
                    <a:pt x="1368" y="499"/>
                  </a:lnTo>
                  <a:cubicBezTo>
                    <a:pt x="1398" y="377"/>
                    <a:pt x="1550" y="256"/>
                    <a:pt x="1672" y="256"/>
                  </a:cubicBezTo>
                  <a:close/>
                  <a:moveTo>
                    <a:pt x="1707" y="1"/>
                  </a:moveTo>
                  <a:cubicBezTo>
                    <a:pt x="1445" y="1"/>
                    <a:pt x="1204" y="173"/>
                    <a:pt x="1125" y="438"/>
                  </a:cubicBezTo>
                  <a:lnTo>
                    <a:pt x="31" y="5028"/>
                  </a:lnTo>
                  <a:cubicBezTo>
                    <a:pt x="0" y="5149"/>
                    <a:pt x="31" y="5301"/>
                    <a:pt x="91" y="5453"/>
                  </a:cubicBezTo>
                  <a:cubicBezTo>
                    <a:pt x="183" y="5575"/>
                    <a:pt x="304" y="5666"/>
                    <a:pt x="456" y="5697"/>
                  </a:cubicBezTo>
                  <a:lnTo>
                    <a:pt x="1672" y="6031"/>
                  </a:lnTo>
                  <a:lnTo>
                    <a:pt x="1824" y="6031"/>
                  </a:lnTo>
                  <a:cubicBezTo>
                    <a:pt x="1915" y="6000"/>
                    <a:pt x="2006" y="5970"/>
                    <a:pt x="2098" y="5909"/>
                  </a:cubicBezTo>
                  <a:cubicBezTo>
                    <a:pt x="2219" y="5818"/>
                    <a:pt x="2310" y="5697"/>
                    <a:pt x="2341" y="5545"/>
                  </a:cubicBezTo>
                  <a:lnTo>
                    <a:pt x="3465" y="985"/>
                  </a:lnTo>
                  <a:cubicBezTo>
                    <a:pt x="3496" y="864"/>
                    <a:pt x="3465" y="712"/>
                    <a:pt x="3405" y="560"/>
                  </a:cubicBezTo>
                  <a:cubicBezTo>
                    <a:pt x="3313" y="438"/>
                    <a:pt x="3192" y="347"/>
                    <a:pt x="3040" y="317"/>
                  </a:cubicBezTo>
                  <a:lnTo>
                    <a:pt x="1824" y="13"/>
                  </a:lnTo>
                  <a:cubicBezTo>
                    <a:pt x="1785" y="5"/>
                    <a:pt x="1745" y="1"/>
                    <a:pt x="170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3;p52">
              <a:extLst>
                <a:ext uri="{FF2B5EF4-FFF2-40B4-BE49-F238E27FC236}">
                  <a16:creationId xmlns:a16="http://schemas.microsoft.com/office/drawing/2014/main" id="{5162D45A-5EEA-6836-899C-F7FD3FAB0643}"/>
                </a:ext>
              </a:extLst>
            </p:cNvPr>
            <p:cNvSpPr/>
            <p:nvPr/>
          </p:nvSpPr>
          <p:spPr>
            <a:xfrm>
              <a:off x="6578820" y="2630554"/>
              <a:ext cx="94413" cy="172806"/>
            </a:xfrm>
            <a:custGeom>
              <a:avLst/>
              <a:gdLst/>
              <a:ahLst/>
              <a:cxnLst/>
              <a:rect l="l" t="t" r="r" b="b"/>
              <a:pathLst>
                <a:path w="3436" h="6289" extrusionOk="0">
                  <a:moveTo>
                    <a:pt x="1716" y="0"/>
                  </a:moveTo>
                  <a:cubicBezTo>
                    <a:pt x="1520" y="0"/>
                    <a:pt x="1359" y="137"/>
                    <a:pt x="1307" y="318"/>
                  </a:cubicBezTo>
                  <a:lnTo>
                    <a:pt x="61" y="5454"/>
                  </a:lnTo>
                  <a:cubicBezTo>
                    <a:pt x="0" y="5667"/>
                    <a:pt x="152" y="5910"/>
                    <a:pt x="396" y="5971"/>
                  </a:cubicBezTo>
                  <a:lnTo>
                    <a:pt x="1642" y="6275"/>
                  </a:lnTo>
                  <a:cubicBezTo>
                    <a:pt x="1673" y="6284"/>
                    <a:pt x="1706" y="6288"/>
                    <a:pt x="1738" y="6288"/>
                  </a:cubicBezTo>
                  <a:cubicBezTo>
                    <a:pt x="1923" y="6288"/>
                    <a:pt x="2107" y="6148"/>
                    <a:pt x="2158" y="5941"/>
                  </a:cubicBezTo>
                  <a:lnTo>
                    <a:pt x="3374" y="834"/>
                  </a:lnTo>
                  <a:cubicBezTo>
                    <a:pt x="3435" y="591"/>
                    <a:pt x="3283" y="348"/>
                    <a:pt x="3070" y="287"/>
                  </a:cubicBezTo>
                  <a:lnTo>
                    <a:pt x="1824" y="14"/>
                  </a:lnTo>
                  <a:cubicBezTo>
                    <a:pt x="1787" y="4"/>
                    <a:pt x="1751" y="0"/>
                    <a:pt x="1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14;p52">
              <a:extLst>
                <a:ext uri="{FF2B5EF4-FFF2-40B4-BE49-F238E27FC236}">
                  <a16:creationId xmlns:a16="http://schemas.microsoft.com/office/drawing/2014/main" id="{99F22AD5-227F-71FF-29CB-37E2DD2872E0}"/>
                </a:ext>
              </a:extLst>
            </p:cNvPr>
            <p:cNvSpPr/>
            <p:nvPr/>
          </p:nvSpPr>
          <p:spPr>
            <a:xfrm>
              <a:off x="6576319" y="2626982"/>
              <a:ext cx="101090" cy="179346"/>
            </a:xfrm>
            <a:custGeom>
              <a:avLst/>
              <a:gdLst/>
              <a:ahLst/>
              <a:cxnLst/>
              <a:rect l="l" t="t" r="r" b="b"/>
              <a:pathLst>
                <a:path w="3679" h="6527" extrusionOk="0">
                  <a:moveTo>
                    <a:pt x="1824" y="235"/>
                  </a:moveTo>
                  <a:lnTo>
                    <a:pt x="1885" y="265"/>
                  </a:lnTo>
                  <a:lnTo>
                    <a:pt x="3131" y="539"/>
                  </a:lnTo>
                  <a:cubicBezTo>
                    <a:pt x="3283" y="600"/>
                    <a:pt x="3405" y="752"/>
                    <a:pt x="3344" y="934"/>
                  </a:cubicBezTo>
                  <a:lnTo>
                    <a:pt x="2128" y="6040"/>
                  </a:lnTo>
                  <a:cubicBezTo>
                    <a:pt x="2097" y="6132"/>
                    <a:pt x="2067" y="6192"/>
                    <a:pt x="1976" y="6253"/>
                  </a:cubicBezTo>
                  <a:cubicBezTo>
                    <a:pt x="1915" y="6284"/>
                    <a:pt x="1824" y="6284"/>
                    <a:pt x="1763" y="6284"/>
                  </a:cubicBezTo>
                  <a:lnTo>
                    <a:pt x="517" y="5980"/>
                  </a:lnTo>
                  <a:cubicBezTo>
                    <a:pt x="426" y="5949"/>
                    <a:pt x="365" y="5919"/>
                    <a:pt x="335" y="5858"/>
                  </a:cubicBezTo>
                  <a:cubicBezTo>
                    <a:pt x="274" y="5767"/>
                    <a:pt x="274" y="5676"/>
                    <a:pt x="274" y="5615"/>
                  </a:cubicBezTo>
                  <a:lnTo>
                    <a:pt x="1520" y="478"/>
                  </a:lnTo>
                  <a:cubicBezTo>
                    <a:pt x="1550" y="356"/>
                    <a:pt x="1672" y="235"/>
                    <a:pt x="1824" y="235"/>
                  </a:cubicBezTo>
                  <a:close/>
                  <a:moveTo>
                    <a:pt x="1832" y="1"/>
                  </a:moveTo>
                  <a:cubicBezTo>
                    <a:pt x="1582" y="1"/>
                    <a:pt x="1358" y="192"/>
                    <a:pt x="1307" y="448"/>
                  </a:cubicBezTo>
                  <a:lnTo>
                    <a:pt x="31" y="5554"/>
                  </a:lnTo>
                  <a:cubicBezTo>
                    <a:pt x="0" y="5706"/>
                    <a:pt x="31" y="5858"/>
                    <a:pt x="122" y="5980"/>
                  </a:cubicBezTo>
                  <a:cubicBezTo>
                    <a:pt x="183" y="6101"/>
                    <a:pt x="304" y="6192"/>
                    <a:pt x="456" y="6253"/>
                  </a:cubicBezTo>
                  <a:lnTo>
                    <a:pt x="1702" y="6527"/>
                  </a:lnTo>
                  <a:lnTo>
                    <a:pt x="1824" y="6527"/>
                  </a:lnTo>
                  <a:cubicBezTo>
                    <a:pt x="1915" y="6527"/>
                    <a:pt x="2037" y="6527"/>
                    <a:pt x="2128" y="6466"/>
                  </a:cubicBezTo>
                  <a:cubicBezTo>
                    <a:pt x="2249" y="6375"/>
                    <a:pt x="2341" y="6253"/>
                    <a:pt x="2371" y="6101"/>
                  </a:cubicBezTo>
                  <a:lnTo>
                    <a:pt x="3617" y="995"/>
                  </a:lnTo>
                  <a:cubicBezTo>
                    <a:pt x="3678" y="691"/>
                    <a:pt x="3496" y="387"/>
                    <a:pt x="3192" y="296"/>
                  </a:cubicBezTo>
                  <a:lnTo>
                    <a:pt x="1976" y="22"/>
                  </a:lnTo>
                  <a:cubicBezTo>
                    <a:pt x="1928" y="8"/>
                    <a:pt x="1879" y="1"/>
                    <a:pt x="18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15;p52">
              <a:extLst>
                <a:ext uri="{FF2B5EF4-FFF2-40B4-BE49-F238E27FC236}">
                  <a16:creationId xmlns:a16="http://schemas.microsoft.com/office/drawing/2014/main" id="{8D73DB38-2241-4A84-0A00-863A1FA65C60}"/>
                </a:ext>
              </a:extLst>
            </p:cNvPr>
            <p:cNvSpPr/>
            <p:nvPr/>
          </p:nvSpPr>
          <p:spPr>
            <a:xfrm>
              <a:off x="6687383" y="2663115"/>
              <a:ext cx="91060" cy="158628"/>
            </a:xfrm>
            <a:custGeom>
              <a:avLst/>
              <a:gdLst/>
              <a:ahLst/>
              <a:cxnLst/>
              <a:rect l="l" t="t" r="r" b="b"/>
              <a:pathLst>
                <a:path w="3314" h="5773" extrusionOk="0">
                  <a:moveTo>
                    <a:pt x="1595" y="1"/>
                  </a:moveTo>
                  <a:cubicBezTo>
                    <a:pt x="1391" y="1"/>
                    <a:pt x="1208" y="141"/>
                    <a:pt x="1156" y="348"/>
                  </a:cubicBezTo>
                  <a:lnTo>
                    <a:pt x="62" y="4938"/>
                  </a:lnTo>
                  <a:cubicBezTo>
                    <a:pt x="1" y="5151"/>
                    <a:pt x="153" y="5394"/>
                    <a:pt x="396" y="5455"/>
                  </a:cubicBezTo>
                  <a:lnTo>
                    <a:pt x="1612" y="5759"/>
                  </a:lnTo>
                  <a:cubicBezTo>
                    <a:pt x="1648" y="5768"/>
                    <a:pt x="1684" y="5772"/>
                    <a:pt x="1720" y="5772"/>
                  </a:cubicBezTo>
                  <a:cubicBezTo>
                    <a:pt x="1923" y="5772"/>
                    <a:pt x="2107" y="5631"/>
                    <a:pt x="2159" y="5424"/>
                  </a:cubicBezTo>
                  <a:lnTo>
                    <a:pt x="3253" y="835"/>
                  </a:lnTo>
                  <a:cubicBezTo>
                    <a:pt x="3314" y="622"/>
                    <a:pt x="3162" y="379"/>
                    <a:pt x="2919" y="318"/>
                  </a:cubicBezTo>
                  <a:lnTo>
                    <a:pt x="1703" y="14"/>
                  </a:lnTo>
                  <a:cubicBezTo>
                    <a:pt x="1667" y="5"/>
                    <a:pt x="1630" y="1"/>
                    <a:pt x="15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16;p52">
              <a:extLst>
                <a:ext uri="{FF2B5EF4-FFF2-40B4-BE49-F238E27FC236}">
                  <a16:creationId xmlns:a16="http://schemas.microsoft.com/office/drawing/2014/main" id="{6472B7A2-684E-1DE3-3420-1F397015269F}"/>
                </a:ext>
              </a:extLst>
            </p:cNvPr>
            <p:cNvSpPr/>
            <p:nvPr/>
          </p:nvSpPr>
          <p:spPr>
            <a:xfrm>
              <a:off x="6684883" y="2660340"/>
              <a:ext cx="96913" cy="164370"/>
            </a:xfrm>
            <a:custGeom>
              <a:avLst/>
              <a:gdLst/>
              <a:ahLst/>
              <a:cxnLst/>
              <a:rect l="l" t="t" r="r" b="b"/>
              <a:pathLst>
                <a:path w="3527" h="5982" extrusionOk="0">
                  <a:moveTo>
                    <a:pt x="1764" y="237"/>
                  </a:moveTo>
                  <a:lnTo>
                    <a:pt x="2979" y="541"/>
                  </a:lnTo>
                  <a:cubicBezTo>
                    <a:pt x="3071" y="541"/>
                    <a:pt x="3131" y="601"/>
                    <a:pt x="3192" y="662"/>
                  </a:cubicBezTo>
                  <a:cubicBezTo>
                    <a:pt x="3223" y="753"/>
                    <a:pt x="3253" y="845"/>
                    <a:pt x="3223" y="905"/>
                  </a:cubicBezTo>
                  <a:lnTo>
                    <a:pt x="2128" y="5495"/>
                  </a:lnTo>
                  <a:cubicBezTo>
                    <a:pt x="2098" y="5586"/>
                    <a:pt x="2037" y="5647"/>
                    <a:pt x="1976" y="5677"/>
                  </a:cubicBezTo>
                  <a:cubicBezTo>
                    <a:pt x="1916" y="5738"/>
                    <a:pt x="1824" y="5738"/>
                    <a:pt x="1733" y="5738"/>
                  </a:cubicBezTo>
                  <a:lnTo>
                    <a:pt x="517" y="5434"/>
                  </a:lnTo>
                  <a:cubicBezTo>
                    <a:pt x="426" y="5404"/>
                    <a:pt x="365" y="5373"/>
                    <a:pt x="305" y="5282"/>
                  </a:cubicBezTo>
                  <a:cubicBezTo>
                    <a:pt x="274" y="5221"/>
                    <a:pt x="244" y="5130"/>
                    <a:pt x="274" y="5070"/>
                  </a:cubicBezTo>
                  <a:lnTo>
                    <a:pt x="1368" y="480"/>
                  </a:lnTo>
                  <a:cubicBezTo>
                    <a:pt x="1399" y="328"/>
                    <a:pt x="1520" y="237"/>
                    <a:pt x="1672" y="237"/>
                  </a:cubicBezTo>
                  <a:close/>
                  <a:moveTo>
                    <a:pt x="1666" y="0"/>
                  </a:moveTo>
                  <a:cubicBezTo>
                    <a:pt x="1420" y="0"/>
                    <a:pt x="1200" y="168"/>
                    <a:pt x="1125" y="419"/>
                  </a:cubicBezTo>
                  <a:lnTo>
                    <a:pt x="31" y="5009"/>
                  </a:lnTo>
                  <a:cubicBezTo>
                    <a:pt x="1" y="5161"/>
                    <a:pt x="31" y="5313"/>
                    <a:pt x="92" y="5434"/>
                  </a:cubicBezTo>
                  <a:cubicBezTo>
                    <a:pt x="183" y="5556"/>
                    <a:pt x="305" y="5647"/>
                    <a:pt x="457" y="5677"/>
                  </a:cubicBezTo>
                  <a:lnTo>
                    <a:pt x="1672" y="5981"/>
                  </a:lnTo>
                  <a:lnTo>
                    <a:pt x="1824" y="5981"/>
                  </a:lnTo>
                  <a:cubicBezTo>
                    <a:pt x="1916" y="5981"/>
                    <a:pt x="2007" y="5981"/>
                    <a:pt x="2098" y="5921"/>
                  </a:cubicBezTo>
                  <a:cubicBezTo>
                    <a:pt x="2220" y="5829"/>
                    <a:pt x="2311" y="5708"/>
                    <a:pt x="2372" y="5556"/>
                  </a:cubicBezTo>
                  <a:lnTo>
                    <a:pt x="3466" y="996"/>
                  </a:lnTo>
                  <a:cubicBezTo>
                    <a:pt x="3527" y="693"/>
                    <a:pt x="3344" y="389"/>
                    <a:pt x="3040" y="297"/>
                  </a:cubicBezTo>
                  <a:lnTo>
                    <a:pt x="1824" y="24"/>
                  </a:lnTo>
                  <a:cubicBezTo>
                    <a:pt x="1771" y="8"/>
                    <a:pt x="1718" y="0"/>
                    <a:pt x="16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2317;p52">
              <a:extLst>
                <a:ext uri="{FF2B5EF4-FFF2-40B4-BE49-F238E27FC236}">
                  <a16:creationId xmlns:a16="http://schemas.microsoft.com/office/drawing/2014/main" id="{E123AAAE-CCEA-17B9-7859-F63A737F9D80}"/>
                </a:ext>
              </a:extLst>
            </p:cNvPr>
            <p:cNvSpPr/>
            <p:nvPr/>
          </p:nvSpPr>
          <p:spPr>
            <a:xfrm>
              <a:off x="6664000" y="2650585"/>
              <a:ext cx="94413" cy="172806"/>
            </a:xfrm>
            <a:custGeom>
              <a:avLst/>
              <a:gdLst/>
              <a:ahLst/>
              <a:cxnLst/>
              <a:rect l="l" t="t" r="r" b="b"/>
              <a:pathLst>
                <a:path w="3436" h="6289" extrusionOk="0">
                  <a:moveTo>
                    <a:pt x="1716" y="1"/>
                  </a:moveTo>
                  <a:cubicBezTo>
                    <a:pt x="1513" y="1"/>
                    <a:pt x="1329" y="142"/>
                    <a:pt x="1277" y="348"/>
                  </a:cubicBezTo>
                  <a:lnTo>
                    <a:pt x="62" y="5455"/>
                  </a:lnTo>
                  <a:cubicBezTo>
                    <a:pt x="1" y="5698"/>
                    <a:pt x="153" y="5911"/>
                    <a:pt x="396" y="5972"/>
                  </a:cubicBezTo>
                  <a:lnTo>
                    <a:pt x="1612" y="6276"/>
                  </a:lnTo>
                  <a:cubicBezTo>
                    <a:pt x="1648" y="6285"/>
                    <a:pt x="1684" y="6289"/>
                    <a:pt x="1720" y="6289"/>
                  </a:cubicBezTo>
                  <a:cubicBezTo>
                    <a:pt x="1923" y="6289"/>
                    <a:pt x="2103" y="6148"/>
                    <a:pt x="2128" y="5941"/>
                  </a:cubicBezTo>
                  <a:lnTo>
                    <a:pt x="3375" y="835"/>
                  </a:lnTo>
                  <a:cubicBezTo>
                    <a:pt x="3435" y="592"/>
                    <a:pt x="3283" y="379"/>
                    <a:pt x="3040" y="318"/>
                  </a:cubicBezTo>
                  <a:lnTo>
                    <a:pt x="1824" y="14"/>
                  </a:lnTo>
                  <a:cubicBezTo>
                    <a:pt x="1788" y="5"/>
                    <a:pt x="1752" y="1"/>
                    <a:pt x="1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18;p52">
              <a:extLst>
                <a:ext uri="{FF2B5EF4-FFF2-40B4-BE49-F238E27FC236}">
                  <a16:creationId xmlns:a16="http://schemas.microsoft.com/office/drawing/2014/main" id="{2411CC4C-7353-DF3B-CD02-DF9C7E63A529}"/>
                </a:ext>
              </a:extLst>
            </p:cNvPr>
            <p:cNvSpPr/>
            <p:nvPr/>
          </p:nvSpPr>
          <p:spPr>
            <a:xfrm>
              <a:off x="6661499" y="2648140"/>
              <a:ext cx="101090" cy="179071"/>
            </a:xfrm>
            <a:custGeom>
              <a:avLst/>
              <a:gdLst/>
              <a:ahLst/>
              <a:cxnLst/>
              <a:rect l="l" t="t" r="r" b="b"/>
              <a:pathLst>
                <a:path w="3679" h="6517" extrusionOk="0">
                  <a:moveTo>
                    <a:pt x="1885" y="225"/>
                  </a:moveTo>
                  <a:lnTo>
                    <a:pt x="3131" y="529"/>
                  </a:lnTo>
                  <a:cubicBezTo>
                    <a:pt x="3283" y="559"/>
                    <a:pt x="3405" y="741"/>
                    <a:pt x="3374" y="893"/>
                  </a:cubicBezTo>
                  <a:lnTo>
                    <a:pt x="2128" y="6000"/>
                  </a:lnTo>
                  <a:cubicBezTo>
                    <a:pt x="2103" y="6150"/>
                    <a:pt x="1975" y="6259"/>
                    <a:pt x="1846" y="6259"/>
                  </a:cubicBezTo>
                  <a:cubicBezTo>
                    <a:pt x="1818" y="6259"/>
                    <a:pt x="1790" y="6254"/>
                    <a:pt x="1764" y="6243"/>
                  </a:cubicBezTo>
                  <a:lnTo>
                    <a:pt x="517" y="5939"/>
                  </a:lnTo>
                  <a:cubicBezTo>
                    <a:pt x="335" y="5909"/>
                    <a:pt x="244" y="5726"/>
                    <a:pt x="274" y="5574"/>
                  </a:cubicBezTo>
                  <a:lnTo>
                    <a:pt x="1520" y="468"/>
                  </a:lnTo>
                  <a:cubicBezTo>
                    <a:pt x="1551" y="316"/>
                    <a:pt x="1672" y="225"/>
                    <a:pt x="1824" y="225"/>
                  </a:cubicBezTo>
                  <a:close/>
                  <a:moveTo>
                    <a:pt x="1829" y="0"/>
                  </a:moveTo>
                  <a:cubicBezTo>
                    <a:pt x="1567" y="0"/>
                    <a:pt x="1330" y="173"/>
                    <a:pt x="1277" y="437"/>
                  </a:cubicBezTo>
                  <a:lnTo>
                    <a:pt x="61" y="5514"/>
                  </a:lnTo>
                  <a:cubicBezTo>
                    <a:pt x="1" y="5817"/>
                    <a:pt x="183" y="6121"/>
                    <a:pt x="487" y="6213"/>
                  </a:cubicBezTo>
                  <a:lnTo>
                    <a:pt x="1672" y="6517"/>
                  </a:lnTo>
                  <a:lnTo>
                    <a:pt x="1824" y="6517"/>
                  </a:lnTo>
                  <a:cubicBezTo>
                    <a:pt x="1915" y="6517"/>
                    <a:pt x="2037" y="6486"/>
                    <a:pt x="2128" y="6425"/>
                  </a:cubicBezTo>
                  <a:cubicBezTo>
                    <a:pt x="2250" y="6365"/>
                    <a:pt x="2341" y="6213"/>
                    <a:pt x="2371" y="6091"/>
                  </a:cubicBezTo>
                  <a:lnTo>
                    <a:pt x="3587" y="985"/>
                  </a:lnTo>
                  <a:cubicBezTo>
                    <a:pt x="3678" y="681"/>
                    <a:pt x="3496" y="377"/>
                    <a:pt x="3192" y="316"/>
                  </a:cubicBezTo>
                  <a:lnTo>
                    <a:pt x="1946" y="12"/>
                  </a:lnTo>
                  <a:cubicBezTo>
                    <a:pt x="1907" y="4"/>
                    <a:pt x="1867" y="0"/>
                    <a:pt x="182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19;p52">
              <a:extLst>
                <a:ext uri="{FF2B5EF4-FFF2-40B4-BE49-F238E27FC236}">
                  <a16:creationId xmlns:a16="http://schemas.microsoft.com/office/drawing/2014/main" id="{A5B790D9-839C-A6A1-FA03-D2945898B548}"/>
                </a:ext>
              </a:extLst>
            </p:cNvPr>
            <p:cNvSpPr/>
            <p:nvPr/>
          </p:nvSpPr>
          <p:spPr>
            <a:xfrm>
              <a:off x="6772591" y="2683998"/>
              <a:ext cx="91060" cy="157776"/>
            </a:xfrm>
            <a:custGeom>
              <a:avLst/>
              <a:gdLst/>
              <a:ahLst/>
              <a:cxnLst/>
              <a:rect l="l" t="t" r="r" b="b"/>
              <a:pathLst>
                <a:path w="3314" h="5742" extrusionOk="0">
                  <a:moveTo>
                    <a:pt x="1593" y="0"/>
                  </a:moveTo>
                  <a:cubicBezTo>
                    <a:pt x="1390" y="0"/>
                    <a:pt x="1207" y="137"/>
                    <a:pt x="1155" y="318"/>
                  </a:cubicBezTo>
                  <a:lnTo>
                    <a:pt x="61" y="4908"/>
                  </a:lnTo>
                  <a:cubicBezTo>
                    <a:pt x="0" y="5151"/>
                    <a:pt x="152" y="5394"/>
                    <a:pt x="395" y="5455"/>
                  </a:cubicBezTo>
                  <a:lnTo>
                    <a:pt x="1611" y="5728"/>
                  </a:lnTo>
                  <a:cubicBezTo>
                    <a:pt x="1648" y="5737"/>
                    <a:pt x="1684" y="5742"/>
                    <a:pt x="1719" y="5742"/>
                  </a:cubicBezTo>
                  <a:cubicBezTo>
                    <a:pt x="1915" y="5742"/>
                    <a:pt x="2076" y="5605"/>
                    <a:pt x="2128" y="5424"/>
                  </a:cubicBezTo>
                  <a:lnTo>
                    <a:pt x="3253" y="835"/>
                  </a:lnTo>
                  <a:cubicBezTo>
                    <a:pt x="3313" y="591"/>
                    <a:pt x="3161" y="348"/>
                    <a:pt x="2918" y="287"/>
                  </a:cubicBezTo>
                  <a:lnTo>
                    <a:pt x="1702" y="14"/>
                  </a:lnTo>
                  <a:cubicBezTo>
                    <a:pt x="1666" y="5"/>
                    <a:pt x="1629" y="0"/>
                    <a:pt x="15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20;p52">
              <a:extLst>
                <a:ext uri="{FF2B5EF4-FFF2-40B4-BE49-F238E27FC236}">
                  <a16:creationId xmlns:a16="http://schemas.microsoft.com/office/drawing/2014/main" id="{E3D886DE-398E-0608-68F5-F6A1B6C6EDB6}"/>
                </a:ext>
              </a:extLst>
            </p:cNvPr>
            <p:cNvSpPr/>
            <p:nvPr/>
          </p:nvSpPr>
          <p:spPr>
            <a:xfrm>
              <a:off x="6770063" y="2680701"/>
              <a:ext cx="96913" cy="164892"/>
            </a:xfrm>
            <a:custGeom>
              <a:avLst/>
              <a:gdLst/>
              <a:ahLst/>
              <a:cxnLst/>
              <a:rect l="l" t="t" r="r" b="b"/>
              <a:pathLst>
                <a:path w="3527" h="6001" extrusionOk="0">
                  <a:moveTo>
                    <a:pt x="1673" y="225"/>
                  </a:moveTo>
                  <a:cubicBezTo>
                    <a:pt x="1703" y="225"/>
                    <a:pt x="1734" y="225"/>
                    <a:pt x="1764" y="255"/>
                  </a:cubicBezTo>
                  <a:lnTo>
                    <a:pt x="2980" y="529"/>
                  </a:lnTo>
                  <a:cubicBezTo>
                    <a:pt x="3162" y="590"/>
                    <a:pt x="3253" y="742"/>
                    <a:pt x="3223" y="924"/>
                  </a:cubicBezTo>
                  <a:lnTo>
                    <a:pt x="2129" y="5514"/>
                  </a:lnTo>
                  <a:cubicBezTo>
                    <a:pt x="2098" y="5575"/>
                    <a:pt x="2038" y="5666"/>
                    <a:pt x="1977" y="5696"/>
                  </a:cubicBezTo>
                  <a:cubicBezTo>
                    <a:pt x="1941" y="5732"/>
                    <a:pt x="1895" y="5747"/>
                    <a:pt x="1845" y="5747"/>
                  </a:cubicBezTo>
                  <a:cubicBezTo>
                    <a:pt x="1809" y="5747"/>
                    <a:pt x="1771" y="5739"/>
                    <a:pt x="1734" y="5727"/>
                  </a:cubicBezTo>
                  <a:lnTo>
                    <a:pt x="518" y="5453"/>
                  </a:lnTo>
                  <a:cubicBezTo>
                    <a:pt x="427" y="5423"/>
                    <a:pt x="366" y="5362"/>
                    <a:pt x="305" y="5301"/>
                  </a:cubicBezTo>
                  <a:cubicBezTo>
                    <a:pt x="275" y="5240"/>
                    <a:pt x="244" y="5149"/>
                    <a:pt x="275" y="5058"/>
                  </a:cubicBezTo>
                  <a:lnTo>
                    <a:pt x="1369" y="468"/>
                  </a:lnTo>
                  <a:cubicBezTo>
                    <a:pt x="1399" y="347"/>
                    <a:pt x="1521" y="225"/>
                    <a:pt x="1673" y="225"/>
                  </a:cubicBezTo>
                  <a:close/>
                  <a:moveTo>
                    <a:pt x="1687" y="1"/>
                  </a:moveTo>
                  <a:cubicBezTo>
                    <a:pt x="1446" y="1"/>
                    <a:pt x="1205" y="173"/>
                    <a:pt x="1126" y="438"/>
                  </a:cubicBezTo>
                  <a:lnTo>
                    <a:pt x="31" y="5028"/>
                  </a:lnTo>
                  <a:cubicBezTo>
                    <a:pt x="1" y="5149"/>
                    <a:pt x="31" y="5301"/>
                    <a:pt x="92" y="5453"/>
                  </a:cubicBezTo>
                  <a:cubicBezTo>
                    <a:pt x="183" y="5575"/>
                    <a:pt x="305" y="5666"/>
                    <a:pt x="457" y="5696"/>
                  </a:cubicBezTo>
                  <a:lnTo>
                    <a:pt x="1673" y="6000"/>
                  </a:lnTo>
                  <a:lnTo>
                    <a:pt x="1794" y="6000"/>
                  </a:lnTo>
                  <a:cubicBezTo>
                    <a:pt x="1916" y="6000"/>
                    <a:pt x="2007" y="5970"/>
                    <a:pt x="2098" y="5909"/>
                  </a:cubicBezTo>
                  <a:cubicBezTo>
                    <a:pt x="2220" y="5848"/>
                    <a:pt x="2311" y="5727"/>
                    <a:pt x="2341" y="5575"/>
                  </a:cubicBezTo>
                  <a:lnTo>
                    <a:pt x="3466" y="985"/>
                  </a:lnTo>
                  <a:cubicBezTo>
                    <a:pt x="3527" y="681"/>
                    <a:pt x="3345" y="377"/>
                    <a:pt x="3041" y="316"/>
                  </a:cubicBezTo>
                  <a:lnTo>
                    <a:pt x="1794" y="12"/>
                  </a:lnTo>
                  <a:cubicBezTo>
                    <a:pt x="1759" y="4"/>
                    <a:pt x="1723" y="1"/>
                    <a:pt x="16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21;p52">
              <a:extLst>
                <a:ext uri="{FF2B5EF4-FFF2-40B4-BE49-F238E27FC236}">
                  <a16:creationId xmlns:a16="http://schemas.microsoft.com/office/drawing/2014/main" id="{25EC6BE6-FF41-FE05-22E1-A88F2852A8D2}"/>
                </a:ext>
              </a:extLst>
            </p:cNvPr>
            <p:cNvSpPr/>
            <p:nvPr/>
          </p:nvSpPr>
          <p:spPr>
            <a:xfrm>
              <a:off x="6749208" y="2671468"/>
              <a:ext cx="94385" cy="172806"/>
            </a:xfrm>
            <a:custGeom>
              <a:avLst/>
              <a:gdLst/>
              <a:ahLst/>
              <a:cxnLst/>
              <a:rect l="l" t="t" r="r" b="b"/>
              <a:pathLst>
                <a:path w="3435" h="6289" extrusionOk="0">
                  <a:moveTo>
                    <a:pt x="1717" y="1"/>
                  </a:moveTo>
                  <a:cubicBezTo>
                    <a:pt x="1521" y="1"/>
                    <a:pt x="1359" y="141"/>
                    <a:pt x="1307" y="348"/>
                  </a:cubicBezTo>
                  <a:lnTo>
                    <a:pt x="61" y="5455"/>
                  </a:lnTo>
                  <a:cubicBezTo>
                    <a:pt x="0" y="5668"/>
                    <a:pt x="152" y="5911"/>
                    <a:pt x="395" y="5972"/>
                  </a:cubicBezTo>
                  <a:lnTo>
                    <a:pt x="1611" y="6275"/>
                  </a:lnTo>
                  <a:cubicBezTo>
                    <a:pt x="1647" y="6285"/>
                    <a:pt x="1684" y="6289"/>
                    <a:pt x="1719" y="6289"/>
                  </a:cubicBezTo>
                  <a:cubicBezTo>
                    <a:pt x="1923" y="6289"/>
                    <a:pt x="2106" y="6148"/>
                    <a:pt x="2158" y="5941"/>
                  </a:cubicBezTo>
                  <a:lnTo>
                    <a:pt x="3374" y="835"/>
                  </a:lnTo>
                  <a:cubicBezTo>
                    <a:pt x="3435" y="591"/>
                    <a:pt x="3283" y="348"/>
                    <a:pt x="3070" y="318"/>
                  </a:cubicBezTo>
                  <a:lnTo>
                    <a:pt x="1824" y="14"/>
                  </a:lnTo>
                  <a:cubicBezTo>
                    <a:pt x="1788" y="5"/>
                    <a:pt x="1752" y="1"/>
                    <a:pt x="17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22;p52">
              <a:extLst>
                <a:ext uri="{FF2B5EF4-FFF2-40B4-BE49-F238E27FC236}">
                  <a16:creationId xmlns:a16="http://schemas.microsoft.com/office/drawing/2014/main" id="{6C4A6311-3BF7-1AB8-22B0-CA6A36E35008}"/>
                </a:ext>
              </a:extLst>
            </p:cNvPr>
            <p:cNvSpPr/>
            <p:nvPr/>
          </p:nvSpPr>
          <p:spPr>
            <a:xfrm>
              <a:off x="6746680" y="2668171"/>
              <a:ext cx="101090" cy="179923"/>
            </a:xfrm>
            <a:custGeom>
              <a:avLst/>
              <a:gdLst/>
              <a:ahLst/>
              <a:cxnLst/>
              <a:rect l="l" t="t" r="r" b="b"/>
              <a:pathLst>
                <a:path w="3679" h="6548" extrusionOk="0">
                  <a:moveTo>
                    <a:pt x="1885" y="256"/>
                  </a:moveTo>
                  <a:lnTo>
                    <a:pt x="3132" y="529"/>
                  </a:lnTo>
                  <a:cubicBezTo>
                    <a:pt x="3284" y="590"/>
                    <a:pt x="3405" y="742"/>
                    <a:pt x="3344" y="924"/>
                  </a:cubicBezTo>
                  <a:lnTo>
                    <a:pt x="2129" y="6031"/>
                  </a:lnTo>
                  <a:cubicBezTo>
                    <a:pt x="2098" y="6122"/>
                    <a:pt x="2037" y="6183"/>
                    <a:pt x="1977" y="6243"/>
                  </a:cubicBezTo>
                  <a:cubicBezTo>
                    <a:pt x="1934" y="6265"/>
                    <a:pt x="1875" y="6286"/>
                    <a:pt x="1813" y="6286"/>
                  </a:cubicBezTo>
                  <a:cubicBezTo>
                    <a:pt x="1787" y="6286"/>
                    <a:pt x="1760" y="6283"/>
                    <a:pt x="1733" y="6274"/>
                  </a:cubicBezTo>
                  <a:lnTo>
                    <a:pt x="518" y="5970"/>
                  </a:lnTo>
                  <a:cubicBezTo>
                    <a:pt x="426" y="5970"/>
                    <a:pt x="366" y="5909"/>
                    <a:pt x="305" y="5848"/>
                  </a:cubicBezTo>
                  <a:cubicBezTo>
                    <a:pt x="274" y="5757"/>
                    <a:pt x="274" y="5666"/>
                    <a:pt x="274" y="5605"/>
                  </a:cubicBezTo>
                  <a:lnTo>
                    <a:pt x="1521" y="499"/>
                  </a:lnTo>
                  <a:cubicBezTo>
                    <a:pt x="1551" y="347"/>
                    <a:pt x="1673" y="256"/>
                    <a:pt x="1825" y="256"/>
                  </a:cubicBezTo>
                  <a:close/>
                  <a:moveTo>
                    <a:pt x="1829" y="1"/>
                  </a:moveTo>
                  <a:cubicBezTo>
                    <a:pt x="1568" y="1"/>
                    <a:pt x="1330" y="173"/>
                    <a:pt x="1278" y="438"/>
                  </a:cubicBezTo>
                  <a:lnTo>
                    <a:pt x="31" y="5544"/>
                  </a:lnTo>
                  <a:cubicBezTo>
                    <a:pt x="1" y="5696"/>
                    <a:pt x="31" y="5848"/>
                    <a:pt x="123" y="5970"/>
                  </a:cubicBezTo>
                  <a:cubicBezTo>
                    <a:pt x="183" y="6122"/>
                    <a:pt x="305" y="6213"/>
                    <a:pt x="457" y="6243"/>
                  </a:cubicBezTo>
                  <a:lnTo>
                    <a:pt x="1703" y="6547"/>
                  </a:lnTo>
                  <a:lnTo>
                    <a:pt x="1825" y="6547"/>
                  </a:lnTo>
                  <a:cubicBezTo>
                    <a:pt x="2068" y="6547"/>
                    <a:pt x="2311" y="6365"/>
                    <a:pt x="2372" y="6122"/>
                  </a:cubicBezTo>
                  <a:lnTo>
                    <a:pt x="3588" y="985"/>
                  </a:lnTo>
                  <a:cubicBezTo>
                    <a:pt x="3679" y="711"/>
                    <a:pt x="3496" y="408"/>
                    <a:pt x="3192" y="316"/>
                  </a:cubicBezTo>
                  <a:lnTo>
                    <a:pt x="1946" y="12"/>
                  </a:lnTo>
                  <a:cubicBezTo>
                    <a:pt x="1907" y="5"/>
                    <a:pt x="1868" y="1"/>
                    <a:pt x="18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323;p52">
              <a:extLst>
                <a:ext uri="{FF2B5EF4-FFF2-40B4-BE49-F238E27FC236}">
                  <a16:creationId xmlns:a16="http://schemas.microsoft.com/office/drawing/2014/main" id="{DB32AA0B-7EF9-62B5-A3C1-FDA1A250F343}"/>
                </a:ext>
              </a:extLst>
            </p:cNvPr>
            <p:cNvSpPr/>
            <p:nvPr/>
          </p:nvSpPr>
          <p:spPr>
            <a:xfrm>
              <a:off x="6857771" y="2704029"/>
              <a:ext cx="91060" cy="158628"/>
            </a:xfrm>
            <a:custGeom>
              <a:avLst/>
              <a:gdLst/>
              <a:ahLst/>
              <a:cxnLst/>
              <a:rect l="l" t="t" r="r" b="b"/>
              <a:pathLst>
                <a:path w="3314" h="5773" extrusionOk="0">
                  <a:moveTo>
                    <a:pt x="1576" y="1"/>
                  </a:moveTo>
                  <a:cubicBezTo>
                    <a:pt x="1391" y="1"/>
                    <a:pt x="1207" y="142"/>
                    <a:pt x="1156" y="349"/>
                  </a:cubicBezTo>
                  <a:lnTo>
                    <a:pt x="61" y="4938"/>
                  </a:lnTo>
                  <a:cubicBezTo>
                    <a:pt x="1" y="5151"/>
                    <a:pt x="153" y="5394"/>
                    <a:pt x="365" y="5455"/>
                  </a:cubicBezTo>
                  <a:lnTo>
                    <a:pt x="1612" y="5759"/>
                  </a:lnTo>
                  <a:cubicBezTo>
                    <a:pt x="1648" y="5768"/>
                    <a:pt x="1684" y="5773"/>
                    <a:pt x="1720" y="5773"/>
                  </a:cubicBezTo>
                  <a:cubicBezTo>
                    <a:pt x="1923" y="5773"/>
                    <a:pt x="2102" y="5632"/>
                    <a:pt x="2128" y="5425"/>
                  </a:cubicBezTo>
                  <a:lnTo>
                    <a:pt x="3253" y="835"/>
                  </a:lnTo>
                  <a:cubicBezTo>
                    <a:pt x="3314" y="622"/>
                    <a:pt x="3162" y="379"/>
                    <a:pt x="2919" y="318"/>
                  </a:cubicBezTo>
                  <a:lnTo>
                    <a:pt x="1672" y="14"/>
                  </a:lnTo>
                  <a:cubicBezTo>
                    <a:pt x="1641" y="5"/>
                    <a:pt x="1608" y="1"/>
                    <a:pt x="15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324;p52">
              <a:extLst>
                <a:ext uri="{FF2B5EF4-FFF2-40B4-BE49-F238E27FC236}">
                  <a16:creationId xmlns:a16="http://schemas.microsoft.com/office/drawing/2014/main" id="{15977AD9-AE52-3AD3-54AE-3197D8699B13}"/>
                </a:ext>
              </a:extLst>
            </p:cNvPr>
            <p:cNvSpPr/>
            <p:nvPr/>
          </p:nvSpPr>
          <p:spPr>
            <a:xfrm>
              <a:off x="6855271" y="2701254"/>
              <a:ext cx="96913" cy="164370"/>
            </a:xfrm>
            <a:custGeom>
              <a:avLst/>
              <a:gdLst/>
              <a:ahLst/>
              <a:cxnLst/>
              <a:rect l="l" t="t" r="r" b="b"/>
              <a:pathLst>
                <a:path w="3527" h="5982" extrusionOk="0">
                  <a:moveTo>
                    <a:pt x="1733" y="237"/>
                  </a:moveTo>
                  <a:lnTo>
                    <a:pt x="2979" y="541"/>
                  </a:lnTo>
                  <a:cubicBezTo>
                    <a:pt x="3131" y="571"/>
                    <a:pt x="3253" y="754"/>
                    <a:pt x="3192" y="906"/>
                  </a:cubicBezTo>
                  <a:lnTo>
                    <a:pt x="2098" y="5495"/>
                  </a:lnTo>
                  <a:cubicBezTo>
                    <a:pt x="2067" y="5587"/>
                    <a:pt x="2037" y="5647"/>
                    <a:pt x="1976" y="5708"/>
                  </a:cubicBezTo>
                  <a:cubicBezTo>
                    <a:pt x="1885" y="5739"/>
                    <a:pt x="1794" y="5739"/>
                    <a:pt x="1733" y="5739"/>
                  </a:cubicBezTo>
                  <a:lnTo>
                    <a:pt x="487" y="5435"/>
                  </a:lnTo>
                  <a:cubicBezTo>
                    <a:pt x="396" y="5404"/>
                    <a:pt x="335" y="5374"/>
                    <a:pt x="304" y="5283"/>
                  </a:cubicBezTo>
                  <a:cubicBezTo>
                    <a:pt x="244" y="5222"/>
                    <a:pt x="244" y="5131"/>
                    <a:pt x="274" y="5070"/>
                  </a:cubicBezTo>
                  <a:lnTo>
                    <a:pt x="1368" y="480"/>
                  </a:lnTo>
                  <a:cubicBezTo>
                    <a:pt x="1399" y="328"/>
                    <a:pt x="1520" y="237"/>
                    <a:pt x="1672" y="237"/>
                  </a:cubicBezTo>
                  <a:close/>
                  <a:moveTo>
                    <a:pt x="1665" y="1"/>
                  </a:moveTo>
                  <a:cubicBezTo>
                    <a:pt x="1420" y="1"/>
                    <a:pt x="1200" y="169"/>
                    <a:pt x="1125" y="419"/>
                  </a:cubicBezTo>
                  <a:lnTo>
                    <a:pt x="31" y="5009"/>
                  </a:lnTo>
                  <a:cubicBezTo>
                    <a:pt x="0" y="5161"/>
                    <a:pt x="31" y="5313"/>
                    <a:pt x="92" y="5435"/>
                  </a:cubicBezTo>
                  <a:cubicBezTo>
                    <a:pt x="183" y="5556"/>
                    <a:pt x="304" y="5647"/>
                    <a:pt x="456" y="5708"/>
                  </a:cubicBezTo>
                  <a:lnTo>
                    <a:pt x="1672" y="5982"/>
                  </a:lnTo>
                  <a:lnTo>
                    <a:pt x="1824" y="5982"/>
                  </a:lnTo>
                  <a:cubicBezTo>
                    <a:pt x="1915" y="5982"/>
                    <a:pt x="2006" y="5982"/>
                    <a:pt x="2098" y="5921"/>
                  </a:cubicBezTo>
                  <a:cubicBezTo>
                    <a:pt x="2219" y="5830"/>
                    <a:pt x="2310" y="5708"/>
                    <a:pt x="2341" y="5587"/>
                  </a:cubicBezTo>
                  <a:lnTo>
                    <a:pt x="3465" y="997"/>
                  </a:lnTo>
                  <a:cubicBezTo>
                    <a:pt x="3526" y="693"/>
                    <a:pt x="3344" y="389"/>
                    <a:pt x="3040" y="328"/>
                  </a:cubicBezTo>
                  <a:lnTo>
                    <a:pt x="1824" y="24"/>
                  </a:lnTo>
                  <a:cubicBezTo>
                    <a:pt x="1771" y="8"/>
                    <a:pt x="1718" y="1"/>
                    <a:pt x="166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325;p52">
              <a:extLst>
                <a:ext uri="{FF2B5EF4-FFF2-40B4-BE49-F238E27FC236}">
                  <a16:creationId xmlns:a16="http://schemas.microsoft.com/office/drawing/2014/main" id="{8360C177-92F2-3B38-BD0B-0784287C1CE1}"/>
                </a:ext>
              </a:extLst>
            </p:cNvPr>
            <p:cNvSpPr/>
            <p:nvPr/>
          </p:nvSpPr>
          <p:spPr>
            <a:xfrm>
              <a:off x="6834388" y="2692351"/>
              <a:ext cx="94413" cy="172037"/>
            </a:xfrm>
            <a:custGeom>
              <a:avLst/>
              <a:gdLst/>
              <a:ahLst/>
              <a:cxnLst/>
              <a:rect l="l" t="t" r="r" b="b"/>
              <a:pathLst>
                <a:path w="3436" h="6261" extrusionOk="0">
                  <a:moveTo>
                    <a:pt x="1716" y="0"/>
                  </a:moveTo>
                  <a:cubicBezTo>
                    <a:pt x="1513" y="0"/>
                    <a:pt x="1333" y="141"/>
                    <a:pt x="1307" y="348"/>
                  </a:cubicBezTo>
                  <a:lnTo>
                    <a:pt x="61" y="5424"/>
                  </a:lnTo>
                  <a:cubicBezTo>
                    <a:pt x="0" y="5667"/>
                    <a:pt x="152" y="5911"/>
                    <a:pt x="396" y="5971"/>
                  </a:cubicBezTo>
                  <a:lnTo>
                    <a:pt x="1611" y="6245"/>
                  </a:lnTo>
                  <a:cubicBezTo>
                    <a:pt x="1653" y="6255"/>
                    <a:pt x="1695" y="6260"/>
                    <a:pt x="1736" y="6260"/>
                  </a:cubicBezTo>
                  <a:cubicBezTo>
                    <a:pt x="1933" y="6260"/>
                    <a:pt x="2108" y="6142"/>
                    <a:pt x="2159" y="5941"/>
                  </a:cubicBezTo>
                  <a:lnTo>
                    <a:pt x="3374" y="835"/>
                  </a:lnTo>
                  <a:cubicBezTo>
                    <a:pt x="3435" y="591"/>
                    <a:pt x="3283" y="379"/>
                    <a:pt x="3070" y="318"/>
                  </a:cubicBezTo>
                  <a:lnTo>
                    <a:pt x="1824" y="14"/>
                  </a:lnTo>
                  <a:cubicBezTo>
                    <a:pt x="1788" y="5"/>
                    <a:pt x="1752" y="0"/>
                    <a:pt x="1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326;p52">
              <a:extLst>
                <a:ext uri="{FF2B5EF4-FFF2-40B4-BE49-F238E27FC236}">
                  <a16:creationId xmlns:a16="http://schemas.microsoft.com/office/drawing/2014/main" id="{8B019CB5-CB16-6992-5367-69463FE82810}"/>
                </a:ext>
              </a:extLst>
            </p:cNvPr>
            <p:cNvSpPr/>
            <p:nvPr/>
          </p:nvSpPr>
          <p:spPr>
            <a:xfrm>
              <a:off x="6831887" y="2689054"/>
              <a:ext cx="100238" cy="179923"/>
            </a:xfrm>
            <a:custGeom>
              <a:avLst/>
              <a:gdLst/>
              <a:ahLst/>
              <a:cxnLst/>
              <a:rect l="l" t="t" r="r" b="b"/>
              <a:pathLst>
                <a:path w="3648" h="6548" extrusionOk="0">
                  <a:moveTo>
                    <a:pt x="1885" y="255"/>
                  </a:moveTo>
                  <a:lnTo>
                    <a:pt x="3131" y="559"/>
                  </a:lnTo>
                  <a:cubicBezTo>
                    <a:pt x="3283" y="590"/>
                    <a:pt x="3405" y="772"/>
                    <a:pt x="3344" y="924"/>
                  </a:cubicBezTo>
                  <a:lnTo>
                    <a:pt x="2128" y="6031"/>
                  </a:lnTo>
                  <a:cubicBezTo>
                    <a:pt x="2098" y="6122"/>
                    <a:pt x="2037" y="6183"/>
                    <a:pt x="1976" y="6243"/>
                  </a:cubicBezTo>
                  <a:cubicBezTo>
                    <a:pt x="1933" y="6265"/>
                    <a:pt x="1875" y="6286"/>
                    <a:pt x="1812" y="6286"/>
                  </a:cubicBezTo>
                  <a:cubicBezTo>
                    <a:pt x="1786" y="6286"/>
                    <a:pt x="1760" y="6283"/>
                    <a:pt x="1733" y="6274"/>
                  </a:cubicBezTo>
                  <a:lnTo>
                    <a:pt x="517" y="5970"/>
                  </a:lnTo>
                  <a:cubicBezTo>
                    <a:pt x="426" y="5970"/>
                    <a:pt x="365" y="5909"/>
                    <a:pt x="335" y="5848"/>
                  </a:cubicBezTo>
                  <a:cubicBezTo>
                    <a:pt x="274" y="5757"/>
                    <a:pt x="274" y="5666"/>
                    <a:pt x="274" y="5605"/>
                  </a:cubicBezTo>
                  <a:lnTo>
                    <a:pt x="1520" y="499"/>
                  </a:lnTo>
                  <a:cubicBezTo>
                    <a:pt x="1550" y="347"/>
                    <a:pt x="1672" y="255"/>
                    <a:pt x="1824" y="255"/>
                  </a:cubicBezTo>
                  <a:close/>
                  <a:moveTo>
                    <a:pt x="1828" y="1"/>
                  </a:moveTo>
                  <a:cubicBezTo>
                    <a:pt x="1567" y="1"/>
                    <a:pt x="1330" y="173"/>
                    <a:pt x="1277" y="438"/>
                  </a:cubicBezTo>
                  <a:lnTo>
                    <a:pt x="31" y="5544"/>
                  </a:lnTo>
                  <a:cubicBezTo>
                    <a:pt x="0" y="5696"/>
                    <a:pt x="31" y="5848"/>
                    <a:pt x="122" y="6000"/>
                  </a:cubicBezTo>
                  <a:cubicBezTo>
                    <a:pt x="183" y="6122"/>
                    <a:pt x="304" y="6213"/>
                    <a:pt x="456" y="6243"/>
                  </a:cubicBezTo>
                  <a:lnTo>
                    <a:pt x="1672" y="6547"/>
                  </a:lnTo>
                  <a:lnTo>
                    <a:pt x="1824" y="6547"/>
                  </a:lnTo>
                  <a:cubicBezTo>
                    <a:pt x="1915" y="6547"/>
                    <a:pt x="2006" y="6517"/>
                    <a:pt x="2098" y="6456"/>
                  </a:cubicBezTo>
                  <a:cubicBezTo>
                    <a:pt x="2250" y="6395"/>
                    <a:pt x="2341" y="6274"/>
                    <a:pt x="2371" y="6122"/>
                  </a:cubicBezTo>
                  <a:lnTo>
                    <a:pt x="3587" y="1015"/>
                  </a:lnTo>
                  <a:cubicBezTo>
                    <a:pt x="3648" y="711"/>
                    <a:pt x="3465" y="407"/>
                    <a:pt x="3192" y="316"/>
                  </a:cubicBezTo>
                  <a:lnTo>
                    <a:pt x="1946" y="12"/>
                  </a:lnTo>
                  <a:cubicBezTo>
                    <a:pt x="1906" y="4"/>
                    <a:pt x="1867" y="1"/>
                    <a:pt x="18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327;p52">
              <a:extLst>
                <a:ext uri="{FF2B5EF4-FFF2-40B4-BE49-F238E27FC236}">
                  <a16:creationId xmlns:a16="http://schemas.microsoft.com/office/drawing/2014/main" id="{B329D918-7063-146E-9A8E-827C043DFCC3}"/>
                </a:ext>
              </a:extLst>
            </p:cNvPr>
            <p:cNvSpPr/>
            <p:nvPr/>
          </p:nvSpPr>
          <p:spPr>
            <a:xfrm>
              <a:off x="6942951" y="2724912"/>
              <a:ext cx="91088" cy="157803"/>
            </a:xfrm>
            <a:custGeom>
              <a:avLst/>
              <a:gdLst/>
              <a:ahLst/>
              <a:cxnLst/>
              <a:rect l="l" t="t" r="r" b="b"/>
              <a:pathLst>
                <a:path w="3315" h="5743" extrusionOk="0">
                  <a:moveTo>
                    <a:pt x="1594" y="1"/>
                  </a:moveTo>
                  <a:cubicBezTo>
                    <a:pt x="1391" y="1"/>
                    <a:pt x="1208" y="138"/>
                    <a:pt x="1156" y="318"/>
                  </a:cubicBezTo>
                  <a:lnTo>
                    <a:pt x="62" y="4908"/>
                  </a:lnTo>
                  <a:cubicBezTo>
                    <a:pt x="1" y="5151"/>
                    <a:pt x="153" y="5394"/>
                    <a:pt x="396" y="5455"/>
                  </a:cubicBezTo>
                  <a:lnTo>
                    <a:pt x="1642" y="5729"/>
                  </a:lnTo>
                  <a:cubicBezTo>
                    <a:pt x="1674" y="5738"/>
                    <a:pt x="1707" y="5742"/>
                    <a:pt x="1740" y="5742"/>
                  </a:cubicBezTo>
                  <a:cubicBezTo>
                    <a:pt x="1924" y="5742"/>
                    <a:pt x="2107" y="5605"/>
                    <a:pt x="2159" y="5425"/>
                  </a:cubicBezTo>
                  <a:lnTo>
                    <a:pt x="3253" y="835"/>
                  </a:lnTo>
                  <a:cubicBezTo>
                    <a:pt x="3314" y="592"/>
                    <a:pt x="3162" y="349"/>
                    <a:pt x="2919" y="288"/>
                  </a:cubicBezTo>
                  <a:lnTo>
                    <a:pt x="1703" y="14"/>
                  </a:lnTo>
                  <a:cubicBezTo>
                    <a:pt x="1666" y="5"/>
                    <a:pt x="1630" y="1"/>
                    <a:pt x="1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328;p52">
              <a:extLst>
                <a:ext uri="{FF2B5EF4-FFF2-40B4-BE49-F238E27FC236}">
                  <a16:creationId xmlns:a16="http://schemas.microsoft.com/office/drawing/2014/main" id="{3C39C680-5B16-022F-F7A1-C357160EA2A2}"/>
                </a:ext>
              </a:extLst>
            </p:cNvPr>
            <p:cNvSpPr/>
            <p:nvPr/>
          </p:nvSpPr>
          <p:spPr>
            <a:xfrm>
              <a:off x="6939627" y="2720790"/>
              <a:ext cx="97737" cy="165717"/>
            </a:xfrm>
            <a:custGeom>
              <a:avLst/>
              <a:gdLst/>
              <a:ahLst/>
              <a:cxnLst/>
              <a:rect l="l" t="t" r="r" b="b"/>
              <a:pathLst>
                <a:path w="3557" h="6031" extrusionOk="0">
                  <a:moveTo>
                    <a:pt x="1763" y="255"/>
                  </a:moveTo>
                  <a:lnTo>
                    <a:pt x="3010" y="559"/>
                  </a:lnTo>
                  <a:cubicBezTo>
                    <a:pt x="3161" y="590"/>
                    <a:pt x="3283" y="772"/>
                    <a:pt x="3222" y="955"/>
                  </a:cubicBezTo>
                  <a:lnTo>
                    <a:pt x="2128" y="5514"/>
                  </a:lnTo>
                  <a:cubicBezTo>
                    <a:pt x="2098" y="5605"/>
                    <a:pt x="2067" y="5666"/>
                    <a:pt x="1976" y="5727"/>
                  </a:cubicBezTo>
                  <a:cubicBezTo>
                    <a:pt x="1933" y="5748"/>
                    <a:pt x="1875" y="5770"/>
                    <a:pt x="1823" y="5770"/>
                  </a:cubicBezTo>
                  <a:cubicBezTo>
                    <a:pt x="1801" y="5770"/>
                    <a:pt x="1781" y="5766"/>
                    <a:pt x="1763" y="5757"/>
                  </a:cubicBezTo>
                  <a:lnTo>
                    <a:pt x="517" y="5484"/>
                  </a:lnTo>
                  <a:cubicBezTo>
                    <a:pt x="456" y="5453"/>
                    <a:pt x="365" y="5392"/>
                    <a:pt x="335" y="5332"/>
                  </a:cubicBezTo>
                  <a:cubicBezTo>
                    <a:pt x="304" y="5271"/>
                    <a:pt x="274" y="5180"/>
                    <a:pt x="304" y="5088"/>
                  </a:cubicBezTo>
                  <a:lnTo>
                    <a:pt x="1399" y="499"/>
                  </a:lnTo>
                  <a:cubicBezTo>
                    <a:pt x="1429" y="377"/>
                    <a:pt x="1551" y="255"/>
                    <a:pt x="1702" y="255"/>
                  </a:cubicBezTo>
                  <a:close/>
                  <a:moveTo>
                    <a:pt x="1708" y="1"/>
                  </a:moveTo>
                  <a:cubicBezTo>
                    <a:pt x="1452" y="1"/>
                    <a:pt x="1235" y="173"/>
                    <a:pt x="1155" y="438"/>
                  </a:cubicBezTo>
                  <a:lnTo>
                    <a:pt x="61" y="5058"/>
                  </a:lnTo>
                  <a:cubicBezTo>
                    <a:pt x="0" y="5362"/>
                    <a:pt x="183" y="5666"/>
                    <a:pt x="487" y="5727"/>
                  </a:cubicBezTo>
                  <a:lnTo>
                    <a:pt x="1702" y="6031"/>
                  </a:lnTo>
                  <a:lnTo>
                    <a:pt x="1824" y="6031"/>
                  </a:lnTo>
                  <a:cubicBezTo>
                    <a:pt x="1946" y="6031"/>
                    <a:pt x="2037" y="6000"/>
                    <a:pt x="2128" y="5939"/>
                  </a:cubicBezTo>
                  <a:cubicBezTo>
                    <a:pt x="2250" y="5848"/>
                    <a:pt x="2341" y="5727"/>
                    <a:pt x="2371" y="5575"/>
                  </a:cubicBezTo>
                  <a:lnTo>
                    <a:pt x="3496" y="985"/>
                  </a:lnTo>
                  <a:cubicBezTo>
                    <a:pt x="3557" y="681"/>
                    <a:pt x="3374" y="377"/>
                    <a:pt x="3070" y="316"/>
                  </a:cubicBezTo>
                  <a:lnTo>
                    <a:pt x="1824" y="12"/>
                  </a:lnTo>
                  <a:cubicBezTo>
                    <a:pt x="1785" y="4"/>
                    <a:pt x="1746" y="1"/>
                    <a:pt x="17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329;p52">
              <a:extLst>
                <a:ext uri="{FF2B5EF4-FFF2-40B4-BE49-F238E27FC236}">
                  <a16:creationId xmlns:a16="http://schemas.microsoft.com/office/drawing/2014/main" id="{95EC2F33-8C3F-467E-E943-83A39E829FD1}"/>
                </a:ext>
              </a:extLst>
            </p:cNvPr>
            <p:cNvSpPr/>
            <p:nvPr/>
          </p:nvSpPr>
          <p:spPr>
            <a:xfrm>
              <a:off x="6919568" y="2712382"/>
              <a:ext cx="94413" cy="172833"/>
            </a:xfrm>
            <a:custGeom>
              <a:avLst/>
              <a:gdLst/>
              <a:ahLst/>
              <a:cxnLst/>
              <a:rect l="l" t="t" r="r" b="b"/>
              <a:pathLst>
                <a:path w="3436" h="6290" extrusionOk="0">
                  <a:moveTo>
                    <a:pt x="1716" y="1"/>
                  </a:moveTo>
                  <a:cubicBezTo>
                    <a:pt x="1514" y="1"/>
                    <a:pt x="1334" y="142"/>
                    <a:pt x="1308" y="349"/>
                  </a:cubicBezTo>
                  <a:lnTo>
                    <a:pt x="62" y="5455"/>
                  </a:lnTo>
                  <a:cubicBezTo>
                    <a:pt x="1" y="5668"/>
                    <a:pt x="153" y="5911"/>
                    <a:pt x="396" y="5972"/>
                  </a:cubicBezTo>
                  <a:lnTo>
                    <a:pt x="1612" y="6276"/>
                  </a:lnTo>
                  <a:cubicBezTo>
                    <a:pt x="1648" y="6285"/>
                    <a:pt x="1684" y="6289"/>
                    <a:pt x="1720" y="6289"/>
                  </a:cubicBezTo>
                  <a:cubicBezTo>
                    <a:pt x="1923" y="6289"/>
                    <a:pt x="2107" y="6148"/>
                    <a:pt x="2159" y="5941"/>
                  </a:cubicBezTo>
                  <a:lnTo>
                    <a:pt x="3375" y="835"/>
                  </a:lnTo>
                  <a:cubicBezTo>
                    <a:pt x="3436" y="592"/>
                    <a:pt x="3284" y="349"/>
                    <a:pt x="3071" y="318"/>
                  </a:cubicBezTo>
                  <a:lnTo>
                    <a:pt x="1825" y="14"/>
                  </a:lnTo>
                  <a:cubicBezTo>
                    <a:pt x="1788" y="5"/>
                    <a:pt x="1752" y="1"/>
                    <a:pt x="1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330;p52">
              <a:extLst>
                <a:ext uri="{FF2B5EF4-FFF2-40B4-BE49-F238E27FC236}">
                  <a16:creationId xmlns:a16="http://schemas.microsoft.com/office/drawing/2014/main" id="{8F91114C-98CE-CCD9-2AE2-42215919EF11}"/>
                </a:ext>
              </a:extLst>
            </p:cNvPr>
            <p:cNvSpPr/>
            <p:nvPr/>
          </p:nvSpPr>
          <p:spPr>
            <a:xfrm>
              <a:off x="6916243" y="2709112"/>
              <a:ext cx="101090" cy="179703"/>
            </a:xfrm>
            <a:custGeom>
              <a:avLst/>
              <a:gdLst/>
              <a:ahLst/>
              <a:cxnLst/>
              <a:rect l="l" t="t" r="r" b="b"/>
              <a:pathLst>
                <a:path w="3679" h="6540" extrusionOk="0">
                  <a:moveTo>
                    <a:pt x="1854" y="225"/>
                  </a:moveTo>
                  <a:cubicBezTo>
                    <a:pt x="1854" y="225"/>
                    <a:pt x="1885" y="225"/>
                    <a:pt x="1915" y="255"/>
                  </a:cubicBezTo>
                  <a:lnTo>
                    <a:pt x="3161" y="529"/>
                  </a:lnTo>
                  <a:cubicBezTo>
                    <a:pt x="3344" y="589"/>
                    <a:pt x="3435" y="741"/>
                    <a:pt x="3405" y="924"/>
                  </a:cubicBezTo>
                  <a:lnTo>
                    <a:pt x="2158" y="6030"/>
                  </a:lnTo>
                  <a:cubicBezTo>
                    <a:pt x="2128" y="6121"/>
                    <a:pt x="2098" y="6182"/>
                    <a:pt x="2006" y="6243"/>
                  </a:cubicBezTo>
                  <a:cubicBezTo>
                    <a:pt x="1963" y="6264"/>
                    <a:pt x="1905" y="6286"/>
                    <a:pt x="1853" y="6286"/>
                  </a:cubicBezTo>
                  <a:cubicBezTo>
                    <a:pt x="1832" y="6286"/>
                    <a:pt x="1811" y="6282"/>
                    <a:pt x="1794" y="6273"/>
                  </a:cubicBezTo>
                  <a:lnTo>
                    <a:pt x="547" y="5969"/>
                  </a:lnTo>
                  <a:cubicBezTo>
                    <a:pt x="395" y="5939"/>
                    <a:pt x="274" y="5757"/>
                    <a:pt x="335" y="5605"/>
                  </a:cubicBezTo>
                  <a:lnTo>
                    <a:pt x="1550" y="468"/>
                  </a:lnTo>
                  <a:cubicBezTo>
                    <a:pt x="1581" y="346"/>
                    <a:pt x="1702" y="225"/>
                    <a:pt x="1854" y="225"/>
                  </a:cubicBezTo>
                  <a:close/>
                  <a:moveTo>
                    <a:pt x="1859" y="0"/>
                  </a:moveTo>
                  <a:cubicBezTo>
                    <a:pt x="1597" y="0"/>
                    <a:pt x="1356" y="173"/>
                    <a:pt x="1277" y="437"/>
                  </a:cubicBezTo>
                  <a:lnTo>
                    <a:pt x="61" y="5544"/>
                  </a:lnTo>
                  <a:cubicBezTo>
                    <a:pt x="0" y="5848"/>
                    <a:pt x="183" y="6152"/>
                    <a:pt x="487" y="6243"/>
                  </a:cubicBezTo>
                  <a:lnTo>
                    <a:pt x="1702" y="6516"/>
                  </a:lnTo>
                  <a:cubicBezTo>
                    <a:pt x="1733" y="6532"/>
                    <a:pt x="1756" y="6539"/>
                    <a:pt x="1778" y="6539"/>
                  </a:cubicBezTo>
                  <a:cubicBezTo>
                    <a:pt x="1801" y="6539"/>
                    <a:pt x="1824" y="6532"/>
                    <a:pt x="1854" y="6516"/>
                  </a:cubicBezTo>
                  <a:cubicBezTo>
                    <a:pt x="1879" y="6525"/>
                    <a:pt x="1903" y="6528"/>
                    <a:pt x="1928" y="6528"/>
                  </a:cubicBezTo>
                  <a:cubicBezTo>
                    <a:pt x="1994" y="6528"/>
                    <a:pt x="2061" y="6500"/>
                    <a:pt x="2128" y="6456"/>
                  </a:cubicBezTo>
                  <a:cubicBezTo>
                    <a:pt x="2250" y="6395"/>
                    <a:pt x="2341" y="6243"/>
                    <a:pt x="2371" y="6121"/>
                  </a:cubicBezTo>
                  <a:lnTo>
                    <a:pt x="3617" y="984"/>
                  </a:lnTo>
                  <a:cubicBezTo>
                    <a:pt x="3678" y="680"/>
                    <a:pt x="3496" y="407"/>
                    <a:pt x="3192" y="316"/>
                  </a:cubicBezTo>
                  <a:lnTo>
                    <a:pt x="1976" y="12"/>
                  </a:lnTo>
                  <a:cubicBezTo>
                    <a:pt x="1937" y="4"/>
                    <a:pt x="1897" y="0"/>
                    <a:pt x="18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331;p52">
              <a:extLst>
                <a:ext uri="{FF2B5EF4-FFF2-40B4-BE49-F238E27FC236}">
                  <a16:creationId xmlns:a16="http://schemas.microsoft.com/office/drawing/2014/main" id="{E91AF671-47FD-92EA-CAC5-AD2295CD20EC}"/>
                </a:ext>
              </a:extLst>
            </p:cNvPr>
            <p:cNvSpPr/>
            <p:nvPr/>
          </p:nvSpPr>
          <p:spPr>
            <a:xfrm>
              <a:off x="7028159" y="2744970"/>
              <a:ext cx="91060" cy="158600"/>
            </a:xfrm>
            <a:custGeom>
              <a:avLst/>
              <a:gdLst/>
              <a:ahLst/>
              <a:cxnLst/>
              <a:rect l="l" t="t" r="r" b="b"/>
              <a:pathLst>
                <a:path w="3314" h="5772" extrusionOk="0">
                  <a:moveTo>
                    <a:pt x="1575" y="0"/>
                  </a:moveTo>
                  <a:cubicBezTo>
                    <a:pt x="1391" y="0"/>
                    <a:pt x="1207" y="141"/>
                    <a:pt x="1155" y="348"/>
                  </a:cubicBezTo>
                  <a:lnTo>
                    <a:pt x="61" y="4938"/>
                  </a:lnTo>
                  <a:cubicBezTo>
                    <a:pt x="0" y="5151"/>
                    <a:pt x="152" y="5394"/>
                    <a:pt x="365" y="5455"/>
                  </a:cubicBezTo>
                  <a:lnTo>
                    <a:pt x="1611" y="5759"/>
                  </a:lnTo>
                  <a:cubicBezTo>
                    <a:pt x="1648" y="5768"/>
                    <a:pt x="1684" y="5772"/>
                    <a:pt x="1719" y="5772"/>
                  </a:cubicBezTo>
                  <a:cubicBezTo>
                    <a:pt x="1922" y="5772"/>
                    <a:pt x="2102" y="5631"/>
                    <a:pt x="2128" y="5424"/>
                  </a:cubicBezTo>
                  <a:lnTo>
                    <a:pt x="3253" y="834"/>
                  </a:lnTo>
                  <a:cubicBezTo>
                    <a:pt x="3313" y="622"/>
                    <a:pt x="3161" y="379"/>
                    <a:pt x="2918" y="318"/>
                  </a:cubicBezTo>
                  <a:lnTo>
                    <a:pt x="1672" y="14"/>
                  </a:lnTo>
                  <a:cubicBezTo>
                    <a:pt x="1640" y="5"/>
                    <a:pt x="1608" y="0"/>
                    <a:pt x="15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332;p52">
              <a:extLst>
                <a:ext uri="{FF2B5EF4-FFF2-40B4-BE49-F238E27FC236}">
                  <a16:creationId xmlns:a16="http://schemas.microsoft.com/office/drawing/2014/main" id="{724180E3-9DCD-6CBD-2F9A-B2C973CC058A}"/>
                </a:ext>
              </a:extLst>
            </p:cNvPr>
            <p:cNvSpPr/>
            <p:nvPr/>
          </p:nvSpPr>
          <p:spPr>
            <a:xfrm>
              <a:off x="7025659" y="2742250"/>
              <a:ext cx="96886" cy="165140"/>
            </a:xfrm>
            <a:custGeom>
              <a:avLst/>
              <a:gdLst/>
              <a:ahLst/>
              <a:cxnLst/>
              <a:rect l="l" t="t" r="r" b="b"/>
              <a:pathLst>
                <a:path w="3526" h="6010" extrusionOk="0">
                  <a:moveTo>
                    <a:pt x="1763" y="234"/>
                  </a:moveTo>
                  <a:lnTo>
                    <a:pt x="2979" y="538"/>
                  </a:lnTo>
                  <a:cubicBezTo>
                    <a:pt x="3161" y="569"/>
                    <a:pt x="3252" y="751"/>
                    <a:pt x="3222" y="903"/>
                  </a:cubicBezTo>
                  <a:lnTo>
                    <a:pt x="2128" y="5493"/>
                  </a:lnTo>
                  <a:cubicBezTo>
                    <a:pt x="2075" y="5652"/>
                    <a:pt x="1952" y="5742"/>
                    <a:pt x="1801" y="5742"/>
                  </a:cubicBezTo>
                  <a:cubicBezTo>
                    <a:pt x="1778" y="5742"/>
                    <a:pt x="1756" y="5740"/>
                    <a:pt x="1733" y="5736"/>
                  </a:cubicBezTo>
                  <a:lnTo>
                    <a:pt x="486" y="5432"/>
                  </a:lnTo>
                  <a:cubicBezTo>
                    <a:pt x="426" y="5402"/>
                    <a:pt x="334" y="5371"/>
                    <a:pt x="304" y="5280"/>
                  </a:cubicBezTo>
                  <a:cubicBezTo>
                    <a:pt x="274" y="5219"/>
                    <a:pt x="243" y="5128"/>
                    <a:pt x="274" y="5067"/>
                  </a:cubicBezTo>
                  <a:lnTo>
                    <a:pt x="1368" y="478"/>
                  </a:lnTo>
                  <a:cubicBezTo>
                    <a:pt x="1398" y="326"/>
                    <a:pt x="1520" y="234"/>
                    <a:pt x="1672" y="234"/>
                  </a:cubicBezTo>
                  <a:close/>
                  <a:moveTo>
                    <a:pt x="1650" y="0"/>
                  </a:moveTo>
                  <a:cubicBezTo>
                    <a:pt x="1406" y="0"/>
                    <a:pt x="1201" y="187"/>
                    <a:pt x="1125" y="417"/>
                  </a:cubicBezTo>
                  <a:lnTo>
                    <a:pt x="30" y="5006"/>
                  </a:lnTo>
                  <a:cubicBezTo>
                    <a:pt x="0" y="5158"/>
                    <a:pt x="30" y="5310"/>
                    <a:pt x="91" y="5432"/>
                  </a:cubicBezTo>
                  <a:cubicBezTo>
                    <a:pt x="182" y="5554"/>
                    <a:pt x="304" y="5645"/>
                    <a:pt x="426" y="5706"/>
                  </a:cubicBezTo>
                  <a:lnTo>
                    <a:pt x="1672" y="5979"/>
                  </a:lnTo>
                  <a:lnTo>
                    <a:pt x="1793" y="5979"/>
                  </a:lnTo>
                  <a:lnTo>
                    <a:pt x="1793" y="6010"/>
                  </a:lnTo>
                  <a:cubicBezTo>
                    <a:pt x="2067" y="6010"/>
                    <a:pt x="2280" y="5827"/>
                    <a:pt x="2341" y="5584"/>
                  </a:cubicBezTo>
                  <a:lnTo>
                    <a:pt x="3465" y="994"/>
                  </a:lnTo>
                  <a:cubicBezTo>
                    <a:pt x="3526" y="690"/>
                    <a:pt x="3344" y="386"/>
                    <a:pt x="3040" y="326"/>
                  </a:cubicBezTo>
                  <a:lnTo>
                    <a:pt x="1793" y="22"/>
                  </a:lnTo>
                  <a:cubicBezTo>
                    <a:pt x="1745" y="7"/>
                    <a:pt x="1697" y="0"/>
                    <a:pt x="16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333;p52">
              <a:extLst>
                <a:ext uri="{FF2B5EF4-FFF2-40B4-BE49-F238E27FC236}">
                  <a16:creationId xmlns:a16="http://schemas.microsoft.com/office/drawing/2014/main" id="{F6000EEF-57E1-D1C7-28AF-FEC88EF0C6DC}"/>
                </a:ext>
              </a:extLst>
            </p:cNvPr>
            <p:cNvSpPr/>
            <p:nvPr/>
          </p:nvSpPr>
          <p:spPr>
            <a:xfrm>
              <a:off x="7004776" y="2732688"/>
              <a:ext cx="94385" cy="173163"/>
            </a:xfrm>
            <a:custGeom>
              <a:avLst/>
              <a:gdLst/>
              <a:ahLst/>
              <a:cxnLst/>
              <a:rect l="l" t="t" r="r" b="b"/>
              <a:pathLst>
                <a:path w="3435" h="6302" extrusionOk="0">
                  <a:moveTo>
                    <a:pt x="1750" y="0"/>
                  </a:moveTo>
                  <a:cubicBezTo>
                    <a:pt x="1534" y="0"/>
                    <a:pt x="1335" y="121"/>
                    <a:pt x="1307" y="339"/>
                  </a:cubicBezTo>
                  <a:lnTo>
                    <a:pt x="61" y="5446"/>
                  </a:lnTo>
                  <a:cubicBezTo>
                    <a:pt x="0" y="5689"/>
                    <a:pt x="152" y="5932"/>
                    <a:pt x="395" y="5993"/>
                  </a:cubicBezTo>
                  <a:lnTo>
                    <a:pt x="1611" y="6297"/>
                  </a:lnTo>
                  <a:cubicBezTo>
                    <a:pt x="1636" y="6300"/>
                    <a:pt x="1660" y="6301"/>
                    <a:pt x="1685" y="6301"/>
                  </a:cubicBezTo>
                  <a:cubicBezTo>
                    <a:pt x="1902" y="6301"/>
                    <a:pt x="2104" y="6181"/>
                    <a:pt x="2158" y="5962"/>
                  </a:cubicBezTo>
                  <a:lnTo>
                    <a:pt x="3374" y="856"/>
                  </a:lnTo>
                  <a:cubicBezTo>
                    <a:pt x="3435" y="613"/>
                    <a:pt x="3283" y="370"/>
                    <a:pt x="3040" y="309"/>
                  </a:cubicBezTo>
                  <a:lnTo>
                    <a:pt x="1824" y="5"/>
                  </a:lnTo>
                  <a:cubicBezTo>
                    <a:pt x="1799" y="2"/>
                    <a:pt x="1775" y="0"/>
                    <a:pt x="17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334;p52">
              <a:extLst>
                <a:ext uri="{FF2B5EF4-FFF2-40B4-BE49-F238E27FC236}">
                  <a16:creationId xmlns:a16="http://schemas.microsoft.com/office/drawing/2014/main" id="{2282C7D7-1410-8627-BBD6-5EB840208697}"/>
                </a:ext>
              </a:extLst>
            </p:cNvPr>
            <p:cNvSpPr/>
            <p:nvPr/>
          </p:nvSpPr>
          <p:spPr>
            <a:xfrm>
              <a:off x="7001424" y="2729143"/>
              <a:ext cx="101090" cy="179923"/>
            </a:xfrm>
            <a:custGeom>
              <a:avLst/>
              <a:gdLst/>
              <a:ahLst/>
              <a:cxnLst/>
              <a:rect l="l" t="t" r="r" b="b"/>
              <a:pathLst>
                <a:path w="3679" h="6548" extrusionOk="0">
                  <a:moveTo>
                    <a:pt x="1916" y="255"/>
                  </a:moveTo>
                  <a:lnTo>
                    <a:pt x="3162" y="559"/>
                  </a:lnTo>
                  <a:cubicBezTo>
                    <a:pt x="3314" y="590"/>
                    <a:pt x="3435" y="772"/>
                    <a:pt x="3375" y="924"/>
                  </a:cubicBezTo>
                  <a:lnTo>
                    <a:pt x="2159" y="6061"/>
                  </a:lnTo>
                  <a:cubicBezTo>
                    <a:pt x="2109" y="6186"/>
                    <a:pt x="1998" y="6290"/>
                    <a:pt x="1859" y="6290"/>
                  </a:cubicBezTo>
                  <a:cubicBezTo>
                    <a:pt x="1828" y="6290"/>
                    <a:pt x="1796" y="6285"/>
                    <a:pt x="1764" y="6274"/>
                  </a:cubicBezTo>
                  <a:lnTo>
                    <a:pt x="548" y="6000"/>
                  </a:lnTo>
                  <a:cubicBezTo>
                    <a:pt x="365" y="5939"/>
                    <a:pt x="274" y="5787"/>
                    <a:pt x="305" y="5605"/>
                  </a:cubicBezTo>
                  <a:lnTo>
                    <a:pt x="1551" y="499"/>
                  </a:lnTo>
                  <a:cubicBezTo>
                    <a:pt x="1581" y="347"/>
                    <a:pt x="1703" y="255"/>
                    <a:pt x="1855" y="255"/>
                  </a:cubicBezTo>
                  <a:close/>
                  <a:moveTo>
                    <a:pt x="1859" y="1"/>
                  </a:moveTo>
                  <a:cubicBezTo>
                    <a:pt x="1598" y="1"/>
                    <a:pt x="1361" y="173"/>
                    <a:pt x="1308" y="438"/>
                  </a:cubicBezTo>
                  <a:lnTo>
                    <a:pt x="61" y="5544"/>
                  </a:lnTo>
                  <a:cubicBezTo>
                    <a:pt x="1" y="5848"/>
                    <a:pt x="183" y="6152"/>
                    <a:pt x="487" y="6243"/>
                  </a:cubicBezTo>
                  <a:lnTo>
                    <a:pt x="1703" y="6517"/>
                  </a:lnTo>
                  <a:cubicBezTo>
                    <a:pt x="1764" y="6547"/>
                    <a:pt x="1794" y="6547"/>
                    <a:pt x="1855" y="6547"/>
                  </a:cubicBezTo>
                  <a:cubicBezTo>
                    <a:pt x="1946" y="6547"/>
                    <a:pt x="2037" y="6517"/>
                    <a:pt x="2128" y="6456"/>
                  </a:cubicBezTo>
                  <a:cubicBezTo>
                    <a:pt x="2250" y="6395"/>
                    <a:pt x="2341" y="6243"/>
                    <a:pt x="2371" y="6122"/>
                  </a:cubicBezTo>
                  <a:lnTo>
                    <a:pt x="3618" y="985"/>
                  </a:lnTo>
                  <a:cubicBezTo>
                    <a:pt x="3678" y="711"/>
                    <a:pt x="3496" y="407"/>
                    <a:pt x="3192" y="316"/>
                  </a:cubicBezTo>
                  <a:lnTo>
                    <a:pt x="1976" y="12"/>
                  </a:lnTo>
                  <a:cubicBezTo>
                    <a:pt x="1937" y="4"/>
                    <a:pt x="1898" y="1"/>
                    <a:pt x="18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335;p52">
              <a:extLst>
                <a:ext uri="{FF2B5EF4-FFF2-40B4-BE49-F238E27FC236}">
                  <a16:creationId xmlns:a16="http://schemas.microsoft.com/office/drawing/2014/main" id="{19EBDF66-0CF0-7418-259C-EF10FD2E5360}"/>
                </a:ext>
              </a:extLst>
            </p:cNvPr>
            <p:cNvSpPr/>
            <p:nvPr/>
          </p:nvSpPr>
          <p:spPr>
            <a:xfrm>
              <a:off x="7113339" y="2765249"/>
              <a:ext cx="90236" cy="158380"/>
            </a:xfrm>
            <a:custGeom>
              <a:avLst/>
              <a:gdLst/>
              <a:ahLst/>
              <a:cxnLst/>
              <a:rect l="l" t="t" r="r" b="b"/>
              <a:pathLst>
                <a:path w="3284" h="5764" extrusionOk="0">
                  <a:moveTo>
                    <a:pt x="1600" y="1"/>
                  </a:moveTo>
                  <a:cubicBezTo>
                    <a:pt x="1388" y="1"/>
                    <a:pt x="1210" y="121"/>
                    <a:pt x="1156" y="340"/>
                  </a:cubicBezTo>
                  <a:lnTo>
                    <a:pt x="61" y="4929"/>
                  </a:lnTo>
                  <a:cubicBezTo>
                    <a:pt x="1" y="5173"/>
                    <a:pt x="122" y="5385"/>
                    <a:pt x="365" y="5446"/>
                  </a:cubicBezTo>
                  <a:lnTo>
                    <a:pt x="1612" y="5750"/>
                  </a:lnTo>
                  <a:cubicBezTo>
                    <a:pt x="1643" y="5759"/>
                    <a:pt x="1676" y="5763"/>
                    <a:pt x="1708" y="5763"/>
                  </a:cubicBezTo>
                  <a:cubicBezTo>
                    <a:pt x="1893" y="5763"/>
                    <a:pt x="2077" y="5623"/>
                    <a:pt x="2128" y="5416"/>
                  </a:cubicBezTo>
                  <a:lnTo>
                    <a:pt x="3223" y="856"/>
                  </a:lnTo>
                  <a:cubicBezTo>
                    <a:pt x="3283" y="613"/>
                    <a:pt x="3131" y="370"/>
                    <a:pt x="2919" y="309"/>
                  </a:cubicBezTo>
                  <a:lnTo>
                    <a:pt x="1672" y="5"/>
                  </a:lnTo>
                  <a:cubicBezTo>
                    <a:pt x="1648" y="2"/>
                    <a:pt x="1624" y="1"/>
                    <a:pt x="16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336;p52">
              <a:extLst>
                <a:ext uri="{FF2B5EF4-FFF2-40B4-BE49-F238E27FC236}">
                  <a16:creationId xmlns:a16="http://schemas.microsoft.com/office/drawing/2014/main" id="{09EDCFA7-E74F-B9B2-FE17-CE4A86C0CB32}"/>
                </a:ext>
              </a:extLst>
            </p:cNvPr>
            <p:cNvSpPr/>
            <p:nvPr/>
          </p:nvSpPr>
          <p:spPr>
            <a:xfrm>
              <a:off x="7110839" y="2762556"/>
              <a:ext cx="96913" cy="164892"/>
            </a:xfrm>
            <a:custGeom>
              <a:avLst/>
              <a:gdLst/>
              <a:ahLst/>
              <a:cxnLst/>
              <a:rect l="l" t="t" r="r" b="b"/>
              <a:pathLst>
                <a:path w="3527" h="6001" extrusionOk="0">
                  <a:moveTo>
                    <a:pt x="1701" y="242"/>
                  </a:moveTo>
                  <a:cubicBezTo>
                    <a:pt x="1719" y="242"/>
                    <a:pt x="1733" y="255"/>
                    <a:pt x="1733" y="255"/>
                  </a:cubicBezTo>
                  <a:lnTo>
                    <a:pt x="2979" y="559"/>
                  </a:lnTo>
                  <a:cubicBezTo>
                    <a:pt x="3162" y="590"/>
                    <a:pt x="3253" y="742"/>
                    <a:pt x="3222" y="924"/>
                  </a:cubicBezTo>
                  <a:lnTo>
                    <a:pt x="2098" y="5514"/>
                  </a:lnTo>
                  <a:cubicBezTo>
                    <a:pt x="2098" y="5574"/>
                    <a:pt x="2037" y="5666"/>
                    <a:pt x="1976" y="5696"/>
                  </a:cubicBezTo>
                  <a:cubicBezTo>
                    <a:pt x="1885" y="5757"/>
                    <a:pt x="1824" y="5757"/>
                    <a:pt x="1733" y="5757"/>
                  </a:cubicBezTo>
                  <a:lnTo>
                    <a:pt x="487" y="5453"/>
                  </a:lnTo>
                  <a:cubicBezTo>
                    <a:pt x="426" y="5423"/>
                    <a:pt x="335" y="5362"/>
                    <a:pt x="304" y="5301"/>
                  </a:cubicBezTo>
                  <a:cubicBezTo>
                    <a:pt x="274" y="5240"/>
                    <a:pt x="244" y="5149"/>
                    <a:pt x="274" y="5058"/>
                  </a:cubicBezTo>
                  <a:lnTo>
                    <a:pt x="1368" y="498"/>
                  </a:lnTo>
                  <a:cubicBezTo>
                    <a:pt x="1395" y="362"/>
                    <a:pt x="1496" y="251"/>
                    <a:pt x="1626" y="251"/>
                  </a:cubicBezTo>
                  <a:cubicBezTo>
                    <a:pt x="1641" y="251"/>
                    <a:pt x="1656" y="252"/>
                    <a:pt x="1672" y="255"/>
                  </a:cubicBezTo>
                  <a:cubicBezTo>
                    <a:pt x="1682" y="245"/>
                    <a:pt x="1692" y="242"/>
                    <a:pt x="1701" y="242"/>
                  </a:cubicBezTo>
                  <a:close/>
                  <a:moveTo>
                    <a:pt x="1678" y="0"/>
                  </a:moveTo>
                  <a:cubicBezTo>
                    <a:pt x="1422" y="0"/>
                    <a:pt x="1204" y="173"/>
                    <a:pt x="1125" y="438"/>
                  </a:cubicBezTo>
                  <a:lnTo>
                    <a:pt x="31" y="5027"/>
                  </a:lnTo>
                  <a:cubicBezTo>
                    <a:pt x="0" y="5179"/>
                    <a:pt x="0" y="5331"/>
                    <a:pt x="92" y="5453"/>
                  </a:cubicBezTo>
                  <a:cubicBezTo>
                    <a:pt x="183" y="5574"/>
                    <a:pt x="304" y="5666"/>
                    <a:pt x="426" y="5696"/>
                  </a:cubicBezTo>
                  <a:lnTo>
                    <a:pt x="1672" y="6000"/>
                  </a:lnTo>
                  <a:lnTo>
                    <a:pt x="1794" y="6000"/>
                  </a:lnTo>
                  <a:cubicBezTo>
                    <a:pt x="1915" y="6000"/>
                    <a:pt x="2007" y="5970"/>
                    <a:pt x="2098" y="5909"/>
                  </a:cubicBezTo>
                  <a:cubicBezTo>
                    <a:pt x="2219" y="5848"/>
                    <a:pt x="2311" y="5696"/>
                    <a:pt x="2371" y="5574"/>
                  </a:cubicBezTo>
                  <a:lnTo>
                    <a:pt x="3466" y="985"/>
                  </a:lnTo>
                  <a:cubicBezTo>
                    <a:pt x="3526" y="711"/>
                    <a:pt x="3344" y="407"/>
                    <a:pt x="3040" y="316"/>
                  </a:cubicBezTo>
                  <a:lnTo>
                    <a:pt x="1794" y="12"/>
                  </a:lnTo>
                  <a:cubicBezTo>
                    <a:pt x="1755" y="4"/>
                    <a:pt x="1716" y="0"/>
                    <a:pt x="16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337;p52">
              <a:extLst>
                <a:ext uri="{FF2B5EF4-FFF2-40B4-BE49-F238E27FC236}">
                  <a16:creationId xmlns:a16="http://schemas.microsoft.com/office/drawing/2014/main" id="{58D47CCF-0102-2574-92BB-8956201C342D}"/>
                </a:ext>
              </a:extLst>
            </p:cNvPr>
            <p:cNvSpPr/>
            <p:nvPr/>
          </p:nvSpPr>
          <p:spPr>
            <a:xfrm>
              <a:off x="7089956" y="2753324"/>
              <a:ext cx="94413" cy="172806"/>
            </a:xfrm>
            <a:custGeom>
              <a:avLst/>
              <a:gdLst/>
              <a:ahLst/>
              <a:cxnLst/>
              <a:rect l="l" t="t" r="r" b="b"/>
              <a:pathLst>
                <a:path w="3436" h="6289" extrusionOk="0">
                  <a:moveTo>
                    <a:pt x="1716" y="0"/>
                  </a:moveTo>
                  <a:cubicBezTo>
                    <a:pt x="1513" y="0"/>
                    <a:pt x="1329" y="141"/>
                    <a:pt x="1277" y="348"/>
                  </a:cubicBezTo>
                  <a:lnTo>
                    <a:pt x="61" y="5455"/>
                  </a:lnTo>
                  <a:cubicBezTo>
                    <a:pt x="1" y="5698"/>
                    <a:pt x="153" y="5910"/>
                    <a:pt x="396" y="5971"/>
                  </a:cubicBezTo>
                  <a:lnTo>
                    <a:pt x="1612" y="6275"/>
                  </a:lnTo>
                  <a:cubicBezTo>
                    <a:pt x="1648" y="6284"/>
                    <a:pt x="1684" y="6289"/>
                    <a:pt x="1720" y="6289"/>
                  </a:cubicBezTo>
                  <a:cubicBezTo>
                    <a:pt x="1923" y="6289"/>
                    <a:pt x="2102" y="6148"/>
                    <a:pt x="2128" y="5941"/>
                  </a:cubicBezTo>
                  <a:lnTo>
                    <a:pt x="3374" y="834"/>
                  </a:lnTo>
                  <a:cubicBezTo>
                    <a:pt x="3435" y="591"/>
                    <a:pt x="3283" y="378"/>
                    <a:pt x="3040" y="318"/>
                  </a:cubicBezTo>
                  <a:lnTo>
                    <a:pt x="1824" y="14"/>
                  </a:lnTo>
                  <a:cubicBezTo>
                    <a:pt x="1788" y="5"/>
                    <a:pt x="1752" y="0"/>
                    <a:pt x="1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338;p52">
              <a:extLst>
                <a:ext uri="{FF2B5EF4-FFF2-40B4-BE49-F238E27FC236}">
                  <a16:creationId xmlns:a16="http://schemas.microsoft.com/office/drawing/2014/main" id="{3246232B-FAE5-DD45-BDB1-89E4A3B90910}"/>
                </a:ext>
              </a:extLst>
            </p:cNvPr>
            <p:cNvSpPr/>
            <p:nvPr/>
          </p:nvSpPr>
          <p:spPr>
            <a:xfrm>
              <a:off x="7087456" y="2750026"/>
              <a:ext cx="100238" cy="179703"/>
            </a:xfrm>
            <a:custGeom>
              <a:avLst/>
              <a:gdLst/>
              <a:ahLst/>
              <a:cxnLst/>
              <a:rect l="l" t="t" r="r" b="b"/>
              <a:pathLst>
                <a:path w="3648" h="6540" extrusionOk="0">
                  <a:moveTo>
                    <a:pt x="1824" y="225"/>
                  </a:moveTo>
                  <a:lnTo>
                    <a:pt x="1885" y="255"/>
                  </a:lnTo>
                  <a:lnTo>
                    <a:pt x="3131" y="529"/>
                  </a:lnTo>
                  <a:cubicBezTo>
                    <a:pt x="3283" y="590"/>
                    <a:pt x="3374" y="742"/>
                    <a:pt x="3344" y="924"/>
                  </a:cubicBezTo>
                  <a:lnTo>
                    <a:pt x="2128" y="6030"/>
                  </a:lnTo>
                  <a:cubicBezTo>
                    <a:pt x="2098" y="6122"/>
                    <a:pt x="2037" y="6182"/>
                    <a:pt x="1976" y="6243"/>
                  </a:cubicBezTo>
                  <a:cubicBezTo>
                    <a:pt x="1933" y="6265"/>
                    <a:pt x="1875" y="6286"/>
                    <a:pt x="1812" y="6286"/>
                  </a:cubicBezTo>
                  <a:cubicBezTo>
                    <a:pt x="1786" y="6286"/>
                    <a:pt x="1760" y="6283"/>
                    <a:pt x="1733" y="6274"/>
                  </a:cubicBezTo>
                  <a:lnTo>
                    <a:pt x="517" y="5970"/>
                  </a:lnTo>
                  <a:cubicBezTo>
                    <a:pt x="426" y="5970"/>
                    <a:pt x="365" y="5909"/>
                    <a:pt x="304" y="5848"/>
                  </a:cubicBezTo>
                  <a:cubicBezTo>
                    <a:pt x="274" y="5757"/>
                    <a:pt x="244" y="5666"/>
                    <a:pt x="274" y="5605"/>
                  </a:cubicBezTo>
                  <a:lnTo>
                    <a:pt x="1520" y="468"/>
                  </a:lnTo>
                  <a:cubicBezTo>
                    <a:pt x="1551" y="347"/>
                    <a:pt x="1672" y="255"/>
                    <a:pt x="1824" y="225"/>
                  </a:cubicBezTo>
                  <a:close/>
                  <a:moveTo>
                    <a:pt x="1828" y="1"/>
                  </a:moveTo>
                  <a:cubicBezTo>
                    <a:pt x="1567" y="1"/>
                    <a:pt x="1330" y="173"/>
                    <a:pt x="1277" y="438"/>
                  </a:cubicBezTo>
                  <a:lnTo>
                    <a:pt x="31" y="5544"/>
                  </a:lnTo>
                  <a:cubicBezTo>
                    <a:pt x="0" y="5696"/>
                    <a:pt x="31" y="5848"/>
                    <a:pt x="92" y="5970"/>
                  </a:cubicBezTo>
                  <a:cubicBezTo>
                    <a:pt x="183" y="6122"/>
                    <a:pt x="304" y="6213"/>
                    <a:pt x="456" y="6243"/>
                  </a:cubicBezTo>
                  <a:lnTo>
                    <a:pt x="1672" y="6517"/>
                  </a:lnTo>
                  <a:cubicBezTo>
                    <a:pt x="1703" y="6532"/>
                    <a:pt x="1725" y="6540"/>
                    <a:pt x="1748" y="6540"/>
                  </a:cubicBezTo>
                  <a:cubicBezTo>
                    <a:pt x="1771" y="6540"/>
                    <a:pt x="1794" y="6532"/>
                    <a:pt x="1824" y="6517"/>
                  </a:cubicBezTo>
                  <a:cubicBezTo>
                    <a:pt x="1849" y="6525"/>
                    <a:pt x="1873" y="6529"/>
                    <a:pt x="1897" y="6529"/>
                  </a:cubicBezTo>
                  <a:cubicBezTo>
                    <a:pt x="1964" y="6529"/>
                    <a:pt x="2031" y="6501"/>
                    <a:pt x="2098" y="6456"/>
                  </a:cubicBezTo>
                  <a:cubicBezTo>
                    <a:pt x="2219" y="6395"/>
                    <a:pt x="2310" y="6274"/>
                    <a:pt x="2371" y="6122"/>
                  </a:cubicBezTo>
                  <a:lnTo>
                    <a:pt x="3587" y="985"/>
                  </a:lnTo>
                  <a:cubicBezTo>
                    <a:pt x="3648" y="711"/>
                    <a:pt x="3465" y="407"/>
                    <a:pt x="3162" y="316"/>
                  </a:cubicBezTo>
                  <a:lnTo>
                    <a:pt x="1946" y="12"/>
                  </a:lnTo>
                  <a:cubicBezTo>
                    <a:pt x="1906" y="4"/>
                    <a:pt x="1867" y="1"/>
                    <a:pt x="18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339;p52">
              <a:extLst>
                <a:ext uri="{FF2B5EF4-FFF2-40B4-BE49-F238E27FC236}">
                  <a16:creationId xmlns:a16="http://schemas.microsoft.com/office/drawing/2014/main" id="{8CB5DBA0-92DE-06B0-7B9B-DC064DA5229A}"/>
                </a:ext>
              </a:extLst>
            </p:cNvPr>
            <p:cNvSpPr/>
            <p:nvPr/>
          </p:nvSpPr>
          <p:spPr>
            <a:xfrm>
              <a:off x="7198520" y="2785884"/>
              <a:ext cx="90236" cy="158628"/>
            </a:xfrm>
            <a:custGeom>
              <a:avLst/>
              <a:gdLst/>
              <a:ahLst/>
              <a:cxnLst/>
              <a:rect l="l" t="t" r="r" b="b"/>
              <a:pathLst>
                <a:path w="3284" h="5773" extrusionOk="0">
                  <a:moveTo>
                    <a:pt x="1576" y="1"/>
                  </a:moveTo>
                  <a:cubicBezTo>
                    <a:pt x="1391" y="1"/>
                    <a:pt x="1208" y="142"/>
                    <a:pt x="1156" y="349"/>
                  </a:cubicBezTo>
                  <a:lnTo>
                    <a:pt x="62" y="4938"/>
                  </a:lnTo>
                  <a:cubicBezTo>
                    <a:pt x="1" y="5151"/>
                    <a:pt x="153" y="5394"/>
                    <a:pt x="366" y="5455"/>
                  </a:cubicBezTo>
                  <a:lnTo>
                    <a:pt x="1612" y="5759"/>
                  </a:lnTo>
                  <a:cubicBezTo>
                    <a:pt x="1648" y="5768"/>
                    <a:pt x="1684" y="5772"/>
                    <a:pt x="1718" y="5772"/>
                  </a:cubicBezTo>
                  <a:cubicBezTo>
                    <a:pt x="1915" y="5772"/>
                    <a:pt x="2077" y="5631"/>
                    <a:pt x="2129" y="5425"/>
                  </a:cubicBezTo>
                  <a:lnTo>
                    <a:pt x="3223" y="865"/>
                  </a:lnTo>
                  <a:cubicBezTo>
                    <a:pt x="3284" y="622"/>
                    <a:pt x="3162" y="379"/>
                    <a:pt x="2919" y="318"/>
                  </a:cubicBezTo>
                  <a:lnTo>
                    <a:pt x="1673" y="14"/>
                  </a:lnTo>
                  <a:cubicBezTo>
                    <a:pt x="1641" y="5"/>
                    <a:pt x="1609" y="1"/>
                    <a:pt x="15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340;p52">
              <a:extLst>
                <a:ext uri="{FF2B5EF4-FFF2-40B4-BE49-F238E27FC236}">
                  <a16:creationId xmlns:a16="http://schemas.microsoft.com/office/drawing/2014/main" id="{DAC67453-ECD5-453E-626D-EAAD900FB660}"/>
                </a:ext>
              </a:extLst>
            </p:cNvPr>
            <p:cNvSpPr/>
            <p:nvPr/>
          </p:nvSpPr>
          <p:spPr>
            <a:xfrm>
              <a:off x="7194371" y="2783109"/>
              <a:ext cx="97737" cy="165002"/>
            </a:xfrm>
            <a:custGeom>
              <a:avLst/>
              <a:gdLst/>
              <a:ahLst/>
              <a:cxnLst/>
              <a:rect l="l" t="t" r="r" b="b"/>
              <a:pathLst>
                <a:path w="3557" h="6005" extrusionOk="0">
                  <a:moveTo>
                    <a:pt x="1793" y="237"/>
                  </a:moveTo>
                  <a:lnTo>
                    <a:pt x="3040" y="541"/>
                  </a:lnTo>
                  <a:cubicBezTo>
                    <a:pt x="3192" y="571"/>
                    <a:pt x="3313" y="753"/>
                    <a:pt x="3283" y="905"/>
                  </a:cubicBezTo>
                  <a:lnTo>
                    <a:pt x="2158" y="5495"/>
                  </a:lnTo>
                  <a:cubicBezTo>
                    <a:pt x="2158" y="5586"/>
                    <a:pt x="2097" y="5647"/>
                    <a:pt x="2037" y="5708"/>
                  </a:cubicBezTo>
                  <a:cubicBezTo>
                    <a:pt x="1972" y="5729"/>
                    <a:pt x="1923" y="5751"/>
                    <a:pt x="1867" y="5751"/>
                  </a:cubicBezTo>
                  <a:cubicBezTo>
                    <a:pt x="1844" y="5751"/>
                    <a:pt x="1820" y="5747"/>
                    <a:pt x="1793" y="5738"/>
                  </a:cubicBezTo>
                  <a:lnTo>
                    <a:pt x="547" y="5434"/>
                  </a:lnTo>
                  <a:cubicBezTo>
                    <a:pt x="395" y="5404"/>
                    <a:pt x="274" y="5222"/>
                    <a:pt x="334" y="5070"/>
                  </a:cubicBezTo>
                  <a:lnTo>
                    <a:pt x="1429" y="480"/>
                  </a:lnTo>
                  <a:cubicBezTo>
                    <a:pt x="1459" y="328"/>
                    <a:pt x="1581" y="237"/>
                    <a:pt x="1733" y="237"/>
                  </a:cubicBezTo>
                  <a:close/>
                  <a:moveTo>
                    <a:pt x="1696" y="0"/>
                  </a:moveTo>
                  <a:cubicBezTo>
                    <a:pt x="1451" y="0"/>
                    <a:pt x="1236" y="168"/>
                    <a:pt x="1185" y="419"/>
                  </a:cubicBezTo>
                  <a:lnTo>
                    <a:pt x="91" y="5009"/>
                  </a:lnTo>
                  <a:cubicBezTo>
                    <a:pt x="0" y="5313"/>
                    <a:pt x="182" y="5617"/>
                    <a:pt x="486" y="5708"/>
                  </a:cubicBezTo>
                  <a:lnTo>
                    <a:pt x="1733" y="5982"/>
                  </a:lnTo>
                  <a:cubicBezTo>
                    <a:pt x="1748" y="5997"/>
                    <a:pt x="1771" y="6004"/>
                    <a:pt x="1793" y="6004"/>
                  </a:cubicBezTo>
                  <a:cubicBezTo>
                    <a:pt x="1816" y="6004"/>
                    <a:pt x="1839" y="5997"/>
                    <a:pt x="1854" y="5982"/>
                  </a:cubicBezTo>
                  <a:cubicBezTo>
                    <a:pt x="1945" y="5982"/>
                    <a:pt x="2067" y="5951"/>
                    <a:pt x="2128" y="5921"/>
                  </a:cubicBezTo>
                  <a:cubicBezTo>
                    <a:pt x="2280" y="5830"/>
                    <a:pt x="2371" y="5708"/>
                    <a:pt x="2401" y="5556"/>
                  </a:cubicBezTo>
                  <a:lnTo>
                    <a:pt x="3496" y="966"/>
                  </a:lnTo>
                  <a:cubicBezTo>
                    <a:pt x="3556" y="693"/>
                    <a:pt x="3374" y="389"/>
                    <a:pt x="3100" y="298"/>
                  </a:cubicBezTo>
                  <a:lnTo>
                    <a:pt x="1854" y="24"/>
                  </a:lnTo>
                  <a:cubicBezTo>
                    <a:pt x="1801" y="8"/>
                    <a:pt x="1748" y="0"/>
                    <a:pt x="169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341;p52">
              <a:extLst>
                <a:ext uri="{FF2B5EF4-FFF2-40B4-BE49-F238E27FC236}">
                  <a16:creationId xmlns:a16="http://schemas.microsoft.com/office/drawing/2014/main" id="{081F769A-52F7-3CD6-5C5B-4D99806C92C3}"/>
                </a:ext>
              </a:extLst>
            </p:cNvPr>
            <p:cNvSpPr/>
            <p:nvPr/>
          </p:nvSpPr>
          <p:spPr>
            <a:xfrm>
              <a:off x="7175136" y="2773602"/>
              <a:ext cx="94413" cy="173163"/>
            </a:xfrm>
            <a:custGeom>
              <a:avLst/>
              <a:gdLst/>
              <a:ahLst/>
              <a:cxnLst/>
              <a:rect l="l" t="t" r="r" b="b"/>
              <a:pathLst>
                <a:path w="3436" h="6302" extrusionOk="0">
                  <a:moveTo>
                    <a:pt x="1751" y="1"/>
                  </a:moveTo>
                  <a:cubicBezTo>
                    <a:pt x="1535" y="1"/>
                    <a:pt x="1335" y="121"/>
                    <a:pt x="1308" y="340"/>
                  </a:cubicBezTo>
                  <a:lnTo>
                    <a:pt x="62" y="5446"/>
                  </a:lnTo>
                  <a:cubicBezTo>
                    <a:pt x="1" y="5689"/>
                    <a:pt x="153" y="5932"/>
                    <a:pt x="396" y="5993"/>
                  </a:cubicBezTo>
                  <a:lnTo>
                    <a:pt x="1612" y="6297"/>
                  </a:lnTo>
                  <a:cubicBezTo>
                    <a:pt x="1636" y="6300"/>
                    <a:pt x="1661" y="6302"/>
                    <a:pt x="1685" y="6302"/>
                  </a:cubicBezTo>
                  <a:cubicBezTo>
                    <a:pt x="1902" y="6302"/>
                    <a:pt x="2104" y="6181"/>
                    <a:pt x="2159" y="5963"/>
                  </a:cubicBezTo>
                  <a:lnTo>
                    <a:pt x="3375" y="856"/>
                  </a:lnTo>
                  <a:cubicBezTo>
                    <a:pt x="3436" y="613"/>
                    <a:pt x="3284" y="370"/>
                    <a:pt x="3040" y="309"/>
                  </a:cubicBezTo>
                  <a:lnTo>
                    <a:pt x="1825" y="5"/>
                  </a:lnTo>
                  <a:cubicBezTo>
                    <a:pt x="1800" y="2"/>
                    <a:pt x="1776" y="1"/>
                    <a:pt x="17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342;p52">
              <a:extLst>
                <a:ext uri="{FF2B5EF4-FFF2-40B4-BE49-F238E27FC236}">
                  <a16:creationId xmlns:a16="http://schemas.microsoft.com/office/drawing/2014/main" id="{D8B105CB-2FF5-4711-B001-A52D6CAA304C}"/>
                </a:ext>
              </a:extLst>
            </p:cNvPr>
            <p:cNvSpPr/>
            <p:nvPr/>
          </p:nvSpPr>
          <p:spPr>
            <a:xfrm>
              <a:off x="7172636" y="2770085"/>
              <a:ext cx="100265" cy="179895"/>
            </a:xfrm>
            <a:custGeom>
              <a:avLst/>
              <a:gdLst/>
              <a:ahLst/>
              <a:cxnLst/>
              <a:rect l="l" t="t" r="r" b="b"/>
              <a:pathLst>
                <a:path w="3649" h="6547" extrusionOk="0">
                  <a:moveTo>
                    <a:pt x="1885" y="255"/>
                  </a:moveTo>
                  <a:lnTo>
                    <a:pt x="3131" y="559"/>
                  </a:lnTo>
                  <a:cubicBezTo>
                    <a:pt x="3283" y="589"/>
                    <a:pt x="3375" y="772"/>
                    <a:pt x="3344" y="954"/>
                  </a:cubicBezTo>
                  <a:lnTo>
                    <a:pt x="2128" y="6060"/>
                  </a:lnTo>
                  <a:cubicBezTo>
                    <a:pt x="2098" y="6152"/>
                    <a:pt x="2037" y="6212"/>
                    <a:pt x="1976" y="6243"/>
                  </a:cubicBezTo>
                  <a:cubicBezTo>
                    <a:pt x="1916" y="6304"/>
                    <a:pt x="1824" y="6304"/>
                    <a:pt x="1733" y="6304"/>
                  </a:cubicBezTo>
                  <a:lnTo>
                    <a:pt x="517" y="6000"/>
                  </a:lnTo>
                  <a:cubicBezTo>
                    <a:pt x="426" y="5969"/>
                    <a:pt x="365" y="5939"/>
                    <a:pt x="305" y="5848"/>
                  </a:cubicBezTo>
                  <a:cubicBezTo>
                    <a:pt x="274" y="5787"/>
                    <a:pt x="244" y="5696"/>
                    <a:pt x="274" y="5604"/>
                  </a:cubicBezTo>
                  <a:lnTo>
                    <a:pt x="1521" y="498"/>
                  </a:lnTo>
                  <a:cubicBezTo>
                    <a:pt x="1551" y="346"/>
                    <a:pt x="1672" y="255"/>
                    <a:pt x="1824" y="255"/>
                  </a:cubicBezTo>
                  <a:close/>
                  <a:moveTo>
                    <a:pt x="1798" y="0"/>
                  </a:moveTo>
                  <a:cubicBezTo>
                    <a:pt x="1537" y="0"/>
                    <a:pt x="1300" y="173"/>
                    <a:pt x="1247" y="437"/>
                  </a:cubicBezTo>
                  <a:lnTo>
                    <a:pt x="31" y="5574"/>
                  </a:lnTo>
                  <a:cubicBezTo>
                    <a:pt x="1" y="5726"/>
                    <a:pt x="31" y="5878"/>
                    <a:pt x="92" y="6000"/>
                  </a:cubicBezTo>
                  <a:cubicBezTo>
                    <a:pt x="183" y="6121"/>
                    <a:pt x="305" y="6212"/>
                    <a:pt x="457" y="6243"/>
                  </a:cubicBezTo>
                  <a:lnTo>
                    <a:pt x="1672" y="6547"/>
                  </a:lnTo>
                  <a:lnTo>
                    <a:pt x="1824" y="6547"/>
                  </a:lnTo>
                  <a:cubicBezTo>
                    <a:pt x="1916" y="6547"/>
                    <a:pt x="2007" y="6516"/>
                    <a:pt x="2098" y="6456"/>
                  </a:cubicBezTo>
                  <a:cubicBezTo>
                    <a:pt x="2220" y="6395"/>
                    <a:pt x="2311" y="6273"/>
                    <a:pt x="2341" y="6121"/>
                  </a:cubicBezTo>
                  <a:lnTo>
                    <a:pt x="3557" y="1015"/>
                  </a:lnTo>
                  <a:cubicBezTo>
                    <a:pt x="3648" y="711"/>
                    <a:pt x="3466" y="407"/>
                    <a:pt x="3162" y="316"/>
                  </a:cubicBezTo>
                  <a:lnTo>
                    <a:pt x="1916" y="12"/>
                  </a:lnTo>
                  <a:cubicBezTo>
                    <a:pt x="1876" y="4"/>
                    <a:pt x="1837" y="0"/>
                    <a:pt x="179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343;p52">
              <a:extLst>
                <a:ext uri="{FF2B5EF4-FFF2-40B4-BE49-F238E27FC236}">
                  <a16:creationId xmlns:a16="http://schemas.microsoft.com/office/drawing/2014/main" id="{C43BC241-2294-B181-68FE-B018B999E239}"/>
                </a:ext>
              </a:extLst>
            </p:cNvPr>
            <p:cNvSpPr/>
            <p:nvPr/>
          </p:nvSpPr>
          <p:spPr>
            <a:xfrm>
              <a:off x="7283727" y="2807015"/>
              <a:ext cx="90236" cy="158380"/>
            </a:xfrm>
            <a:custGeom>
              <a:avLst/>
              <a:gdLst/>
              <a:ahLst/>
              <a:cxnLst/>
              <a:rect l="l" t="t" r="r" b="b"/>
              <a:pathLst>
                <a:path w="3284" h="5764" extrusionOk="0">
                  <a:moveTo>
                    <a:pt x="1607" y="0"/>
                  </a:moveTo>
                  <a:cubicBezTo>
                    <a:pt x="1412" y="0"/>
                    <a:pt x="1210" y="121"/>
                    <a:pt x="1155" y="339"/>
                  </a:cubicBezTo>
                  <a:lnTo>
                    <a:pt x="61" y="4899"/>
                  </a:lnTo>
                  <a:cubicBezTo>
                    <a:pt x="0" y="5142"/>
                    <a:pt x="122" y="5385"/>
                    <a:pt x="365" y="5446"/>
                  </a:cubicBezTo>
                  <a:lnTo>
                    <a:pt x="1611" y="5750"/>
                  </a:lnTo>
                  <a:cubicBezTo>
                    <a:pt x="1648" y="5759"/>
                    <a:pt x="1684" y="5763"/>
                    <a:pt x="1720" y="5763"/>
                  </a:cubicBezTo>
                  <a:cubicBezTo>
                    <a:pt x="1923" y="5763"/>
                    <a:pt x="2107" y="5622"/>
                    <a:pt x="2158" y="5415"/>
                  </a:cubicBezTo>
                  <a:lnTo>
                    <a:pt x="3253" y="826"/>
                  </a:lnTo>
                  <a:cubicBezTo>
                    <a:pt x="3283" y="613"/>
                    <a:pt x="3162" y="370"/>
                    <a:pt x="2918" y="309"/>
                  </a:cubicBezTo>
                  <a:lnTo>
                    <a:pt x="1672" y="5"/>
                  </a:lnTo>
                  <a:cubicBezTo>
                    <a:pt x="1651" y="2"/>
                    <a:pt x="1629" y="0"/>
                    <a:pt x="16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344;p52">
              <a:extLst>
                <a:ext uri="{FF2B5EF4-FFF2-40B4-BE49-F238E27FC236}">
                  <a16:creationId xmlns:a16="http://schemas.microsoft.com/office/drawing/2014/main" id="{2DCDCC98-0BD6-BE75-BA28-81E965D69745}"/>
                </a:ext>
              </a:extLst>
            </p:cNvPr>
            <p:cNvSpPr/>
            <p:nvPr/>
          </p:nvSpPr>
          <p:spPr>
            <a:xfrm>
              <a:off x="7281227" y="2803470"/>
              <a:ext cx="96913" cy="164892"/>
            </a:xfrm>
            <a:custGeom>
              <a:avLst/>
              <a:gdLst/>
              <a:ahLst/>
              <a:cxnLst/>
              <a:rect l="l" t="t" r="r" b="b"/>
              <a:pathLst>
                <a:path w="3527" h="6001" extrusionOk="0">
                  <a:moveTo>
                    <a:pt x="1733" y="256"/>
                  </a:moveTo>
                  <a:lnTo>
                    <a:pt x="2979" y="560"/>
                  </a:lnTo>
                  <a:cubicBezTo>
                    <a:pt x="3161" y="590"/>
                    <a:pt x="3253" y="772"/>
                    <a:pt x="3222" y="924"/>
                  </a:cubicBezTo>
                  <a:lnTo>
                    <a:pt x="2097" y="5514"/>
                  </a:lnTo>
                  <a:cubicBezTo>
                    <a:pt x="2097" y="5605"/>
                    <a:pt x="2037" y="5666"/>
                    <a:pt x="1976" y="5696"/>
                  </a:cubicBezTo>
                  <a:cubicBezTo>
                    <a:pt x="1885" y="5757"/>
                    <a:pt x="1824" y="5757"/>
                    <a:pt x="1733" y="5757"/>
                  </a:cubicBezTo>
                  <a:lnTo>
                    <a:pt x="486" y="5453"/>
                  </a:lnTo>
                  <a:cubicBezTo>
                    <a:pt x="426" y="5423"/>
                    <a:pt x="335" y="5362"/>
                    <a:pt x="304" y="5301"/>
                  </a:cubicBezTo>
                  <a:cubicBezTo>
                    <a:pt x="243" y="5241"/>
                    <a:pt x="243" y="5149"/>
                    <a:pt x="274" y="5058"/>
                  </a:cubicBezTo>
                  <a:lnTo>
                    <a:pt x="1368" y="499"/>
                  </a:lnTo>
                  <a:cubicBezTo>
                    <a:pt x="1398" y="347"/>
                    <a:pt x="1520" y="256"/>
                    <a:pt x="1672" y="256"/>
                  </a:cubicBezTo>
                  <a:close/>
                  <a:moveTo>
                    <a:pt x="1676" y="1"/>
                  </a:moveTo>
                  <a:cubicBezTo>
                    <a:pt x="1415" y="1"/>
                    <a:pt x="1178" y="173"/>
                    <a:pt x="1125" y="438"/>
                  </a:cubicBezTo>
                  <a:lnTo>
                    <a:pt x="31" y="5028"/>
                  </a:lnTo>
                  <a:cubicBezTo>
                    <a:pt x="0" y="5180"/>
                    <a:pt x="0" y="5332"/>
                    <a:pt x="91" y="5453"/>
                  </a:cubicBezTo>
                  <a:cubicBezTo>
                    <a:pt x="152" y="5575"/>
                    <a:pt x="304" y="5666"/>
                    <a:pt x="426" y="5696"/>
                  </a:cubicBezTo>
                  <a:lnTo>
                    <a:pt x="1672" y="6000"/>
                  </a:lnTo>
                  <a:lnTo>
                    <a:pt x="1794" y="6000"/>
                  </a:lnTo>
                  <a:cubicBezTo>
                    <a:pt x="1915" y="6000"/>
                    <a:pt x="2006" y="5970"/>
                    <a:pt x="2097" y="5940"/>
                  </a:cubicBezTo>
                  <a:cubicBezTo>
                    <a:pt x="2219" y="5848"/>
                    <a:pt x="2310" y="5727"/>
                    <a:pt x="2341" y="5575"/>
                  </a:cubicBezTo>
                  <a:lnTo>
                    <a:pt x="3435" y="985"/>
                  </a:lnTo>
                  <a:cubicBezTo>
                    <a:pt x="3526" y="712"/>
                    <a:pt x="3344" y="408"/>
                    <a:pt x="3040" y="316"/>
                  </a:cubicBezTo>
                  <a:lnTo>
                    <a:pt x="1794" y="12"/>
                  </a:lnTo>
                  <a:cubicBezTo>
                    <a:pt x="1754" y="5"/>
                    <a:pt x="1715" y="1"/>
                    <a:pt x="167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345;p52">
              <a:extLst>
                <a:ext uri="{FF2B5EF4-FFF2-40B4-BE49-F238E27FC236}">
                  <a16:creationId xmlns:a16="http://schemas.microsoft.com/office/drawing/2014/main" id="{814EF03E-BAFE-0766-1CE0-F48D017487DB}"/>
                </a:ext>
              </a:extLst>
            </p:cNvPr>
            <p:cNvSpPr/>
            <p:nvPr/>
          </p:nvSpPr>
          <p:spPr>
            <a:xfrm>
              <a:off x="7260344" y="2794238"/>
              <a:ext cx="94385" cy="172833"/>
            </a:xfrm>
            <a:custGeom>
              <a:avLst/>
              <a:gdLst/>
              <a:ahLst/>
              <a:cxnLst/>
              <a:rect l="l" t="t" r="r" b="b"/>
              <a:pathLst>
                <a:path w="3435" h="6290" extrusionOk="0">
                  <a:moveTo>
                    <a:pt x="1716" y="1"/>
                  </a:moveTo>
                  <a:cubicBezTo>
                    <a:pt x="1513" y="1"/>
                    <a:pt x="1333" y="142"/>
                    <a:pt x="1307" y="348"/>
                  </a:cubicBezTo>
                  <a:lnTo>
                    <a:pt x="61" y="5455"/>
                  </a:lnTo>
                  <a:cubicBezTo>
                    <a:pt x="0" y="5698"/>
                    <a:pt x="152" y="5911"/>
                    <a:pt x="395" y="5972"/>
                  </a:cubicBezTo>
                  <a:lnTo>
                    <a:pt x="1611" y="6276"/>
                  </a:lnTo>
                  <a:cubicBezTo>
                    <a:pt x="1648" y="6285"/>
                    <a:pt x="1684" y="6289"/>
                    <a:pt x="1719" y="6289"/>
                  </a:cubicBezTo>
                  <a:cubicBezTo>
                    <a:pt x="1922" y="6289"/>
                    <a:pt x="2102" y="6148"/>
                    <a:pt x="2128" y="5941"/>
                  </a:cubicBezTo>
                  <a:lnTo>
                    <a:pt x="3374" y="835"/>
                  </a:lnTo>
                  <a:cubicBezTo>
                    <a:pt x="3435" y="592"/>
                    <a:pt x="3283" y="379"/>
                    <a:pt x="3040" y="318"/>
                  </a:cubicBezTo>
                  <a:lnTo>
                    <a:pt x="1824" y="14"/>
                  </a:lnTo>
                  <a:cubicBezTo>
                    <a:pt x="1788" y="5"/>
                    <a:pt x="1751" y="1"/>
                    <a:pt x="17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346;p52">
              <a:extLst>
                <a:ext uri="{FF2B5EF4-FFF2-40B4-BE49-F238E27FC236}">
                  <a16:creationId xmlns:a16="http://schemas.microsoft.com/office/drawing/2014/main" id="{3ECFF5DC-5EF1-47E6-C0FC-D1CD2CE2C1C2}"/>
                </a:ext>
              </a:extLst>
            </p:cNvPr>
            <p:cNvSpPr/>
            <p:nvPr/>
          </p:nvSpPr>
          <p:spPr>
            <a:xfrm>
              <a:off x="7256992" y="2790940"/>
              <a:ext cx="101090" cy="179923"/>
            </a:xfrm>
            <a:custGeom>
              <a:avLst/>
              <a:gdLst/>
              <a:ahLst/>
              <a:cxnLst/>
              <a:rect l="l" t="t" r="r" b="b"/>
              <a:pathLst>
                <a:path w="3679" h="6548" extrusionOk="0">
                  <a:moveTo>
                    <a:pt x="1916" y="256"/>
                  </a:moveTo>
                  <a:lnTo>
                    <a:pt x="3131" y="560"/>
                  </a:lnTo>
                  <a:cubicBezTo>
                    <a:pt x="3314" y="590"/>
                    <a:pt x="3405" y="742"/>
                    <a:pt x="3375" y="924"/>
                  </a:cubicBezTo>
                  <a:lnTo>
                    <a:pt x="2159" y="6031"/>
                  </a:lnTo>
                  <a:cubicBezTo>
                    <a:pt x="2128" y="6122"/>
                    <a:pt x="2068" y="6183"/>
                    <a:pt x="2007" y="6244"/>
                  </a:cubicBezTo>
                  <a:cubicBezTo>
                    <a:pt x="1964" y="6265"/>
                    <a:pt x="1906" y="6287"/>
                    <a:pt x="1843" y="6287"/>
                  </a:cubicBezTo>
                  <a:cubicBezTo>
                    <a:pt x="1817" y="6287"/>
                    <a:pt x="1790" y="6283"/>
                    <a:pt x="1764" y="6274"/>
                  </a:cubicBezTo>
                  <a:lnTo>
                    <a:pt x="548" y="5970"/>
                  </a:lnTo>
                  <a:cubicBezTo>
                    <a:pt x="365" y="5940"/>
                    <a:pt x="274" y="5757"/>
                    <a:pt x="305" y="5605"/>
                  </a:cubicBezTo>
                  <a:lnTo>
                    <a:pt x="1551" y="468"/>
                  </a:lnTo>
                  <a:cubicBezTo>
                    <a:pt x="1581" y="347"/>
                    <a:pt x="1703" y="256"/>
                    <a:pt x="1855" y="256"/>
                  </a:cubicBezTo>
                  <a:close/>
                  <a:moveTo>
                    <a:pt x="1859" y="1"/>
                  </a:moveTo>
                  <a:cubicBezTo>
                    <a:pt x="1597" y="1"/>
                    <a:pt x="1357" y="173"/>
                    <a:pt x="1277" y="438"/>
                  </a:cubicBezTo>
                  <a:lnTo>
                    <a:pt x="61" y="5575"/>
                  </a:lnTo>
                  <a:cubicBezTo>
                    <a:pt x="1" y="5848"/>
                    <a:pt x="183" y="6152"/>
                    <a:pt x="487" y="6244"/>
                  </a:cubicBezTo>
                  <a:lnTo>
                    <a:pt x="1703" y="6548"/>
                  </a:lnTo>
                  <a:lnTo>
                    <a:pt x="1855" y="6548"/>
                  </a:lnTo>
                  <a:cubicBezTo>
                    <a:pt x="1946" y="6548"/>
                    <a:pt x="2037" y="6517"/>
                    <a:pt x="2128" y="6456"/>
                  </a:cubicBezTo>
                  <a:cubicBezTo>
                    <a:pt x="2280" y="6365"/>
                    <a:pt x="2372" y="6244"/>
                    <a:pt x="2402" y="6092"/>
                  </a:cubicBezTo>
                  <a:lnTo>
                    <a:pt x="3618" y="985"/>
                  </a:lnTo>
                  <a:cubicBezTo>
                    <a:pt x="3679" y="681"/>
                    <a:pt x="3496" y="377"/>
                    <a:pt x="3223" y="317"/>
                  </a:cubicBezTo>
                  <a:lnTo>
                    <a:pt x="1976" y="13"/>
                  </a:lnTo>
                  <a:cubicBezTo>
                    <a:pt x="1937" y="5"/>
                    <a:pt x="1898" y="1"/>
                    <a:pt x="18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347;p52">
              <a:extLst>
                <a:ext uri="{FF2B5EF4-FFF2-40B4-BE49-F238E27FC236}">
                  <a16:creationId xmlns:a16="http://schemas.microsoft.com/office/drawing/2014/main" id="{6D781F20-C9AD-6D05-FA17-34B8F95F6DD3}"/>
                </a:ext>
              </a:extLst>
            </p:cNvPr>
            <p:cNvSpPr/>
            <p:nvPr/>
          </p:nvSpPr>
          <p:spPr>
            <a:xfrm>
              <a:off x="7368908" y="2827046"/>
              <a:ext cx="90236" cy="158380"/>
            </a:xfrm>
            <a:custGeom>
              <a:avLst/>
              <a:gdLst/>
              <a:ahLst/>
              <a:cxnLst/>
              <a:rect l="l" t="t" r="r" b="b"/>
              <a:pathLst>
                <a:path w="3284" h="5764" extrusionOk="0">
                  <a:moveTo>
                    <a:pt x="1600" y="1"/>
                  </a:moveTo>
                  <a:cubicBezTo>
                    <a:pt x="1388" y="1"/>
                    <a:pt x="1210" y="121"/>
                    <a:pt x="1156" y="340"/>
                  </a:cubicBezTo>
                  <a:lnTo>
                    <a:pt x="62" y="4930"/>
                  </a:lnTo>
                  <a:cubicBezTo>
                    <a:pt x="1" y="5173"/>
                    <a:pt x="153" y="5386"/>
                    <a:pt x="365" y="5446"/>
                  </a:cubicBezTo>
                  <a:lnTo>
                    <a:pt x="1612" y="5750"/>
                  </a:lnTo>
                  <a:cubicBezTo>
                    <a:pt x="1648" y="5759"/>
                    <a:pt x="1684" y="5764"/>
                    <a:pt x="1718" y="5764"/>
                  </a:cubicBezTo>
                  <a:cubicBezTo>
                    <a:pt x="1915" y="5764"/>
                    <a:pt x="2077" y="5623"/>
                    <a:pt x="2128" y="5416"/>
                  </a:cubicBezTo>
                  <a:lnTo>
                    <a:pt x="3223" y="857"/>
                  </a:lnTo>
                  <a:cubicBezTo>
                    <a:pt x="3283" y="613"/>
                    <a:pt x="3162" y="370"/>
                    <a:pt x="2919" y="310"/>
                  </a:cubicBezTo>
                  <a:lnTo>
                    <a:pt x="1672" y="6"/>
                  </a:lnTo>
                  <a:cubicBezTo>
                    <a:pt x="1648" y="2"/>
                    <a:pt x="1624" y="1"/>
                    <a:pt x="16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348;p52">
              <a:extLst>
                <a:ext uri="{FF2B5EF4-FFF2-40B4-BE49-F238E27FC236}">
                  <a16:creationId xmlns:a16="http://schemas.microsoft.com/office/drawing/2014/main" id="{9658B047-D32B-AB26-D179-DB4303396810}"/>
                </a:ext>
              </a:extLst>
            </p:cNvPr>
            <p:cNvSpPr/>
            <p:nvPr/>
          </p:nvSpPr>
          <p:spPr>
            <a:xfrm>
              <a:off x="7365583" y="2824353"/>
              <a:ext cx="97737" cy="164892"/>
            </a:xfrm>
            <a:custGeom>
              <a:avLst/>
              <a:gdLst/>
              <a:ahLst/>
              <a:cxnLst/>
              <a:rect l="l" t="t" r="r" b="b"/>
              <a:pathLst>
                <a:path w="3557" h="6001" extrusionOk="0">
                  <a:moveTo>
                    <a:pt x="1793" y="225"/>
                  </a:moveTo>
                  <a:lnTo>
                    <a:pt x="3009" y="529"/>
                  </a:lnTo>
                  <a:cubicBezTo>
                    <a:pt x="3192" y="590"/>
                    <a:pt x="3283" y="742"/>
                    <a:pt x="3252" y="924"/>
                  </a:cubicBezTo>
                  <a:lnTo>
                    <a:pt x="2158" y="5484"/>
                  </a:lnTo>
                  <a:cubicBezTo>
                    <a:pt x="2128" y="5575"/>
                    <a:pt x="2067" y="5636"/>
                    <a:pt x="2006" y="5696"/>
                  </a:cubicBezTo>
                  <a:cubicBezTo>
                    <a:pt x="1963" y="5718"/>
                    <a:pt x="1905" y="5739"/>
                    <a:pt x="1842" y="5739"/>
                  </a:cubicBezTo>
                  <a:cubicBezTo>
                    <a:pt x="1817" y="5739"/>
                    <a:pt x="1790" y="5736"/>
                    <a:pt x="1763" y="5727"/>
                  </a:cubicBezTo>
                  <a:lnTo>
                    <a:pt x="547" y="5423"/>
                  </a:lnTo>
                  <a:cubicBezTo>
                    <a:pt x="456" y="5423"/>
                    <a:pt x="395" y="5362"/>
                    <a:pt x="334" y="5301"/>
                  </a:cubicBezTo>
                  <a:cubicBezTo>
                    <a:pt x="304" y="5210"/>
                    <a:pt x="274" y="5119"/>
                    <a:pt x="304" y="5058"/>
                  </a:cubicBezTo>
                  <a:lnTo>
                    <a:pt x="1398" y="468"/>
                  </a:lnTo>
                  <a:cubicBezTo>
                    <a:pt x="1429" y="316"/>
                    <a:pt x="1550" y="225"/>
                    <a:pt x="1702" y="225"/>
                  </a:cubicBezTo>
                  <a:close/>
                  <a:moveTo>
                    <a:pt x="1707" y="1"/>
                  </a:moveTo>
                  <a:cubicBezTo>
                    <a:pt x="1445" y="1"/>
                    <a:pt x="1208" y="173"/>
                    <a:pt x="1155" y="438"/>
                  </a:cubicBezTo>
                  <a:lnTo>
                    <a:pt x="61" y="4997"/>
                  </a:lnTo>
                  <a:cubicBezTo>
                    <a:pt x="0" y="5149"/>
                    <a:pt x="31" y="5301"/>
                    <a:pt x="122" y="5423"/>
                  </a:cubicBezTo>
                  <a:cubicBezTo>
                    <a:pt x="183" y="5575"/>
                    <a:pt x="304" y="5666"/>
                    <a:pt x="456" y="5696"/>
                  </a:cubicBezTo>
                  <a:lnTo>
                    <a:pt x="1702" y="6000"/>
                  </a:lnTo>
                  <a:lnTo>
                    <a:pt x="1824" y="6000"/>
                  </a:lnTo>
                  <a:cubicBezTo>
                    <a:pt x="1915" y="6000"/>
                    <a:pt x="2037" y="5970"/>
                    <a:pt x="2128" y="5909"/>
                  </a:cubicBezTo>
                  <a:cubicBezTo>
                    <a:pt x="2249" y="5848"/>
                    <a:pt x="2341" y="5727"/>
                    <a:pt x="2371" y="5575"/>
                  </a:cubicBezTo>
                  <a:lnTo>
                    <a:pt x="3465" y="985"/>
                  </a:lnTo>
                  <a:cubicBezTo>
                    <a:pt x="3556" y="681"/>
                    <a:pt x="3374" y="377"/>
                    <a:pt x="3070" y="316"/>
                  </a:cubicBezTo>
                  <a:lnTo>
                    <a:pt x="1824" y="12"/>
                  </a:lnTo>
                  <a:cubicBezTo>
                    <a:pt x="1785" y="5"/>
                    <a:pt x="1745" y="1"/>
                    <a:pt x="170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349;p52">
              <a:extLst>
                <a:ext uri="{FF2B5EF4-FFF2-40B4-BE49-F238E27FC236}">
                  <a16:creationId xmlns:a16="http://schemas.microsoft.com/office/drawing/2014/main" id="{55DB6F08-0CD5-FA04-216A-EF131463F779}"/>
                </a:ext>
              </a:extLst>
            </p:cNvPr>
            <p:cNvSpPr/>
            <p:nvPr/>
          </p:nvSpPr>
          <p:spPr>
            <a:xfrm>
              <a:off x="7345524" y="2815066"/>
              <a:ext cx="94413" cy="172641"/>
            </a:xfrm>
            <a:custGeom>
              <a:avLst/>
              <a:gdLst/>
              <a:ahLst/>
              <a:cxnLst/>
              <a:rect l="l" t="t" r="r" b="b"/>
              <a:pathLst>
                <a:path w="3436" h="6283" extrusionOk="0">
                  <a:moveTo>
                    <a:pt x="1700" y="1"/>
                  </a:moveTo>
                  <a:cubicBezTo>
                    <a:pt x="1503" y="1"/>
                    <a:pt x="1328" y="119"/>
                    <a:pt x="1277" y="320"/>
                  </a:cubicBezTo>
                  <a:lnTo>
                    <a:pt x="61" y="5426"/>
                  </a:lnTo>
                  <a:cubicBezTo>
                    <a:pt x="1" y="5670"/>
                    <a:pt x="153" y="5913"/>
                    <a:pt x="365" y="5974"/>
                  </a:cubicBezTo>
                  <a:lnTo>
                    <a:pt x="1612" y="6278"/>
                  </a:lnTo>
                  <a:cubicBezTo>
                    <a:pt x="1636" y="6281"/>
                    <a:pt x="1661" y="6282"/>
                    <a:pt x="1685" y="6282"/>
                  </a:cubicBezTo>
                  <a:cubicBezTo>
                    <a:pt x="1902" y="6282"/>
                    <a:pt x="2101" y="6162"/>
                    <a:pt x="2128" y="5943"/>
                  </a:cubicBezTo>
                  <a:lnTo>
                    <a:pt x="3375" y="837"/>
                  </a:lnTo>
                  <a:cubicBezTo>
                    <a:pt x="3435" y="594"/>
                    <a:pt x="3283" y="350"/>
                    <a:pt x="3040" y="290"/>
                  </a:cubicBezTo>
                  <a:lnTo>
                    <a:pt x="1824" y="16"/>
                  </a:lnTo>
                  <a:cubicBezTo>
                    <a:pt x="1783" y="6"/>
                    <a:pt x="1741" y="1"/>
                    <a:pt x="17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350;p52">
              <a:extLst>
                <a:ext uri="{FF2B5EF4-FFF2-40B4-BE49-F238E27FC236}">
                  <a16:creationId xmlns:a16="http://schemas.microsoft.com/office/drawing/2014/main" id="{9707BFD4-3320-A781-954D-6E769084EC99}"/>
                </a:ext>
              </a:extLst>
            </p:cNvPr>
            <p:cNvSpPr/>
            <p:nvPr/>
          </p:nvSpPr>
          <p:spPr>
            <a:xfrm>
              <a:off x="7342199" y="2811823"/>
              <a:ext cx="101062" cy="179098"/>
            </a:xfrm>
            <a:custGeom>
              <a:avLst/>
              <a:gdLst/>
              <a:ahLst/>
              <a:cxnLst/>
              <a:rect l="l" t="t" r="r" b="b"/>
              <a:pathLst>
                <a:path w="3678" h="6518" extrusionOk="0">
                  <a:moveTo>
                    <a:pt x="1824" y="225"/>
                  </a:moveTo>
                  <a:lnTo>
                    <a:pt x="1915" y="256"/>
                  </a:lnTo>
                  <a:lnTo>
                    <a:pt x="3131" y="560"/>
                  </a:lnTo>
                  <a:cubicBezTo>
                    <a:pt x="3313" y="590"/>
                    <a:pt x="3404" y="742"/>
                    <a:pt x="3374" y="924"/>
                  </a:cubicBezTo>
                  <a:lnTo>
                    <a:pt x="2128" y="6031"/>
                  </a:lnTo>
                  <a:cubicBezTo>
                    <a:pt x="2128" y="6122"/>
                    <a:pt x="2067" y="6183"/>
                    <a:pt x="2006" y="6213"/>
                  </a:cubicBezTo>
                  <a:cubicBezTo>
                    <a:pt x="1915" y="6274"/>
                    <a:pt x="1854" y="6274"/>
                    <a:pt x="1763" y="6274"/>
                  </a:cubicBezTo>
                  <a:lnTo>
                    <a:pt x="517" y="5970"/>
                  </a:lnTo>
                  <a:cubicBezTo>
                    <a:pt x="365" y="5940"/>
                    <a:pt x="243" y="5757"/>
                    <a:pt x="304" y="5575"/>
                  </a:cubicBezTo>
                  <a:lnTo>
                    <a:pt x="1520" y="468"/>
                  </a:lnTo>
                  <a:cubicBezTo>
                    <a:pt x="1550" y="316"/>
                    <a:pt x="1702" y="225"/>
                    <a:pt x="1824" y="225"/>
                  </a:cubicBezTo>
                  <a:close/>
                  <a:moveTo>
                    <a:pt x="1858" y="1"/>
                  </a:moveTo>
                  <a:cubicBezTo>
                    <a:pt x="1597" y="1"/>
                    <a:pt x="1356" y="173"/>
                    <a:pt x="1277" y="438"/>
                  </a:cubicBezTo>
                  <a:lnTo>
                    <a:pt x="61" y="5544"/>
                  </a:lnTo>
                  <a:cubicBezTo>
                    <a:pt x="0" y="5848"/>
                    <a:pt x="182" y="6152"/>
                    <a:pt x="456" y="6213"/>
                  </a:cubicBezTo>
                  <a:lnTo>
                    <a:pt x="1702" y="6517"/>
                  </a:lnTo>
                  <a:lnTo>
                    <a:pt x="1824" y="6517"/>
                  </a:lnTo>
                  <a:cubicBezTo>
                    <a:pt x="1945" y="6517"/>
                    <a:pt x="2037" y="6487"/>
                    <a:pt x="2128" y="6456"/>
                  </a:cubicBezTo>
                  <a:cubicBezTo>
                    <a:pt x="2249" y="6365"/>
                    <a:pt x="2341" y="6244"/>
                    <a:pt x="2371" y="6092"/>
                  </a:cubicBezTo>
                  <a:lnTo>
                    <a:pt x="3617" y="985"/>
                  </a:lnTo>
                  <a:cubicBezTo>
                    <a:pt x="3678" y="681"/>
                    <a:pt x="3496" y="377"/>
                    <a:pt x="3192" y="316"/>
                  </a:cubicBezTo>
                  <a:lnTo>
                    <a:pt x="1976" y="12"/>
                  </a:lnTo>
                  <a:cubicBezTo>
                    <a:pt x="1937" y="5"/>
                    <a:pt x="1897" y="1"/>
                    <a:pt x="18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351;p52">
              <a:extLst>
                <a:ext uri="{FF2B5EF4-FFF2-40B4-BE49-F238E27FC236}">
                  <a16:creationId xmlns:a16="http://schemas.microsoft.com/office/drawing/2014/main" id="{F2C9EE41-767F-F96C-1E9C-84DFB6A71629}"/>
                </a:ext>
              </a:extLst>
            </p:cNvPr>
            <p:cNvSpPr/>
            <p:nvPr/>
          </p:nvSpPr>
          <p:spPr>
            <a:xfrm>
              <a:off x="7454115" y="2847709"/>
              <a:ext cx="90209" cy="158353"/>
            </a:xfrm>
            <a:custGeom>
              <a:avLst/>
              <a:gdLst/>
              <a:ahLst/>
              <a:cxnLst/>
              <a:rect l="l" t="t" r="r" b="b"/>
              <a:pathLst>
                <a:path w="3283" h="5763" extrusionOk="0">
                  <a:moveTo>
                    <a:pt x="1565" y="0"/>
                  </a:moveTo>
                  <a:cubicBezTo>
                    <a:pt x="1369" y="0"/>
                    <a:pt x="1207" y="141"/>
                    <a:pt x="1155" y="348"/>
                  </a:cubicBezTo>
                  <a:lnTo>
                    <a:pt x="61" y="4907"/>
                  </a:lnTo>
                  <a:cubicBezTo>
                    <a:pt x="0" y="5150"/>
                    <a:pt x="122" y="5393"/>
                    <a:pt x="365" y="5454"/>
                  </a:cubicBezTo>
                  <a:lnTo>
                    <a:pt x="1611" y="5758"/>
                  </a:lnTo>
                  <a:cubicBezTo>
                    <a:pt x="1633" y="5761"/>
                    <a:pt x="1654" y="5763"/>
                    <a:pt x="1676" y="5763"/>
                  </a:cubicBezTo>
                  <a:cubicBezTo>
                    <a:pt x="1871" y="5763"/>
                    <a:pt x="2073" y="5642"/>
                    <a:pt x="2128" y="5424"/>
                  </a:cubicBezTo>
                  <a:lnTo>
                    <a:pt x="3222" y="834"/>
                  </a:lnTo>
                  <a:cubicBezTo>
                    <a:pt x="3283" y="591"/>
                    <a:pt x="3131" y="378"/>
                    <a:pt x="2918" y="317"/>
                  </a:cubicBezTo>
                  <a:lnTo>
                    <a:pt x="1672" y="13"/>
                  </a:lnTo>
                  <a:cubicBezTo>
                    <a:pt x="1636" y="4"/>
                    <a:pt x="1600" y="0"/>
                    <a:pt x="15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352;p52">
              <a:extLst>
                <a:ext uri="{FF2B5EF4-FFF2-40B4-BE49-F238E27FC236}">
                  <a16:creationId xmlns:a16="http://schemas.microsoft.com/office/drawing/2014/main" id="{D2872C58-2E54-9B46-48C4-FE0A96DD1A5C}"/>
                </a:ext>
              </a:extLst>
            </p:cNvPr>
            <p:cNvSpPr/>
            <p:nvPr/>
          </p:nvSpPr>
          <p:spPr>
            <a:xfrm>
              <a:off x="7450763" y="2844906"/>
              <a:ext cx="97737" cy="164370"/>
            </a:xfrm>
            <a:custGeom>
              <a:avLst/>
              <a:gdLst/>
              <a:ahLst/>
              <a:cxnLst/>
              <a:rect l="l" t="t" r="r" b="b"/>
              <a:pathLst>
                <a:path w="3557" h="5982" extrusionOk="0">
                  <a:moveTo>
                    <a:pt x="1733" y="214"/>
                  </a:moveTo>
                  <a:cubicBezTo>
                    <a:pt x="1741" y="214"/>
                    <a:pt x="1748" y="222"/>
                    <a:pt x="1763" y="237"/>
                  </a:cubicBezTo>
                  <a:lnTo>
                    <a:pt x="3010" y="511"/>
                  </a:lnTo>
                  <a:cubicBezTo>
                    <a:pt x="3162" y="571"/>
                    <a:pt x="3283" y="723"/>
                    <a:pt x="3222" y="906"/>
                  </a:cubicBezTo>
                  <a:lnTo>
                    <a:pt x="2128" y="5495"/>
                  </a:lnTo>
                  <a:cubicBezTo>
                    <a:pt x="2128" y="5556"/>
                    <a:pt x="2067" y="5647"/>
                    <a:pt x="2007" y="5678"/>
                  </a:cubicBezTo>
                  <a:cubicBezTo>
                    <a:pt x="1942" y="5699"/>
                    <a:pt x="1878" y="5721"/>
                    <a:pt x="1824" y="5721"/>
                  </a:cubicBezTo>
                  <a:cubicBezTo>
                    <a:pt x="1802" y="5721"/>
                    <a:pt x="1781" y="5717"/>
                    <a:pt x="1763" y="5708"/>
                  </a:cubicBezTo>
                  <a:lnTo>
                    <a:pt x="517" y="5404"/>
                  </a:lnTo>
                  <a:cubicBezTo>
                    <a:pt x="456" y="5404"/>
                    <a:pt x="365" y="5343"/>
                    <a:pt x="335" y="5283"/>
                  </a:cubicBezTo>
                  <a:cubicBezTo>
                    <a:pt x="274" y="5222"/>
                    <a:pt x="274" y="5131"/>
                    <a:pt x="304" y="5040"/>
                  </a:cubicBezTo>
                  <a:lnTo>
                    <a:pt x="1399" y="480"/>
                  </a:lnTo>
                  <a:cubicBezTo>
                    <a:pt x="1429" y="328"/>
                    <a:pt x="1551" y="237"/>
                    <a:pt x="1703" y="237"/>
                  </a:cubicBezTo>
                  <a:cubicBezTo>
                    <a:pt x="1718" y="222"/>
                    <a:pt x="1725" y="214"/>
                    <a:pt x="1733" y="214"/>
                  </a:cubicBezTo>
                  <a:close/>
                  <a:moveTo>
                    <a:pt x="1666" y="1"/>
                  </a:moveTo>
                  <a:cubicBezTo>
                    <a:pt x="1421" y="1"/>
                    <a:pt x="1206" y="169"/>
                    <a:pt x="1156" y="419"/>
                  </a:cubicBezTo>
                  <a:lnTo>
                    <a:pt x="61" y="5009"/>
                  </a:lnTo>
                  <a:cubicBezTo>
                    <a:pt x="0" y="5161"/>
                    <a:pt x="31" y="5313"/>
                    <a:pt x="122" y="5435"/>
                  </a:cubicBezTo>
                  <a:cubicBezTo>
                    <a:pt x="183" y="5556"/>
                    <a:pt x="335" y="5647"/>
                    <a:pt x="456" y="5678"/>
                  </a:cubicBezTo>
                  <a:lnTo>
                    <a:pt x="1703" y="5982"/>
                  </a:lnTo>
                  <a:lnTo>
                    <a:pt x="1824" y="5982"/>
                  </a:lnTo>
                  <a:cubicBezTo>
                    <a:pt x="1946" y="5982"/>
                    <a:pt x="2037" y="5951"/>
                    <a:pt x="2128" y="5891"/>
                  </a:cubicBezTo>
                  <a:cubicBezTo>
                    <a:pt x="2250" y="5830"/>
                    <a:pt x="2341" y="5678"/>
                    <a:pt x="2371" y="5556"/>
                  </a:cubicBezTo>
                  <a:lnTo>
                    <a:pt x="3466" y="997"/>
                  </a:lnTo>
                  <a:cubicBezTo>
                    <a:pt x="3557" y="693"/>
                    <a:pt x="3374" y="389"/>
                    <a:pt x="3070" y="298"/>
                  </a:cubicBezTo>
                  <a:lnTo>
                    <a:pt x="1824" y="24"/>
                  </a:lnTo>
                  <a:cubicBezTo>
                    <a:pt x="1771" y="8"/>
                    <a:pt x="1718" y="1"/>
                    <a:pt x="166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353;p52">
              <a:extLst>
                <a:ext uri="{FF2B5EF4-FFF2-40B4-BE49-F238E27FC236}">
                  <a16:creationId xmlns:a16="http://schemas.microsoft.com/office/drawing/2014/main" id="{FF79CE70-A865-3F48-8E60-1636225DC31B}"/>
                </a:ext>
              </a:extLst>
            </p:cNvPr>
            <p:cNvSpPr/>
            <p:nvPr/>
          </p:nvSpPr>
          <p:spPr>
            <a:xfrm>
              <a:off x="7430705" y="2835179"/>
              <a:ext cx="94413" cy="172806"/>
            </a:xfrm>
            <a:custGeom>
              <a:avLst/>
              <a:gdLst/>
              <a:ahLst/>
              <a:cxnLst/>
              <a:rect l="l" t="t" r="r" b="b"/>
              <a:pathLst>
                <a:path w="3436" h="6289" extrusionOk="0">
                  <a:moveTo>
                    <a:pt x="1716" y="0"/>
                  </a:moveTo>
                  <a:cubicBezTo>
                    <a:pt x="1513" y="0"/>
                    <a:pt x="1329" y="141"/>
                    <a:pt x="1278" y="348"/>
                  </a:cubicBezTo>
                  <a:lnTo>
                    <a:pt x="62" y="5454"/>
                  </a:lnTo>
                  <a:cubicBezTo>
                    <a:pt x="1" y="5697"/>
                    <a:pt x="153" y="5910"/>
                    <a:pt x="366" y="5971"/>
                  </a:cubicBezTo>
                  <a:lnTo>
                    <a:pt x="1612" y="6275"/>
                  </a:lnTo>
                  <a:cubicBezTo>
                    <a:pt x="1648" y="6284"/>
                    <a:pt x="1685" y="6288"/>
                    <a:pt x="1720" y="6288"/>
                  </a:cubicBezTo>
                  <a:cubicBezTo>
                    <a:pt x="1923" y="6288"/>
                    <a:pt x="2103" y="6148"/>
                    <a:pt x="2129" y="5941"/>
                  </a:cubicBezTo>
                  <a:lnTo>
                    <a:pt x="3375" y="834"/>
                  </a:lnTo>
                  <a:cubicBezTo>
                    <a:pt x="3436" y="591"/>
                    <a:pt x="3284" y="378"/>
                    <a:pt x="3041" y="317"/>
                  </a:cubicBezTo>
                  <a:lnTo>
                    <a:pt x="1825" y="14"/>
                  </a:lnTo>
                  <a:cubicBezTo>
                    <a:pt x="1788" y="4"/>
                    <a:pt x="1752" y="0"/>
                    <a:pt x="17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354;p52">
              <a:extLst>
                <a:ext uri="{FF2B5EF4-FFF2-40B4-BE49-F238E27FC236}">
                  <a16:creationId xmlns:a16="http://schemas.microsoft.com/office/drawing/2014/main" id="{54755F02-712C-C38C-A6AB-2710B41BC176}"/>
                </a:ext>
              </a:extLst>
            </p:cNvPr>
            <p:cNvSpPr/>
            <p:nvPr/>
          </p:nvSpPr>
          <p:spPr>
            <a:xfrm>
              <a:off x="7427380" y="2832157"/>
              <a:ext cx="101914" cy="179620"/>
            </a:xfrm>
            <a:custGeom>
              <a:avLst/>
              <a:gdLst/>
              <a:ahLst/>
              <a:cxnLst/>
              <a:rect l="l" t="t" r="r" b="b"/>
              <a:pathLst>
                <a:path w="3709" h="6537" extrusionOk="0">
                  <a:moveTo>
                    <a:pt x="1915" y="245"/>
                  </a:moveTo>
                  <a:lnTo>
                    <a:pt x="3162" y="549"/>
                  </a:lnTo>
                  <a:cubicBezTo>
                    <a:pt x="3314" y="579"/>
                    <a:pt x="3405" y="762"/>
                    <a:pt x="3374" y="914"/>
                  </a:cubicBezTo>
                  <a:lnTo>
                    <a:pt x="2159" y="6020"/>
                  </a:lnTo>
                  <a:cubicBezTo>
                    <a:pt x="2159" y="6111"/>
                    <a:pt x="2098" y="6203"/>
                    <a:pt x="2037" y="6233"/>
                  </a:cubicBezTo>
                  <a:cubicBezTo>
                    <a:pt x="1972" y="6255"/>
                    <a:pt x="1908" y="6276"/>
                    <a:pt x="1854" y="6276"/>
                  </a:cubicBezTo>
                  <a:cubicBezTo>
                    <a:pt x="1832" y="6276"/>
                    <a:pt x="1812" y="6272"/>
                    <a:pt x="1794" y="6263"/>
                  </a:cubicBezTo>
                  <a:lnTo>
                    <a:pt x="548" y="5959"/>
                  </a:lnTo>
                  <a:cubicBezTo>
                    <a:pt x="396" y="5929"/>
                    <a:pt x="274" y="5747"/>
                    <a:pt x="335" y="5595"/>
                  </a:cubicBezTo>
                  <a:lnTo>
                    <a:pt x="1551" y="488"/>
                  </a:lnTo>
                  <a:cubicBezTo>
                    <a:pt x="1581" y="397"/>
                    <a:pt x="1611" y="336"/>
                    <a:pt x="1703" y="275"/>
                  </a:cubicBezTo>
                  <a:cubicBezTo>
                    <a:pt x="1733" y="245"/>
                    <a:pt x="1794" y="245"/>
                    <a:pt x="1855" y="245"/>
                  </a:cubicBezTo>
                  <a:close/>
                  <a:moveTo>
                    <a:pt x="1816" y="1"/>
                  </a:moveTo>
                  <a:cubicBezTo>
                    <a:pt x="1720" y="1"/>
                    <a:pt x="1629" y="34"/>
                    <a:pt x="1551" y="93"/>
                  </a:cubicBezTo>
                  <a:cubicBezTo>
                    <a:pt x="1429" y="154"/>
                    <a:pt x="1338" y="275"/>
                    <a:pt x="1307" y="427"/>
                  </a:cubicBezTo>
                  <a:lnTo>
                    <a:pt x="61" y="5564"/>
                  </a:lnTo>
                  <a:cubicBezTo>
                    <a:pt x="0" y="5838"/>
                    <a:pt x="183" y="6142"/>
                    <a:pt x="487" y="6233"/>
                  </a:cubicBezTo>
                  <a:lnTo>
                    <a:pt x="1733" y="6537"/>
                  </a:lnTo>
                  <a:lnTo>
                    <a:pt x="1855" y="6537"/>
                  </a:lnTo>
                  <a:cubicBezTo>
                    <a:pt x="1946" y="6537"/>
                    <a:pt x="2067" y="6507"/>
                    <a:pt x="2159" y="6446"/>
                  </a:cubicBezTo>
                  <a:cubicBezTo>
                    <a:pt x="2280" y="6385"/>
                    <a:pt x="2371" y="6263"/>
                    <a:pt x="2402" y="6111"/>
                  </a:cubicBezTo>
                  <a:lnTo>
                    <a:pt x="3618" y="1005"/>
                  </a:lnTo>
                  <a:cubicBezTo>
                    <a:pt x="3709" y="701"/>
                    <a:pt x="3526" y="397"/>
                    <a:pt x="3222" y="306"/>
                  </a:cubicBezTo>
                  <a:lnTo>
                    <a:pt x="1976" y="32"/>
                  </a:lnTo>
                  <a:cubicBezTo>
                    <a:pt x="1922" y="11"/>
                    <a:pt x="1868" y="1"/>
                    <a:pt x="181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355;p52">
              <a:extLst>
                <a:ext uri="{FF2B5EF4-FFF2-40B4-BE49-F238E27FC236}">
                  <a16:creationId xmlns:a16="http://schemas.microsoft.com/office/drawing/2014/main" id="{B5240EB7-43F4-57C9-A2BA-10CB266670C1}"/>
                </a:ext>
              </a:extLst>
            </p:cNvPr>
            <p:cNvSpPr/>
            <p:nvPr/>
          </p:nvSpPr>
          <p:spPr>
            <a:xfrm>
              <a:off x="6349135" y="2485913"/>
              <a:ext cx="490281" cy="445905"/>
            </a:xfrm>
            <a:custGeom>
              <a:avLst/>
              <a:gdLst/>
              <a:ahLst/>
              <a:cxnLst/>
              <a:rect l="l" t="t" r="r" b="b"/>
              <a:pathLst>
                <a:path w="17843" h="16228" extrusionOk="0">
                  <a:moveTo>
                    <a:pt x="8964" y="0"/>
                  </a:moveTo>
                  <a:cubicBezTo>
                    <a:pt x="8333" y="0"/>
                    <a:pt x="7692" y="75"/>
                    <a:pt x="7052" y="232"/>
                  </a:cubicBezTo>
                  <a:cubicBezTo>
                    <a:pt x="2675" y="1265"/>
                    <a:pt x="1" y="5642"/>
                    <a:pt x="1034" y="9989"/>
                  </a:cubicBezTo>
                  <a:cubicBezTo>
                    <a:pt x="1919" y="13709"/>
                    <a:pt x="5253" y="16227"/>
                    <a:pt x="8940" y="16227"/>
                  </a:cubicBezTo>
                  <a:cubicBezTo>
                    <a:pt x="9561" y="16227"/>
                    <a:pt x="10191" y="16156"/>
                    <a:pt x="10821" y="16007"/>
                  </a:cubicBezTo>
                  <a:cubicBezTo>
                    <a:pt x="15168" y="14974"/>
                    <a:pt x="17843" y="10597"/>
                    <a:pt x="16809" y="6220"/>
                  </a:cubicBezTo>
                  <a:cubicBezTo>
                    <a:pt x="15928" y="2513"/>
                    <a:pt x="12615" y="0"/>
                    <a:pt x="89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356;p52">
              <a:extLst>
                <a:ext uri="{FF2B5EF4-FFF2-40B4-BE49-F238E27FC236}">
                  <a16:creationId xmlns:a16="http://schemas.microsoft.com/office/drawing/2014/main" id="{EECF477B-DA87-9138-696E-19C6CB1AE185}"/>
                </a:ext>
              </a:extLst>
            </p:cNvPr>
            <p:cNvSpPr/>
            <p:nvPr/>
          </p:nvSpPr>
          <p:spPr>
            <a:xfrm>
              <a:off x="6289014" y="2480170"/>
              <a:ext cx="533695" cy="457281"/>
            </a:xfrm>
            <a:custGeom>
              <a:avLst/>
              <a:gdLst/>
              <a:ahLst/>
              <a:cxnLst/>
              <a:rect l="l" t="t" r="r" b="b"/>
              <a:pathLst>
                <a:path w="19423" h="16642" extrusionOk="0">
                  <a:moveTo>
                    <a:pt x="11125" y="411"/>
                  </a:moveTo>
                  <a:cubicBezTo>
                    <a:pt x="15502" y="411"/>
                    <a:pt x="19028" y="3967"/>
                    <a:pt x="19028" y="8344"/>
                  </a:cubicBezTo>
                  <a:cubicBezTo>
                    <a:pt x="19028" y="13114"/>
                    <a:pt x="15133" y="16271"/>
                    <a:pt x="11060" y="16271"/>
                  </a:cubicBezTo>
                  <a:cubicBezTo>
                    <a:pt x="9112" y="16271"/>
                    <a:pt x="7124" y="15549"/>
                    <a:pt x="5502" y="13937"/>
                  </a:cubicBezTo>
                  <a:cubicBezTo>
                    <a:pt x="517" y="8952"/>
                    <a:pt x="4043" y="411"/>
                    <a:pt x="11125" y="411"/>
                  </a:cubicBezTo>
                  <a:close/>
                  <a:moveTo>
                    <a:pt x="11055" y="1"/>
                  </a:moveTo>
                  <a:cubicBezTo>
                    <a:pt x="9012" y="1"/>
                    <a:pt x="6928" y="757"/>
                    <a:pt x="5228" y="2447"/>
                  </a:cubicBezTo>
                  <a:cubicBezTo>
                    <a:pt x="0" y="7675"/>
                    <a:pt x="3708" y="16642"/>
                    <a:pt x="11125" y="16642"/>
                  </a:cubicBezTo>
                  <a:cubicBezTo>
                    <a:pt x="15684" y="16642"/>
                    <a:pt x="19423" y="12903"/>
                    <a:pt x="19423" y="8313"/>
                  </a:cubicBezTo>
                  <a:cubicBezTo>
                    <a:pt x="19423" y="3315"/>
                    <a:pt x="15330" y="1"/>
                    <a:pt x="1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357;p52">
              <a:extLst>
                <a:ext uri="{FF2B5EF4-FFF2-40B4-BE49-F238E27FC236}">
                  <a16:creationId xmlns:a16="http://schemas.microsoft.com/office/drawing/2014/main" id="{1C549904-73EB-25DD-9FB4-37ED692B5655}"/>
                </a:ext>
              </a:extLst>
            </p:cNvPr>
            <p:cNvSpPr/>
            <p:nvPr/>
          </p:nvSpPr>
          <p:spPr>
            <a:xfrm>
              <a:off x="6375019" y="2660147"/>
              <a:ext cx="219683" cy="49295"/>
            </a:xfrm>
            <a:custGeom>
              <a:avLst/>
              <a:gdLst/>
              <a:ahLst/>
              <a:cxnLst/>
              <a:rect l="l" t="t" r="r" b="b"/>
              <a:pathLst>
                <a:path w="7995" h="1794" extrusionOk="0">
                  <a:moveTo>
                    <a:pt x="1" y="0"/>
                  </a:moveTo>
                  <a:lnTo>
                    <a:pt x="7995" y="179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358;p52">
              <a:extLst>
                <a:ext uri="{FF2B5EF4-FFF2-40B4-BE49-F238E27FC236}">
                  <a16:creationId xmlns:a16="http://schemas.microsoft.com/office/drawing/2014/main" id="{7AB4661E-92C8-74D4-0283-6E6057F8F7C5}"/>
                </a:ext>
              </a:extLst>
            </p:cNvPr>
            <p:cNvSpPr/>
            <p:nvPr/>
          </p:nvSpPr>
          <p:spPr>
            <a:xfrm>
              <a:off x="6374195" y="2655146"/>
              <a:ext cx="221359" cy="59324"/>
            </a:xfrm>
            <a:custGeom>
              <a:avLst/>
              <a:gdLst/>
              <a:ahLst/>
              <a:cxnLst/>
              <a:rect l="l" t="t" r="r" b="b"/>
              <a:pathLst>
                <a:path w="8056" h="2159" extrusionOk="0">
                  <a:moveTo>
                    <a:pt x="92" y="0"/>
                  </a:moveTo>
                  <a:lnTo>
                    <a:pt x="0" y="365"/>
                  </a:lnTo>
                  <a:lnTo>
                    <a:pt x="7964" y="2158"/>
                  </a:lnTo>
                  <a:lnTo>
                    <a:pt x="8055" y="1763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359;p52">
              <a:extLst>
                <a:ext uri="{FF2B5EF4-FFF2-40B4-BE49-F238E27FC236}">
                  <a16:creationId xmlns:a16="http://schemas.microsoft.com/office/drawing/2014/main" id="{7F0638FC-D3E9-EBB9-C0B6-31EC123205DE}"/>
                </a:ext>
              </a:extLst>
            </p:cNvPr>
            <p:cNvSpPr/>
            <p:nvPr/>
          </p:nvSpPr>
          <p:spPr>
            <a:xfrm>
              <a:off x="6484434" y="2599175"/>
              <a:ext cx="219683" cy="219683"/>
            </a:xfrm>
            <a:custGeom>
              <a:avLst/>
              <a:gdLst/>
              <a:ahLst/>
              <a:cxnLst/>
              <a:rect l="l" t="t" r="r" b="b"/>
              <a:pathLst>
                <a:path w="7995" h="7995" extrusionOk="0">
                  <a:moveTo>
                    <a:pt x="4013" y="1"/>
                  </a:moveTo>
                  <a:cubicBezTo>
                    <a:pt x="1794" y="1"/>
                    <a:pt x="1" y="1794"/>
                    <a:pt x="1" y="4013"/>
                  </a:cubicBezTo>
                  <a:cubicBezTo>
                    <a:pt x="1" y="6201"/>
                    <a:pt x="1794" y="7995"/>
                    <a:pt x="4013" y="7995"/>
                  </a:cubicBezTo>
                  <a:cubicBezTo>
                    <a:pt x="6201" y="7995"/>
                    <a:pt x="7995" y="6201"/>
                    <a:pt x="7995" y="4013"/>
                  </a:cubicBezTo>
                  <a:cubicBezTo>
                    <a:pt x="7995" y="1794"/>
                    <a:pt x="6201" y="1"/>
                    <a:pt x="40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360;p52">
              <a:extLst>
                <a:ext uri="{FF2B5EF4-FFF2-40B4-BE49-F238E27FC236}">
                  <a16:creationId xmlns:a16="http://schemas.microsoft.com/office/drawing/2014/main" id="{44AE1500-3693-4F8D-CF14-EFCF96D1464D}"/>
                </a:ext>
              </a:extLst>
            </p:cNvPr>
            <p:cNvSpPr/>
            <p:nvPr/>
          </p:nvSpPr>
          <p:spPr>
            <a:xfrm>
              <a:off x="6441020" y="2594256"/>
              <a:ext cx="268125" cy="230454"/>
            </a:xfrm>
            <a:custGeom>
              <a:avLst/>
              <a:gdLst/>
              <a:ahLst/>
              <a:cxnLst/>
              <a:rect l="l" t="t" r="r" b="b"/>
              <a:pathLst>
                <a:path w="9758" h="8387" extrusionOk="0">
                  <a:moveTo>
                    <a:pt x="5593" y="362"/>
                  </a:moveTo>
                  <a:cubicBezTo>
                    <a:pt x="7690" y="362"/>
                    <a:pt x="9392" y="2064"/>
                    <a:pt x="9392" y="4161"/>
                  </a:cubicBezTo>
                  <a:cubicBezTo>
                    <a:pt x="9392" y="6451"/>
                    <a:pt x="7503" y="7970"/>
                    <a:pt x="5539" y="7970"/>
                  </a:cubicBezTo>
                  <a:cubicBezTo>
                    <a:pt x="4608" y="7970"/>
                    <a:pt x="3660" y="7629"/>
                    <a:pt x="2888" y="6867"/>
                  </a:cubicBezTo>
                  <a:cubicBezTo>
                    <a:pt x="486" y="4465"/>
                    <a:pt x="2189" y="362"/>
                    <a:pt x="5593" y="362"/>
                  </a:cubicBezTo>
                  <a:close/>
                  <a:moveTo>
                    <a:pt x="5557" y="1"/>
                  </a:moveTo>
                  <a:cubicBezTo>
                    <a:pt x="4526" y="1"/>
                    <a:pt x="3472" y="385"/>
                    <a:pt x="2614" y="1243"/>
                  </a:cubicBezTo>
                  <a:cubicBezTo>
                    <a:pt x="0" y="3857"/>
                    <a:pt x="1854" y="8386"/>
                    <a:pt x="5593" y="8386"/>
                  </a:cubicBezTo>
                  <a:cubicBezTo>
                    <a:pt x="7903" y="8386"/>
                    <a:pt x="9757" y="6502"/>
                    <a:pt x="9757" y="4192"/>
                  </a:cubicBezTo>
                  <a:cubicBezTo>
                    <a:pt x="9757" y="1666"/>
                    <a:pt x="7705" y="1"/>
                    <a:pt x="55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361;p52">
              <a:extLst>
                <a:ext uri="{FF2B5EF4-FFF2-40B4-BE49-F238E27FC236}">
                  <a16:creationId xmlns:a16="http://schemas.microsoft.com/office/drawing/2014/main" id="{4982AD54-430A-8EC9-40BB-7B055922EF31}"/>
                </a:ext>
              </a:extLst>
            </p:cNvPr>
            <p:cNvSpPr/>
            <p:nvPr/>
          </p:nvSpPr>
          <p:spPr>
            <a:xfrm>
              <a:off x="6116126" y="2498113"/>
              <a:ext cx="150357" cy="577989"/>
            </a:xfrm>
            <a:custGeom>
              <a:avLst/>
              <a:gdLst/>
              <a:ahLst/>
              <a:cxnLst/>
              <a:rect l="l" t="t" r="r" b="b"/>
              <a:pathLst>
                <a:path w="5472" h="21035" extrusionOk="0">
                  <a:moveTo>
                    <a:pt x="2158" y="1"/>
                  </a:moveTo>
                  <a:lnTo>
                    <a:pt x="0" y="21034"/>
                  </a:lnTo>
                  <a:lnTo>
                    <a:pt x="4134" y="21034"/>
                  </a:lnTo>
                  <a:cubicBezTo>
                    <a:pt x="4863" y="21034"/>
                    <a:pt x="5471" y="20427"/>
                    <a:pt x="5471" y="19697"/>
                  </a:cubicBezTo>
                  <a:lnTo>
                    <a:pt x="5471" y="1368"/>
                  </a:lnTo>
                  <a:cubicBezTo>
                    <a:pt x="5471" y="609"/>
                    <a:pt x="4863" y="1"/>
                    <a:pt x="4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362;p52">
              <a:extLst>
                <a:ext uri="{FF2B5EF4-FFF2-40B4-BE49-F238E27FC236}">
                  <a16:creationId xmlns:a16="http://schemas.microsoft.com/office/drawing/2014/main" id="{F1B31923-D926-8F03-E274-9C678A1B8D20}"/>
                </a:ext>
              </a:extLst>
            </p:cNvPr>
            <p:cNvSpPr/>
            <p:nvPr/>
          </p:nvSpPr>
          <p:spPr>
            <a:xfrm>
              <a:off x="6111098" y="2493112"/>
              <a:ext cx="161238" cy="587991"/>
            </a:xfrm>
            <a:custGeom>
              <a:avLst/>
              <a:gdLst/>
              <a:ahLst/>
              <a:cxnLst/>
              <a:rect l="l" t="t" r="r" b="b"/>
              <a:pathLst>
                <a:path w="5868" h="21399" extrusionOk="0">
                  <a:moveTo>
                    <a:pt x="4317" y="395"/>
                  </a:moveTo>
                  <a:cubicBezTo>
                    <a:pt x="4955" y="395"/>
                    <a:pt x="5442" y="912"/>
                    <a:pt x="5442" y="1550"/>
                  </a:cubicBezTo>
                  <a:lnTo>
                    <a:pt x="5442" y="19879"/>
                  </a:lnTo>
                  <a:cubicBezTo>
                    <a:pt x="5442" y="20517"/>
                    <a:pt x="4955" y="21034"/>
                    <a:pt x="4317" y="21034"/>
                  </a:cubicBezTo>
                  <a:lnTo>
                    <a:pt x="396" y="21034"/>
                  </a:lnTo>
                  <a:lnTo>
                    <a:pt x="2524" y="395"/>
                  </a:lnTo>
                  <a:close/>
                  <a:moveTo>
                    <a:pt x="2189" y="0"/>
                  </a:moveTo>
                  <a:lnTo>
                    <a:pt x="1" y="21399"/>
                  </a:lnTo>
                  <a:lnTo>
                    <a:pt x="4317" y="21399"/>
                  </a:lnTo>
                  <a:cubicBezTo>
                    <a:pt x="5168" y="21399"/>
                    <a:pt x="5867" y="20700"/>
                    <a:pt x="5837" y="19849"/>
                  </a:cubicBezTo>
                  <a:lnTo>
                    <a:pt x="5837" y="1520"/>
                  </a:lnTo>
                  <a:cubicBezTo>
                    <a:pt x="5837" y="699"/>
                    <a:pt x="5168" y="0"/>
                    <a:pt x="43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363;p52">
              <a:extLst>
                <a:ext uri="{FF2B5EF4-FFF2-40B4-BE49-F238E27FC236}">
                  <a16:creationId xmlns:a16="http://schemas.microsoft.com/office/drawing/2014/main" id="{77BBB62E-BE7B-8A1A-C29D-5AFFDC8DD053}"/>
                </a:ext>
              </a:extLst>
            </p:cNvPr>
            <p:cNvSpPr/>
            <p:nvPr/>
          </p:nvSpPr>
          <p:spPr>
            <a:xfrm>
              <a:off x="3042575" y="1081620"/>
              <a:ext cx="387570" cy="2332730"/>
            </a:xfrm>
            <a:custGeom>
              <a:avLst/>
              <a:gdLst/>
              <a:ahLst/>
              <a:cxnLst/>
              <a:rect l="l" t="t" r="r" b="b"/>
              <a:pathLst>
                <a:path w="14105" h="84896" extrusionOk="0">
                  <a:moveTo>
                    <a:pt x="14105" y="1"/>
                  </a:moveTo>
                  <a:lnTo>
                    <a:pt x="1" y="8481"/>
                  </a:lnTo>
                  <a:lnTo>
                    <a:pt x="1" y="76415"/>
                  </a:lnTo>
                  <a:lnTo>
                    <a:pt x="14105" y="84896"/>
                  </a:lnTo>
                  <a:lnTo>
                    <a:pt x="141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364;p52">
              <a:extLst>
                <a:ext uri="{FF2B5EF4-FFF2-40B4-BE49-F238E27FC236}">
                  <a16:creationId xmlns:a16="http://schemas.microsoft.com/office/drawing/2014/main" id="{71B37B7F-CCE5-FBC5-0987-213B96EA04FF}"/>
                </a:ext>
              </a:extLst>
            </p:cNvPr>
            <p:cNvSpPr/>
            <p:nvPr/>
          </p:nvSpPr>
          <p:spPr>
            <a:xfrm>
              <a:off x="3037574" y="1071618"/>
              <a:ext cx="397572" cy="2351909"/>
            </a:xfrm>
            <a:custGeom>
              <a:avLst/>
              <a:gdLst/>
              <a:ahLst/>
              <a:cxnLst/>
              <a:rect l="l" t="t" r="r" b="b"/>
              <a:pathLst>
                <a:path w="14469" h="85594" extrusionOk="0">
                  <a:moveTo>
                    <a:pt x="14104" y="699"/>
                  </a:moveTo>
                  <a:lnTo>
                    <a:pt x="14104" y="84925"/>
                  </a:lnTo>
                  <a:lnTo>
                    <a:pt x="396" y="76658"/>
                  </a:lnTo>
                  <a:lnTo>
                    <a:pt x="396" y="8936"/>
                  </a:lnTo>
                  <a:lnTo>
                    <a:pt x="14104" y="699"/>
                  </a:lnTo>
                  <a:close/>
                  <a:moveTo>
                    <a:pt x="14469" y="0"/>
                  </a:moveTo>
                  <a:lnTo>
                    <a:pt x="1" y="8724"/>
                  </a:lnTo>
                  <a:lnTo>
                    <a:pt x="1" y="76870"/>
                  </a:lnTo>
                  <a:lnTo>
                    <a:pt x="14469" y="85594"/>
                  </a:lnTo>
                  <a:lnTo>
                    <a:pt x="144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365;p52">
              <a:extLst>
                <a:ext uri="{FF2B5EF4-FFF2-40B4-BE49-F238E27FC236}">
                  <a16:creationId xmlns:a16="http://schemas.microsoft.com/office/drawing/2014/main" id="{8FADD845-BF98-A03E-E6E4-C79F64DE68F8}"/>
                </a:ext>
              </a:extLst>
            </p:cNvPr>
            <p:cNvSpPr/>
            <p:nvPr/>
          </p:nvSpPr>
          <p:spPr>
            <a:xfrm>
              <a:off x="2960747" y="2014536"/>
              <a:ext cx="71002" cy="177092"/>
            </a:xfrm>
            <a:custGeom>
              <a:avLst/>
              <a:gdLst/>
              <a:ahLst/>
              <a:cxnLst/>
              <a:rect l="l" t="t" r="r" b="b"/>
              <a:pathLst>
                <a:path w="2584" h="6445" extrusionOk="0">
                  <a:moveTo>
                    <a:pt x="517" y="1"/>
                  </a:moveTo>
                  <a:cubicBezTo>
                    <a:pt x="243" y="1"/>
                    <a:pt x="0" y="213"/>
                    <a:pt x="0" y="517"/>
                  </a:cubicBezTo>
                  <a:lnTo>
                    <a:pt x="0" y="5928"/>
                  </a:lnTo>
                  <a:cubicBezTo>
                    <a:pt x="0" y="6232"/>
                    <a:pt x="243" y="6445"/>
                    <a:pt x="517" y="6445"/>
                  </a:cubicBezTo>
                  <a:lnTo>
                    <a:pt x="2037" y="6445"/>
                  </a:lnTo>
                  <a:cubicBezTo>
                    <a:pt x="2341" y="6445"/>
                    <a:pt x="2553" y="6232"/>
                    <a:pt x="2584" y="5928"/>
                  </a:cubicBezTo>
                  <a:lnTo>
                    <a:pt x="2584" y="517"/>
                  </a:lnTo>
                  <a:cubicBezTo>
                    <a:pt x="2553" y="213"/>
                    <a:pt x="2341" y="1"/>
                    <a:pt x="20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366;p52">
              <a:extLst>
                <a:ext uri="{FF2B5EF4-FFF2-40B4-BE49-F238E27FC236}">
                  <a16:creationId xmlns:a16="http://schemas.microsoft.com/office/drawing/2014/main" id="{48AD743C-8B3E-1DC0-EB97-DF0D6134E916}"/>
                </a:ext>
              </a:extLst>
            </p:cNvPr>
            <p:cNvSpPr/>
            <p:nvPr/>
          </p:nvSpPr>
          <p:spPr>
            <a:xfrm>
              <a:off x="2957395" y="2010359"/>
              <a:ext cx="77706" cy="185446"/>
            </a:xfrm>
            <a:custGeom>
              <a:avLst/>
              <a:gdLst/>
              <a:ahLst/>
              <a:cxnLst/>
              <a:rect l="l" t="t" r="r" b="b"/>
              <a:pathLst>
                <a:path w="2828" h="6749" extrusionOk="0">
                  <a:moveTo>
                    <a:pt x="2159" y="274"/>
                  </a:moveTo>
                  <a:cubicBezTo>
                    <a:pt x="2371" y="274"/>
                    <a:pt x="2554" y="457"/>
                    <a:pt x="2554" y="669"/>
                  </a:cubicBezTo>
                  <a:lnTo>
                    <a:pt x="2554" y="6110"/>
                  </a:lnTo>
                  <a:cubicBezTo>
                    <a:pt x="2554" y="6323"/>
                    <a:pt x="2371" y="6475"/>
                    <a:pt x="2159" y="6475"/>
                  </a:cubicBezTo>
                  <a:lnTo>
                    <a:pt x="639" y="6475"/>
                  </a:lnTo>
                  <a:cubicBezTo>
                    <a:pt x="426" y="6475"/>
                    <a:pt x="274" y="6323"/>
                    <a:pt x="274" y="6110"/>
                  </a:cubicBezTo>
                  <a:lnTo>
                    <a:pt x="274" y="669"/>
                  </a:lnTo>
                  <a:cubicBezTo>
                    <a:pt x="274" y="457"/>
                    <a:pt x="426" y="274"/>
                    <a:pt x="639" y="274"/>
                  </a:cubicBezTo>
                  <a:close/>
                  <a:moveTo>
                    <a:pt x="639" y="1"/>
                  </a:moveTo>
                  <a:cubicBezTo>
                    <a:pt x="274" y="1"/>
                    <a:pt x="1" y="305"/>
                    <a:pt x="1" y="669"/>
                  </a:cubicBezTo>
                  <a:lnTo>
                    <a:pt x="1" y="6080"/>
                  </a:lnTo>
                  <a:cubicBezTo>
                    <a:pt x="1" y="6445"/>
                    <a:pt x="274" y="6748"/>
                    <a:pt x="639" y="6748"/>
                  </a:cubicBezTo>
                  <a:lnTo>
                    <a:pt x="2159" y="6748"/>
                  </a:lnTo>
                  <a:cubicBezTo>
                    <a:pt x="2523" y="6748"/>
                    <a:pt x="2827" y="6445"/>
                    <a:pt x="2827" y="6080"/>
                  </a:cubicBezTo>
                  <a:lnTo>
                    <a:pt x="2827" y="669"/>
                  </a:lnTo>
                  <a:cubicBezTo>
                    <a:pt x="2827" y="305"/>
                    <a:pt x="2523" y="1"/>
                    <a:pt x="21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367;p52">
              <a:extLst>
                <a:ext uri="{FF2B5EF4-FFF2-40B4-BE49-F238E27FC236}">
                  <a16:creationId xmlns:a16="http://schemas.microsoft.com/office/drawing/2014/main" id="{CC2FDF8A-19C7-F3CB-8C7A-F551887734C8}"/>
                </a:ext>
              </a:extLst>
            </p:cNvPr>
            <p:cNvSpPr/>
            <p:nvPr/>
          </p:nvSpPr>
          <p:spPr>
            <a:xfrm>
              <a:off x="2934012" y="2005359"/>
              <a:ext cx="71029" cy="195447"/>
            </a:xfrm>
            <a:custGeom>
              <a:avLst/>
              <a:gdLst/>
              <a:ahLst/>
              <a:cxnLst/>
              <a:rect l="l" t="t" r="r" b="b"/>
              <a:pathLst>
                <a:path w="2585" h="7113" extrusionOk="0">
                  <a:moveTo>
                    <a:pt x="548" y="0"/>
                  </a:moveTo>
                  <a:cubicBezTo>
                    <a:pt x="244" y="0"/>
                    <a:pt x="1" y="213"/>
                    <a:pt x="1" y="517"/>
                  </a:cubicBezTo>
                  <a:lnTo>
                    <a:pt x="1" y="6596"/>
                  </a:lnTo>
                  <a:cubicBezTo>
                    <a:pt x="1" y="6870"/>
                    <a:pt x="244" y="7113"/>
                    <a:pt x="548" y="7113"/>
                  </a:cubicBezTo>
                  <a:lnTo>
                    <a:pt x="2067" y="7113"/>
                  </a:lnTo>
                  <a:cubicBezTo>
                    <a:pt x="2341" y="7113"/>
                    <a:pt x="2584" y="6870"/>
                    <a:pt x="2584" y="6596"/>
                  </a:cubicBezTo>
                  <a:lnTo>
                    <a:pt x="2584" y="517"/>
                  </a:lnTo>
                  <a:cubicBezTo>
                    <a:pt x="2584" y="213"/>
                    <a:pt x="2341" y="0"/>
                    <a:pt x="20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368;p52">
              <a:extLst>
                <a:ext uri="{FF2B5EF4-FFF2-40B4-BE49-F238E27FC236}">
                  <a16:creationId xmlns:a16="http://schemas.microsoft.com/office/drawing/2014/main" id="{3E2553A5-EFB3-A5ED-7F71-288911163B5D}"/>
                </a:ext>
              </a:extLst>
            </p:cNvPr>
            <p:cNvSpPr/>
            <p:nvPr/>
          </p:nvSpPr>
          <p:spPr>
            <a:xfrm>
              <a:off x="2930659" y="2001182"/>
              <a:ext cx="78558" cy="202976"/>
            </a:xfrm>
            <a:custGeom>
              <a:avLst/>
              <a:gdLst/>
              <a:ahLst/>
              <a:cxnLst/>
              <a:rect l="l" t="t" r="r" b="b"/>
              <a:pathLst>
                <a:path w="2859" h="7387" extrusionOk="0">
                  <a:moveTo>
                    <a:pt x="2189" y="304"/>
                  </a:moveTo>
                  <a:cubicBezTo>
                    <a:pt x="2372" y="304"/>
                    <a:pt x="2554" y="487"/>
                    <a:pt x="2554" y="699"/>
                  </a:cubicBezTo>
                  <a:lnTo>
                    <a:pt x="2554" y="6779"/>
                  </a:lnTo>
                  <a:cubicBezTo>
                    <a:pt x="2554" y="6991"/>
                    <a:pt x="2372" y="7143"/>
                    <a:pt x="2189" y="7143"/>
                  </a:cubicBezTo>
                  <a:lnTo>
                    <a:pt x="670" y="7143"/>
                  </a:lnTo>
                  <a:cubicBezTo>
                    <a:pt x="457" y="7143"/>
                    <a:pt x="275" y="6991"/>
                    <a:pt x="275" y="6779"/>
                  </a:cubicBezTo>
                  <a:lnTo>
                    <a:pt x="275" y="699"/>
                  </a:lnTo>
                  <a:cubicBezTo>
                    <a:pt x="275" y="487"/>
                    <a:pt x="457" y="304"/>
                    <a:pt x="670" y="304"/>
                  </a:cubicBezTo>
                  <a:close/>
                  <a:moveTo>
                    <a:pt x="670" y="0"/>
                  </a:moveTo>
                  <a:cubicBezTo>
                    <a:pt x="305" y="0"/>
                    <a:pt x="1" y="304"/>
                    <a:pt x="1" y="669"/>
                  </a:cubicBezTo>
                  <a:lnTo>
                    <a:pt x="1" y="6748"/>
                  </a:lnTo>
                  <a:cubicBezTo>
                    <a:pt x="1" y="7113"/>
                    <a:pt x="305" y="7386"/>
                    <a:pt x="670" y="7386"/>
                  </a:cubicBezTo>
                  <a:lnTo>
                    <a:pt x="2189" y="7386"/>
                  </a:lnTo>
                  <a:cubicBezTo>
                    <a:pt x="2524" y="7386"/>
                    <a:pt x="2828" y="7113"/>
                    <a:pt x="2858" y="6748"/>
                  </a:cubicBezTo>
                  <a:lnTo>
                    <a:pt x="2858" y="669"/>
                  </a:lnTo>
                  <a:cubicBezTo>
                    <a:pt x="2828" y="304"/>
                    <a:pt x="2524" y="0"/>
                    <a:pt x="21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369;p52">
              <a:extLst>
                <a:ext uri="{FF2B5EF4-FFF2-40B4-BE49-F238E27FC236}">
                  <a16:creationId xmlns:a16="http://schemas.microsoft.com/office/drawing/2014/main" id="{BBF76FD3-51B0-C913-94CE-AC956EEB3F9F}"/>
                </a:ext>
              </a:extLst>
            </p:cNvPr>
            <p:cNvSpPr/>
            <p:nvPr/>
          </p:nvSpPr>
          <p:spPr>
            <a:xfrm>
              <a:off x="3066810" y="2014536"/>
              <a:ext cx="70178" cy="177092"/>
            </a:xfrm>
            <a:custGeom>
              <a:avLst/>
              <a:gdLst/>
              <a:ahLst/>
              <a:cxnLst/>
              <a:rect l="l" t="t" r="r" b="b"/>
              <a:pathLst>
                <a:path w="2554" h="6445" extrusionOk="0">
                  <a:moveTo>
                    <a:pt x="517" y="1"/>
                  </a:moveTo>
                  <a:cubicBezTo>
                    <a:pt x="213" y="1"/>
                    <a:pt x="0" y="213"/>
                    <a:pt x="0" y="517"/>
                  </a:cubicBezTo>
                  <a:lnTo>
                    <a:pt x="0" y="5928"/>
                  </a:lnTo>
                  <a:cubicBezTo>
                    <a:pt x="0" y="6232"/>
                    <a:pt x="213" y="6445"/>
                    <a:pt x="517" y="6445"/>
                  </a:cubicBezTo>
                  <a:lnTo>
                    <a:pt x="2037" y="6445"/>
                  </a:lnTo>
                  <a:cubicBezTo>
                    <a:pt x="2311" y="6445"/>
                    <a:pt x="2554" y="6232"/>
                    <a:pt x="2554" y="5928"/>
                  </a:cubicBezTo>
                  <a:lnTo>
                    <a:pt x="2554" y="517"/>
                  </a:lnTo>
                  <a:cubicBezTo>
                    <a:pt x="2554" y="213"/>
                    <a:pt x="2311" y="1"/>
                    <a:pt x="20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370;p52">
              <a:extLst>
                <a:ext uri="{FF2B5EF4-FFF2-40B4-BE49-F238E27FC236}">
                  <a16:creationId xmlns:a16="http://schemas.microsoft.com/office/drawing/2014/main" id="{87C6953E-3AD5-BC83-8A5D-8F7A7C9E6505}"/>
                </a:ext>
              </a:extLst>
            </p:cNvPr>
            <p:cNvSpPr/>
            <p:nvPr/>
          </p:nvSpPr>
          <p:spPr>
            <a:xfrm>
              <a:off x="3062634" y="2010359"/>
              <a:ext cx="78531" cy="185446"/>
            </a:xfrm>
            <a:custGeom>
              <a:avLst/>
              <a:gdLst/>
              <a:ahLst/>
              <a:cxnLst/>
              <a:rect l="l" t="t" r="r" b="b"/>
              <a:pathLst>
                <a:path w="2858" h="6749" extrusionOk="0">
                  <a:moveTo>
                    <a:pt x="2189" y="274"/>
                  </a:moveTo>
                  <a:cubicBezTo>
                    <a:pt x="2402" y="274"/>
                    <a:pt x="2554" y="457"/>
                    <a:pt x="2554" y="669"/>
                  </a:cubicBezTo>
                  <a:lnTo>
                    <a:pt x="2554" y="6110"/>
                  </a:lnTo>
                  <a:cubicBezTo>
                    <a:pt x="2554" y="6323"/>
                    <a:pt x="2402" y="6475"/>
                    <a:pt x="2189" y="6475"/>
                  </a:cubicBezTo>
                  <a:lnTo>
                    <a:pt x="669" y="6475"/>
                  </a:lnTo>
                  <a:cubicBezTo>
                    <a:pt x="456" y="6475"/>
                    <a:pt x="274" y="6323"/>
                    <a:pt x="274" y="6110"/>
                  </a:cubicBezTo>
                  <a:lnTo>
                    <a:pt x="274" y="669"/>
                  </a:lnTo>
                  <a:cubicBezTo>
                    <a:pt x="274" y="457"/>
                    <a:pt x="456" y="274"/>
                    <a:pt x="669" y="274"/>
                  </a:cubicBezTo>
                  <a:close/>
                  <a:moveTo>
                    <a:pt x="669" y="1"/>
                  </a:moveTo>
                  <a:cubicBezTo>
                    <a:pt x="304" y="1"/>
                    <a:pt x="0" y="305"/>
                    <a:pt x="0" y="669"/>
                  </a:cubicBezTo>
                  <a:lnTo>
                    <a:pt x="0" y="6080"/>
                  </a:lnTo>
                  <a:cubicBezTo>
                    <a:pt x="0" y="6445"/>
                    <a:pt x="304" y="6748"/>
                    <a:pt x="669" y="6748"/>
                  </a:cubicBezTo>
                  <a:lnTo>
                    <a:pt x="2189" y="6748"/>
                  </a:lnTo>
                  <a:cubicBezTo>
                    <a:pt x="2554" y="6748"/>
                    <a:pt x="2858" y="6445"/>
                    <a:pt x="2858" y="6080"/>
                  </a:cubicBezTo>
                  <a:lnTo>
                    <a:pt x="2858" y="669"/>
                  </a:lnTo>
                  <a:cubicBezTo>
                    <a:pt x="2858" y="305"/>
                    <a:pt x="2554" y="1"/>
                    <a:pt x="21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71;p52">
              <a:extLst>
                <a:ext uri="{FF2B5EF4-FFF2-40B4-BE49-F238E27FC236}">
                  <a16:creationId xmlns:a16="http://schemas.microsoft.com/office/drawing/2014/main" id="{334C1063-3581-6CE3-B64E-41116CF6ED18}"/>
                </a:ext>
              </a:extLst>
            </p:cNvPr>
            <p:cNvSpPr/>
            <p:nvPr/>
          </p:nvSpPr>
          <p:spPr>
            <a:xfrm>
              <a:off x="3040075" y="2005359"/>
              <a:ext cx="70205" cy="195447"/>
            </a:xfrm>
            <a:custGeom>
              <a:avLst/>
              <a:gdLst/>
              <a:ahLst/>
              <a:cxnLst/>
              <a:rect l="l" t="t" r="r" b="b"/>
              <a:pathLst>
                <a:path w="2555" h="7113" extrusionOk="0">
                  <a:moveTo>
                    <a:pt x="518" y="0"/>
                  </a:moveTo>
                  <a:cubicBezTo>
                    <a:pt x="244" y="0"/>
                    <a:pt x="1" y="213"/>
                    <a:pt x="1" y="517"/>
                  </a:cubicBezTo>
                  <a:lnTo>
                    <a:pt x="1" y="6596"/>
                  </a:lnTo>
                  <a:cubicBezTo>
                    <a:pt x="1" y="6870"/>
                    <a:pt x="244" y="7113"/>
                    <a:pt x="518" y="7113"/>
                  </a:cubicBezTo>
                  <a:lnTo>
                    <a:pt x="2037" y="7113"/>
                  </a:lnTo>
                  <a:cubicBezTo>
                    <a:pt x="2311" y="7113"/>
                    <a:pt x="2554" y="6870"/>
                    <a:pt x="2554" y="6596"/>
                  </a:cubicBezTo>
                  <a:lnTo>
                    <a:pt x="2554" y="517"/>
                  </a:lnTo>
                  <a:cubicBezTo>
                    <a:pt x="2554" y="213"/>
                    <a:pt x="2311" y="0"/>
                    <a:pt x="20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72;p52">
              <a:extLst>
                <a:ext uri="{FF2B5EF4-FFF2-40B4-BE49-F238E27FC236}">
                  <a16:creationId xmlns:a16="http://schemas.microsoft.com/office/drawing/2014/main" id="{4684FF7D-E473-B4B6-A431-05B3E7996123}"/>
                </a:ext>
              </a:extLst>
            </p:cNvPr>
            <p:cNvSpPr/>
            <p:nvPr/>
          </p:nvSpPr>
          <p:spPr>
            <a:xfrm>
              <a:off x="3035898" y="2001182"/>
              <a:ext cx="78531" cy="202976"/>
            </a:xfrm>
            <a:custGeom>
              <a:avLst/>
              <a:gdLst/>
              <a:ahLst/>
              <a:cxnLst/>
              <a:rect l="l" t="t" r="r" b="b"/>
              <a:pathLst>
                <a:path w="2858" h="7387" extrusionOk="0">
                  <a:moveTo>
                    <a:pt x="2189" y="304"/>
                  </a:moveTo>
                  <a:cubicBezTo>
                    <a:pt x="2402" y="304"/>
                    <a:pt x="2584" y="487"/>
                    <a:pt x="2584" y="699"/>
                  </a:cubicBezTo>
                  <a:lnTo>
                    <a:pt x="2584" y="6779"/>
                  </a:lnTo>
                  <a:cubicBezTo>
                    <a:pt x="2584" y="6991"/>
                    <a:pt x="2402" y="7143"/>
                    <a:pt x="2189" y="7143"/>
                  </a:cubicBezTo>
                  <a:lnTo>
                    <a:pt x="670" y="7143"/>
                  </a:lnTo>
                  <a:cubicBezTo>
                    <a:pt x="457" y="7143"/>
                    <a:pt x="305" y="6991"/>
                    <a:pt x="305" y="6779"/>
                  </a:cubicBezTo>
                  <a:lnTo>
                    <a:pt x="305" y="699"/>
                  </a:lnTo>
                  <a:cubicBezTo>
                    <a:pt x="305" y="487"/>
                    <a:pt x="457" y="304"/>
                    <a:pt x="670" y="304"/>
                  </a:cubicBezTo>
                  <a:close/>
                  <a:moveTo>
                    <a:pt x="670" y="0"/>
                  </a:moveTo>
                  <a:cubicBezTo>
                    <a:pt x="305" y="0"/>
                    <a:pt x="1" y="304"/>
                    <a:pt x="1" y="669"/>
                  </a:cubicBezTo>
                  <a:lnTo>
                    <a:pt x="1" y="6748"/>
                  </a:lnTo>
                  <a:cubicBezTo>
                    <a:pt x="1" y="7113"/>
                    <a:pt x="305" y="7386"/>
                    <a:pt x="670" y="7386"/>
                  </a:cubicBezTo>
                  <a:lnTo>
                    <a:pt x="2189" y="7386"/>
                  </a:lnTo>
                  <a:cubicBezTo>
                    <a:pt x="2554" y="7386"/>
                    <a:pt x="2858" y="7113"/>
                    <a:pt x="2858" y="6748"/>
                  </a:cubicBezTo>
                  <a:lnTo>
                    <a:pt x="2858" y="669"/>
                  </a:lnTo>
                  <a:cubicBezTo>
                    <a:pt x="2858" y="304"/>
                    <a:pt x="2554" y="0"/>
                    <a:pt x="21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73;p52">
              <a:extLst>
                <a:ext uri="{FF2B5EF4-FFF2-40B4-BE49-F238E27FC236}">
                  <a16:creationId xmlns:a16="http://schemas.microsoft.com/office/drawing/2014/main" id="{DAE5EAD5-9C13-B1BE-063D-732C3F3938BD}"/>
                </a:ext>
              </a:extLst>
            </p:cNvPr>
            <p:cNvSpPr/>
            <p:nvPr/>
          </p:nvSpPr>
          <p:spPr>
            <a:xfrm>
              <a:off x="3172049" y="2014536"/>
              <a:ext cx="71002" cy="177092"/>
            </a:xfrm>
            <a:custGeom>
              <a:avLst/>
              <a:gdLst/>
              <a:ahLst/>
              <a:cxnLst/>
              <a:rect l="l" t="t" r="r" b="b"/>
              <a:pathLst>
                <a:path w="2584" h="6445" extrusionOk="0">
                  <a:moveTo>
                    <a:pt x="517" y="1"/>
                  </a:moveTo>
                  <a:cubicBezTo>
                    <a:pt x="243" y="1"/>
                    <a:pt x="0" y="213"/>
                    <a:pt x="0" y="517"/>
                  </a:cubicBezTo>
                  <a:lnTo>
                    <a:pt x="0" y="5928"/>
                  </a:lnTo>
                  <a:cubicBezTo>
                    <a:pt x="0" y="6232"/>
                    <a:pt x="243" y="6445"/>
                    <a:pt x="517" y="6445"/>
                  </a:cubicBezTo>
                  <a:lnTo>
                    <a:pt x="2037" y="6445"/>
                  </a:lnTo>
                  <a:cubicBezTo>
                    <a:pt x="2341" y="6445"/>
                    <a:pt x="2554" y="6232"/>
                    <a:pt x="2584" y="5928"/>
                  </a:cubicBezTo>
                  <a:lnTo>
                    <a:pt x="2584" y="517"/>
                  </a:lnTo>
                  <a:cubicBezTo>
                    <a:pt x="2554" y="213"/>
                    <a:pt x="2341" y="1"/>
                    <a:pt x="20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74;p52">
              <a:extLst>
                <a:ext uri="{FF2B5EF4-FFF2-40B4-BE49-F238E27FC236}">
                  <a16:creationId xmlns:a16="http://schemas.microsoft.com/office/drawing/2014/main" id="{CF32F836-5257-DD14-069C-7FBA9D771C13}"/>
                </a:ext>
              </a:extLst>
            </p:cNvPr>
            <p:cNvSpPr/>
            <p:nvPr/>
          </p:nvSpPr>
          <p:spPr>
            <a:xfrm>
              <a:off x="3167873" y="2010359"/>
              <a:ext cx="78531" cy="185446"/>
            </a:xfrm>
            <a:custGeom>
              <a:avLst/>
              <a:gdLst/>
              <a:ahLst/>
              <a:cxnLst/>
              <a:rect l="l" t="t" r="r" b="b"/>
              <a:pathLst>
                <a:path w="2858" h="6749" extrusionOk="0">
                  <a:moveTo>
                    <a:pt x="2189" y="274"/>
                  </a:moveTo>
                  <a:cubicBezTo>
                    <a:pt x="2402" y="274"/>
                    <a:pt x="2584" y="457"/>
                    <a:pt x="2584" y="669"/>
                  </a:cubicBezTo>
                  <a:lnTo>
                    <a:pt x="2584" y="6110"/>
                  </a:lnTo>
                  <a:cubicBezTo>
                    <a:pt x="2584" y="6323"/>
                    <a:pt x="2402" y="6475"/>
                    <a:pt x="2189" y="6475"/>
                  </a:cubicBezTo>
                  <a:lnTo>
                    <a:pt x="669" y="6475"/>
                  </a:lnTo>
                  <a:cubicBezTo>
                    <a:pt x="456" y="6475"/>
                    <a:pt x="304" y="6323"/>
                    <a:pt x="304" y="6110"/>
                  </a:cubicBezTo>
                  <a:lnTo>
                    <a:pt x="304" y="669"/>
                  </a:lnTo>
                  <a:cubicBezTo>
                    <a:pt x="304" y="457"/>
                    <a:pt x="456" y="274"/>
                    <a:pt x="669" y="274"/>
                  </a:cubicBezTo>
                  <a:close/>
                  <a:moveTo>
                    <a:pt x="669" y="1"/>
                  </a:moveTo>
                  <a:cubicBezTo>
                    <a:pt x="304" y="1"/>
                    <a:pt x="0" y="305"/>
                    <a:pt x="0" y="669"/>
                  </a:cubicBezTo>
                  <a:lnTo>
                    <a:pt x="0" y="6080"/>
                  </a:lnTo>
                  <a:cubicBezTo>
                    <a:pt x="0" y="6445"/>
                    <a:pt x="304" y="6748"/>
                    <a:pt x="669" y="6748"/>
                  </a:cubicBezTo>
                  <a:lnTo>
                    <a:pt x="2189" y="6748"/>
                  </a:lnTo>
                  <a:cubicBezTo>
                    <a:pt x="2554" y="6748"/>
                    <a:pt x="2858" y="6445"/>
                    <a:pt x="2858" y="6080"/>
                  </a:cubicBezTo>
                  <a:lnTo>
                    <a:pt x="2858" y="669"/>
                  </a:lnTo>
                  <a:cubicBezTo>
                    <a:pt x="2858" y="305"/>
                    <a:pt x="2554" y="1"/>
                    <a:pt x="21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75;p52">
              <a:extLst>
                <a:ext uri="{FF2B5EF4-FFF2-40B4-BE49-F238E27FC236}">
                  <a16:creationId xmlns:a16="http://schemas.microsoft.com/office/drawing/2014/main" id="{BC73E47F-373C-8153-472A-272C2BB1F805}"/>
                </a:ext>
              </a:extLst>
            </p:cNvPr>
            <p:cNvSpPr/>
            <p:nvPr/>
          </p:nvSpPr>
          <p:spPr>
            <a:xfrm>
              <a:off x="3145314" y="2005359"/>
              <a:ext cx="71029" cy="195447"/>
            </a:xfrm>
            <a:custGeom>
              <a:avLst/>
              <a:gdLst/>
              <a:ahLst/>
              <a:cxnLst/>
              <a:rect l="l" t="t" r="r" b="b"/>
              <a:pathLst>
                <a:path w="2585" h="7113" extrusionOk="0">
                  <a:moveTo>
                    <a:pt x="517" y="0"/>
                  </a:moveTo>
                  <a:cubicBezTo>
                    <a:pt x="244" y="0"/>
                    <a:pt x="1" y="213"/>
                    <a:pt x="1" y="517"/>
                  </a:cubicBezTo>
                  <a:lnTo>
                    <a:pt x="1" y="6596"/>
                  </a:lnTo>
                  <a:cubicBezTo>
                    <a:pt x="1" y="6870"/>
                    <a:pt x="244" y="7113"/>
                    <a:pt x="517" y="7113"/>
                  </a:cubicBezTo>
                  <a:lnTo>
                    <a:pt x="2037" y="7113"/>
                  </a:lnTo>
                  <a:cubicBezTo>
                    <a:pt x="2341" y="7113"/>
                    <a:pt x="2584" y="6870"/>
                    <a:pt x="2584" y="6596"/>
                  </a:cubicBezTo>
                  <a:lnTo>
                    <a:pt x="2584" y="517"/>
                  </a:lnTo>
                  <a:cubicBezTo>
                    <a:pt x="2584" y="213"/>
                    <a:pt x="2341" y="0"/>
                    <a:pt x="20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76;p52">
              <a:extLst>
                <a:ext uri="{FF2B5EF4-FFF2-40B4-BE49-F238E27FC236}">
                  <a16:creationId xmlns:a16="http://schemas.microsoft.com/office/drawing/2014/main" id="{7CD1A917-B456-C87A-7D6A-0BEF79574900}"/>
                </a:ext>
              </a:extLst>
            </p:cNvPr>
            <p:cNvSpPr/>
            <p:nvPr/>
          </p:nvSpPr>
          <p:spPr>
            <a:xfrm>
              <a:off x="3141989" y="2001182"/>
              <a:ext cx="77679" cy="202976"/>
            </a:xfrm>
            <a:custGeom>
              <a:avLst/>
              <a:gdLst/>
              <a:ahLst/>
              <a:cxnLst/>
              <a:rect l="l" t="t" r="r" b="b"/>
              <a:pathLst>
                <a:path w="2827" h="7387" extrusionOk="0">
                  <a:moveTo>
                    <a:pt x="2158" y="304"/>
                  </a:moveTo>
                  <a:cubicBezTo>
                    <a:pt x="2371" y="304"/>
                    <a:pt x="2553" y="487"/>
                    <a:pt x="2553" y="699"/>
                  </a:cubicBezTo>
                  <a:lnTo>
                    <a:pt x="2553" y="6779"/>
                  </a:lnTo>
                  <a:cubicBezTo>
                    <a:pt x="2553" y="6991"/>
                    <a:pt x="2371" y="7143"/>
                    <a:pt x="2158" y="7143"/>
                  </a:cubicBezTo>
                  <a:lnTo>
                    <a:pt x="638" y="7143"/>
                  </a:lnTo>
                  <a:cubicBezTo>
                    <a:pt x="426" y="7143"/>
                    <a:pt x="274" y="6991"/>
                    <a:pt x="274" y="6779"/>
                  </a:cubicBezTo>
                  <a:lnTo>
                    <a:pt x="274" y="699"/>
                  </a:lnTo>
                  <a:cubicBezTo>
                    <a:pt x="274" y="487"/>
                    <a:pt x="426" y="304"/>
                    <a:pt x="638" y="304"/>
                  </a:cubicBezTo>
                  <a:close/>
                  <a:moveTo>
                    <a:pt x="638" y="0"/>
                  </a:moveTo>
                  <a:cubicBezTo>
                    <a:pt x="274" y="0"/>
                    <a:pt x="0" y="304"/>
                    <a:pt x="0" y="669"/>
                  </a:cubicBezTo>
                  <a:lnTo>
                    <a:pt x="0" y="6748"/>
                  </a:lnTo>
                  <a:cubicBezTo>
                    <a:pt x="0" y="7113"/>
                    <a:pt x="274" y="7386"/>
                    <a:pt x="638" y="7386"/>
                  </a:cubicBezTo>
                  <a:lnTo>
                    <a:pt x="2158" y="7386"/>
                  </a:lnTo>
                  <a:cubicBezTo>
                    <a:pt x="2523" y="7386"/>
                    <a:pt x="2827" y="7113"/>
                    <a:pt x="2827" y="6748"/>
                  </a:cubicBezTo>
                  <a:lnTo>
                    <a:pt x="2827" y="669"/>
                  </a:lnTo>
                  <a:cubicBezTo>
                    <a:pt x="2827" y="304"/>
                    <a:pt x="2523" y="0"/>
                    <a:pt x="215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77;p52">
              <a:extLst>
                <a:ext uri="{FF2B5EF4-FFF2-40B4-BE49-F238E27FC236}">
                  <a16:creationId xmlns:a16="http://schemas.microsoft.com/office/drawing/2014/main" id="{3F147004-C009-1488-EB9E-5F3805A98286}"/>
                </a:ext>
              </a:extLst>
            </p:cNvPr>
            <p:cNvSpPr/>
            <p:nvPr/>
          </p:nvSpPr>
          <p:spPr>
            <a:xfrm>
              <a:off x="3277288" y="2014536"/>
              <a:ext cx="71002" cy="177092"/>
            </a:xfrm>
            <a:custGeom>
              <a:avLst/>
              <a:gdLst/>
              <a:ahLst/>
              <a:cxnLst/>
              <a:rect l="l" t="t" r="r" b="b"/>
              <a:pathLst>
                <a:path w="2584" h="6445" extrusionOk="0">
                  <a:moveTo>
                    <a:pt x="547" y="1"/>
                  </a:moveTo>
                  <a:cubicBezTo>
                    <a:pt x="243" y="1"/>
                    <a:pt x="0" y="213"/>
                    <a:pt x="0" y="517"/>
                  </a:cubicBezTo>
                  <a:lnTo>
                    <a:pt x="0" y="5928"/>
                  </a:lnTo>
                  <a:cubicBezTo>
                    <a:pt x="0" y="6232"/>
                    <a:pt x="243" y="6445"/>
                    <a:pt x="547" y="6445"/>
                  </a:cubicBezTo>
                  <a:lnTo>
                    <a:pt x="2067" y="6445"/>
                  </a:lnTo>
                  <a:cubicBezTo>
                    <a:pt x="2341" y="6445"/>
                    <a:pt x="2584" y="6232"/>
                    <a:pt x="2584" y="5928"/>
                  </a:cubicBezTo>
                  <a:lnTo>
                    <a:pt x="2584" y="517"/>
                  </a:lnTo>
                  <a:cubicBezTo>
                    <a:pt x="2584" y="213"/>
                    <a:pt x="2341" y="1"/>
                    <a:pt x="2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8;p52">
              <a:extLst>
                <a:ext uri="{FF2B5EF4-FFF2-40B4-BE49-F238E27FC236}">
                  <a16:creationId xmlns:a16="http://schemas.microsoft.com/office/drawing/2014/main" id="{52BE700C-2892-863D-C86E-8CB9EDCFA326}"/>
                </a:ext>
              </a:extLst>
            </p:cNvPr>
            <p:cNvSpPr/>
            <p:nvPr/>
          </p:nvSpPr>
          <p:spPr>
            <a:xfrm>
              <a:off x="3273936" y="2010359"/>
              <a:ext cx="77706" cy="185446"/>
            </a:xfrm>
            <a:custGeom>
              <a:avLst/>
              <a:gdLst/>
              <a:ahLst/>
              <a:cxnLst/>
              <a:rect l="l" t="t" r="r" b="b"/>
              <a:pathLst>
                <a:path w="2828" h="6749" extrusionOk="0">
                  <a:moveTo>
                    <a:pt x="2189" y="274"/>
                  </a:moveTo>
                  <a:cubicBezTo>
                    <a:pt x="2371" y="274"/>
                    <a:pt x="2554" y="457"/>
                    <a:pt x="2554" y="669"/>
                  </a:cubicBezTo>
                  <a:lnTo>
                    <a:pt x="2554" y="6110"/>
                  </a:lnTo>
                  <a:cubicBezTo>
                    <a:pt x="2554" y="6323"/>
                    <a:pt x="2371" y="6475"/>
                    <a:pt x="2189" y="6475"/>
                  </a:cubicBezTo>
                  <a:lnTo>
                    <a:pt x="669" y="6475"/>
                  </a:lnTo>
                  <a:cubicBezTo>
                    <a:pt x="457" y="6475"/>
                    <a:pt x="274" y="6323"/>
                    <a:pt x="274" y="6110"/>
                  </a:cubicBezTo>
                  <a:lnTo>
                    <a:pt x="274" y="669"/>
                  </a:lnTo>
                  <a:cubicBezTo>
                    <a:pt x="274" y="457"/>
                    <a:pt x="457" y="274"/>
                    <a:pt x="669" y="274"/>
                  </a:cubicBezTo>
                  <a:close/>
                  <a:moveTo>
                    <a:pt x="669" y="1"/>
                  </a:moveTo>
                  <a:cubicBezTo>
                    <a:pt x="305" y="1"/>
                    <a:pt x="1" y="305"/>
                    <a:pt x="1" y="669"/>
                  </a:cubicBezTo>
                  <a:lnTo>
                    <a:pt x="1" y="6080"/>
                  </a:lnTo>
                  <a:cubicBezTo>
                    <a:pt x="1" y="6445"/>
                    <a:pt x="305" y="6748"/>
                    <a:pt x="669" y="6748"/>
                  </a:cubicBezTo>
                  <a:lnTo>
                    <a:pt x="2189" y="6748"/>
                  </a:lnTo>
                  <a:cubicBezTo>
                    <a:pt x="2523" y="6748"/>
                    <a:pt x="2827" y="6445"/>
                    <a:pt x="2827" y="6080"/>
                  </a:cubicBezTo>
                  <a:lnTo>
                    <a:pt x="2827" y="669"/>
                  </a:lnTo>
                  <a:cubicBezTo>
                    <a:pt x="2827" y="305"/>
                    <a:pt x="2523" y="1"/>
                    <a:pt x="21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79;p52">
              <a:extLst>
                <a:ext uri="{FF2B5EF4-FFF2-40B4-BE49-F238E27FC236}">
                  <a16:creationId xmlns:a16="http://schemas.microsoft.com/office/drawing/2014/main" id="{37235F2E-0C1D-DC7B-C2D2-D658DD8C8316}"/>
                </a:ext>
              </a:extLst>
            </p:cNvPr>
            <p:cNvSpPr/>
            <p:nvPr/>
          </p:nvSpPr>
          <p:spPr>
            <a:xfrm>
              <a:off x="3251377" y="2005359"/>
              <a:ext cx="70205" cy="195447"/>
            </a:xfrm>
            <a:custGeom>
              <a:avLst/>
              <a:gdLst/>
              <a:ahLst/>
              <a:cxnLst/>
              <a:rect l="l" t="t" r="r" b="b"/>
              <a:pathLst>
                <a:path w="2555" h="7113" extrusionOk="0">
                  <a:moveTo>
                    <a:pt x="518" y="0"/>
                  </a:moveTo>
                  <a:cubicBezTo>
                    <a:pt x="214" y="0"/>
                    <a:pt x="1" y="213"/>
                    <a:pt x="1" y="517"/>
                  </a:cubicBezTo>
                  <a:lnTo>
                    <a:pt x="1" y="6596"/>
                  </a:lnTo>
                  <a:cubicBezTo>
                    <a:pt x="1" y="6870"/>
                    <a:pt x="214" y="7113"/>
                    <a:pt x="518" y="7113"/>
                  </a:cubicBezTo>
                  <a:lnTo>
                    <a:pt x="2037" y="7113"/>
                  </a:lnTo>
                  <a:cubicBezTo>
                    <a:pt x="2311" y="7113"/>
                    <a:pt x="2554" y="6870"/>
                    <a:pt x="2554" y="6596"/>
                  </a:cubicBezTo>
                  <a:lnTo>
                    <a:pt x="2554" y="517"/>
                  </a:lnTo>
                  <a:cubicBezTo>
                    <a:pt x="2554" y="213"/>
                    <a:pt x="2311" y="0"/>
                    <a:pt x="20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80;p52">
              <a:extLst>
                <a:ext uri="{FF2B5EF4-FFF2-40B4-BE49-F238E27FC236}">
                  <a16:creationId xmlns:a16="http://schemas.microsoft.com/office/drawing/2014/main" id="{257A3F4A-4912-B594-6150-9AAAD3437284}"/>
                </a:ext>
              </a:extLst>
            </p:cNvPr>
            <p:cNvSpPr/>
            <p:nvPr/>
          </p:nvSpPr>
          <p:spPr>
            <a:xfrm>
              <a:off x="3247200" y="2001182"/>
              <a:ext cx="78558" cy="202976"/>
            </a:xfrm>
            <a:custGeom>
              <a:avLst/>
              <a:gdLst/>
              <a:ahLst/>
              <a:cxnLst/>
              <a:rect l="l" t="t" r="r" b="b"/>
              <a:pathLst>
                <a:path w="2859" h="7387" extrusionOk="0">
                  <a:moveTo>
                    <a:pt x="2189" y="304"/>
                  </a:moveTo>
                  <a:cubicBezTo>
                    <a:pt x="2402" y="304"/>
                    <a:pt x="2554" y="487"/>
                    <a:pt x="2554" y="699"/>
                  </a:cubicBezTo>
                  <a:lnTo>
                    <a:pt x="2554" y="6779"/>
                  </a:lnTo>
                  <a:cubicBezTo>
                    <a:pt x="2554" y="6991"/>
                    <a:pt x="2402" y="7143"/>
                    <a:pt x="2189" y="7143"/>
                  </a:cubicBezTo>
                  <a:lnTo>
                    <a:pt x="670" y="7143"/>
                  </a:lnTo>
                  <a:cubicBezTo>
                    <a:pt x="457" y="7143"/>
                    <a:pt x="274" y="6991"/>
                    <a:pt x="274" y="6779"/>
                  </a:cubicBezTo>
                  <a:lnTo>
                    <a:pt x="274" y="699"/>
                  </a:lnTo>
                  <a:cubicBezTo>
                    <a:pt x="274" y="487"/>
                    <a:pt x="457" y="304"/>
                    <a:pt x="670" y="304"/>
                  </a:cubicBezTo>
                  <a:close/>
                  <a:moveTo>
                    <a:pt x="670" y="0"/>
                  </a:moveTo>
                  <a:cubicBezTo>
                    <a:pt x="305" y="0"/>
                    <a:pt x="1" y="304"/>
                    <a:pt x="1" y="669"/>
                  </a:cubicBezTo>
                  <a:lnTo>
                    <a:pt x="1" y="6748"/>
                  </a:lnTo>
                  <a:cubicBezTo>
                    <a:pt x="1" y="7113"/>
                    <a:pt x="305" y="7386"/>
                    <a:pt x="670" y="7386"/>
                  </a:cubicBezTo>
                  <a:lnTo>
                    <a:pt x="2189" y="7386"/>
                  </a:lnTo>
                  <a:cubicBezTo>
                    <a:pt x="2554" y="7386"/>
                    <a:pt x="2858" y="7113"/>
                    <a:pt x="2858" y="6748"/>
                  </a:cubicBezTo>
                  <a:lnTo>
                    <a:pt x="2858" y="669"/>
                  </a:lnTo>
                  <a:cubicBezTo>
                    <a:pt x="2858" y="304"/>
                    <a:pt x="2554" y="0"/>
                    <a:pt x="21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381;p52">
              <a:extLst>
                <a:ext uri="{FF2B5EF4-FFF2-40B4-BE49-F238E27FC236}">
                  <a16:creationId xmlns:a16="http://schemas.microsoft.com/office/drawing/2014/main" id="{AB8A119F-F255-BBAE-2C75-71E7275D505B}"/>
                </a:ext>
              </a:extLst>
            </p:cNvPr>
            <p:cNvSpPr/>
            <p:nvPr/>
          </p:nvSpPr>
          <p:spPr>
            <a:xfrm>
              <a:off x="3383351" y="2014536"/>
              <a:ext cx="50146" cy="177092"/>
            </a:xfrm>
            <a:custGeom>
              <a:avLst/>
              <a:gdLst/>
              <a:ahLst/>
              <a:cxnLst/>
              <a:rect l="l" t="t" r="r" b="b"/>
              <a:pathLst>
                <a:path w="1825" h="6445" extrusionOk="0">
                  <a:moveTo>
                    <a:pt x="517" y="1"/>
                  </a:moveTo>
                  <a:cubicBezTo>
                    <a:pt x="213" y="1"/>
                    <a:pt x="0" y="213"/>
                    <a:pt x="0" y="517"/>
                  </a:cubicBezTo>
                  <a:lnTo>
                    <a:pt x="0" y="5928"/>
                  </a:lnTo>
                  <a:cubicBezTo>
                    <a:pt x="0" y="6232"/>
                    <a:pt x="213" y="6445"/>
                    <a:pt x="517" y="6445"/>
                  </a:cubicBezTo>
                  <a:lnTo>
                    <a:pt x="1824" y="6445"/>
                  </a:lnTo>
                  <a:lnTo>
                    <a:pt x="18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382;p52">
              <a:extLst>
                <a:ext uri="{FF2B5EF4-FFF2-40B4-BE49-F238E27FC236}">
                  <a16:creationId xmlns:a16="http://schemas.microsoft.com/office/drawing/2014/main" id="{03D4B33A-441B-372F-27F0-0ECDCE0E3867}"/>
                </a:ext>
              </a:extLst>
            </p:cNvPr>
            <p:cNvSpPr/>
            <p:nvPr/>
          </p:nvSpPr>
          <p:spPr>
            <a:xfrm>
              <a:off x="3379175" y="2010359"/>
              <a:ext cx="57648" cy="185446"/>
            </a:xfrm>
            <a:custGeom>
              <a:avLst/>
              <a:gdLst/>
              <a:ahLst/>
              <a:cxnLst/>
              <a:rect l="l" t="t" r="r" b="b"/>
              <a:pathLst>
                <a:path w="2098" h="6749" extrusionOk="0">
                  <a:moveTo>
                    <a:pt x="669" y="274"/>
                  </a:moveTo>
                  <a:lnTo>
                    <a:pt x="1794" y="305"/>
                  </a:lnTo>
                  <a:lnTo>
                    <a:pt x="1794" y="6475"/>
                  </a:lnTo>
                  <a:lnTo>
                    <a:pt x="669" y="6475"/>
                  </a:lnTo>
                  <a:cubicBezTo>
                    <a:pt x="456" y="6475"/>
                    <a:pt x="274" y="6323"/>
                    <a:pt x="274" y="6110"/>
                  </a:cubicBezTo>
                  <a:lnTo>
                    <a:pt x="274" y="669"/>
                  </a:lnTo>
                  <a:cubicBezTo>
                    <a:pt x="274" y="457"/>
                    <a:pt x="456" y="274"/>
                    <a:pt x="669" y="274"/>
                  </a:cubicBezTo>
                  <a:close/>
                  <a:moveTo>
                    <a:pt x="669" y="1"/>
                  </a:moveTo>
                  <a:cubicBezTo>
                    <a:pt x="304" y="1"/>
                    <a:pt x="0" y="305"/>
                    <a:pt x="0" y="669"/>
                  </a:cubicBezTo>
                  <a:lnTo>
                    <a:pt x="0" y="6080"/>
                  </a:lnTo>
                  <a:cubicBezTo>
                    <a:pt x="0" y="6445"/>
                    <a:pt x="304" y="6748"/>
                    <a:pt x="669" y="6748"/>
                  </a:cubicBezTo>
                  <a:lnTo>
                    <a:pt x="2098" y="6748"/>
                  </a:lnTo>
                  <a:lnTo>
                    <a:pt x="209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383;p52">
              <a:extLst>
                <a:ext uri="{FF2B5EF4-FFF2-40B4-BE49-F238E27FC236}">
                  <a16:creationId xmlns:a16="http://schemas.microsoft.com/office/drawing/2014/main" id="{66F384FD-A8DC-93F3-8D60-7D9891B19DB1}"/>
                </a:ext>
              </a:extLst>
            </p:cNvPr>
            <p:cNvSpPr/>
            <p:nvPr/>
          </p:nvSpPr>
          <p:spPr>
            <a:xfrm>
              <a:off x="3356616" y="2005359"/>
              <a:ext cx="71029" cy="195447"/>
            </a:xfrm>
            <a:custGeom>
              <a:avLst/>
              <a:gdLst/>
              <a:ahLst/>
              <a:cxnLst/>
              <a:rect l="l" t="t" r="r" b="b"/>
              <a:pathLst>
                <a:path w="2585" h="7113" extrusionOk="0">
                  <a:moveTo>
                    <a:pt x="517" y="0"/>
                  </a:moveTo>
                  <a:cubicBezTo>
                    <a:pt x="244" y="0"/>
                    <a:pt x="1" y="213"/>
                    <a:pt x="1" y="517"/>
                  </a:cubicBezTo>
                  <a:lnTo>
                    <a:pt x="1" y="6596"/>
                  </a:lnTo>
                  <a:cubicBezTo>
                    <a:pt x="1" y="6870"/>
                    <a:pt x="244" y="7113"/>
                    <a:pt x="517" y="7113"/>
                  </a:cubicBezTo>
                  <a:lnTo>
                    <a:pt x="2037" y="7113"/>
                  </a:lnTo>
                  <a:cubicBezTo>
                    <a:pt x="2341" y="7113"/>
                    <a:pt x="2554" y="6870"/>
                    <a:pt x="2584" y="6596"/>
                  </a:cubicBezTo>
                  <a:lnTo>
                    <a:pt x="2584" y="517"/>
                  </a:lnTo>
                  <a:cubicBezTo>
                    <a:pt x="2554" y="213"/>
                    <a:pt x="2341" y="0"/>
                    <a:pt x="20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384;p52">
              <a:extLst>
                <a:ext uri="{FF2B5EF4-FFF2-40B4-BE49-F238E27FC236}">
                  <a16:creationId xmlns:a16="http://schemas.microsoft.com/office/drawing/2014/main" id="{7E0D6CBD-46A4-D6D4-C036-7F90697E0CA2}"/>
                </a:ext>
              </a:extLst>
            </p:cNvPr>
            <p:cNvSpPr/>
            <p:nvPr/>
          </p:nvSpPr>
          <p:spPr>
            <a:xfrm>
              <a:off x="3352439" y="2001182"/>
              <a:ext cx="78531" cy="202976"/>
            </a:xfrm>
            <a:custGeom>
              <a:avLst/>
              <a:gdLst/>
              <a:ahLst/>
              <a:cxnLst/>
              <a:rect l="l" t="t" r="r" b="b"/>
              <a:pathLst>
                <a:path w="2858" h="7387" extrusionOk="0">
                  <a:moveTo>
                    <a:pt x="2189" y="304"/>
                  </a:moveTo>
                  <a:cubicBezTo>
                    <a:pt x="2402" y="304"/>
                    <a:pt x="2584" y="487"/>
                    <a:pt x="2584" y="699"/>
                  </a:cubicBezTo>
                  <a:lnTo>
                    <a:pt x="2584" y="6779"/>
                  </a:lnTo>
                  <a:cubicBezTo>
                    <a:pt x="2584" y="6991"/>
                    <a:pt x="2402" y="7143"/>
                    <a:pt x="2189" y="7143"/>
                  </a:cubicBezTo>
                  <a:lnTo>
                    <a:pt x="669" y="7143"/>
                  </a:lnTo>
                  <a:cubicBezTo>
                    <a:pt x="457" y="7143"/>
                    <a:pt x="305" y="6991"/>
                    <a:pt x="305" y="6779"/>
                  </a:cubicBezTo>
                  <a:lnTo>
                    <a:pt x="305" y="699"/>
                  </a:lnTo>
                  <a:cubicBezTo>
                    <a:pt x="305" y="487"/>
                    <a:pt x="457" y="304"/>
                    <a:pt x="669" y="304"/>
                  </a:cubicBezTo>
                  <a:close/>
                  <a:moveTo>
                    <a:pt x="669" y="0"/>
                  </a:moveTo>
                  <a:cubicBezTo>
                    <a:pt x="305" y="0"/>
                    <a:pt x="31" y="304"/>
                    <a:pt x="1" y="669"/>
                  </a:cubicBezTo>
                  <a:lnTo>
                    <a:pt x="1" y="6748"/>
                  </a:lnTo>
                  <a:cubicBezTo>
                    <a:pt x="31" y="7113"/>
                    <a:pt x="305" y="7386"/>
                    <a:pt x="669" y="7386"/>
                  </a:cubicBezTo>
                  <a:lnTo>
                    <a:pt x="2189" y="7386"/>
                  </a:lnTo>
                  <a:cubicBezTo>
                    <a:pt x="2554" y="7386"/>
                    <a:pt x="2858" y="7113"/>
                    <a:pt x="2858" y="6748"/>
                  </a:cubicBezTo>
                  <a:lnTo>
                    <a:pt x="2858" y="669"/>
                  </a:lnTo>
                  <a:cubicBezTo>
                    <a:pt x="2858" y="304"/>
                    <a:pt x="2554" y="0"/>
                    <a:pt x="21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385;p52">
              <a:extLst>
                <a:ext uri="{FF2B5EF4-FFF2-40B4-BE49-F238E27FC236}">
                  <a16:creationId xmlns:a16="http://schemas.microsoft.com/office/drawing/2014/main" id="{4B078E93-E5C1-4355-DCD6-F3C06D204E55}"/>
                </a:ext>
              </a:extLst>
            </p:cNvPr>
            <p:cNvSpPr/>
            <p:nvPr/>
          </p:nvSpPr>
          <p:spPr>
            <a:xfrm>
              <a:off x="2737740" y="1456633"/>
              <a:ext cx="124473" cy="198800"/>
            </a:xfrm>
            <a:custGeom>
              <a:avLst/>
              <a:gdLst/>
              <a:ahLst/>
              <a:cxnLst/>
              <a:rect l="l" t="t" r="r" b="b"/>
              <a:pathLst>
                <a:path w="4530" h="7235" extrusionOk="0">
                  <a:moveTo>
                    <a:pt x="4530" y="0"/>
                  </a:moveTo>
                  <a:lnTo>
                    <a:pt x="1" y="5654"/>
                  </a:lnTo>
                  <a:lnTo>
                    <a:pt x="3526" y="7235"/>
                  </a:lnTo>
                  <a:lnTo>
                    <a:pt x="45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386;p52">
              <a:extLst>
                <a:ext uri="{FF2B5EF4-FFF2-40B4-BE49-F238E27FC236}">
                  <a16:creationId xmlns:a16="http://schemas.microsoft.com/office/drawing/2014/main" id="{5C643181-B4D6-A77A-4800-DE492A0D6A9A}"/>
                </a:ext>
              </a:extLst>
            </p:cNvPr>
            <p:cNvSpPr/>
            <p:nvPr/>
          </p:nvSpPr>
          <p:spPr>
            <a:xfrm>
              <a:off x="2729387" y="1438250"/>
              <a:ext cx="140355" cy="224711"/>
            </a:xfrm>
            <a:custGeom>
              <a:avLst/>
              <a:gdLst/>
              <a:ahLst/>
              <a:cxnLst/>
              <a:rect l="l" t="t" r="r" b="b"/>
              <a:pathLst>
                <a:path w="5108" h="8178" extrusionOk="0">
                  <a:moveTo>
                    <a:pt x="4560" y="1338"/>
                  </a:moveTo>
                  <a:lnTo>
                    <a:pt x="3678" y="7630"/>
                  </a:lnTo>
                  <a:lnTo>
                    <a:pt x="608" y="6232"/>
                  </a:lnTo>
                  <a:lnTo>
                    <a:pt x="4560" y="1338"/>
                  </a:lnTo>
                  <a:close/>
                  <a:moveTo>
                    <a:pt x="5107" y="1"/>
                  </a:moveTo>
                  <a:lnTo>
                    <a:pt x="1" y="6384"/>
                  </a:lnTo>
                  <a:lnTo>
                    <a:pt x="3982" y="8177"/>
                  </a:lnTo>
                  <a:lnTo>
                    <a:pt x="51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387;p52">
              <a:extLst>
                <a:ext uri="{FF2B5EF4-FFF2-40B4-BE49-F238E27FC236}">
                  <a16:creationId xmlns:a16="http://schemas.microsoft.com/office/drawing/2014/main" id="{40EB94DA-F98C-767E-37FF-3CD2E3B34F86}"/>
                </a:ext>
              </a:extLst>
            </p:cNvPr>
            <p:cNvSpPr/>
            <p:nvPr/>
          </p:nvSpPr>
          <p:spPr>
            <a:xfrm>
              <a:off x="2658385" y="1595724"/>
              <a:ext cx="219710" cy="137772"/>
            </a:xfrm>
            <a:custGeom>
              <a:avLst/>
              <a:gdLst/>
              <a:ahLst/>
              <a:cxnLst/>
              <a:rect l="l" t="t" r="r" b="b"/>
              <a:pathLst>
                <a:path w="7996" h="5014" extrusionOk="0">
                  <a:moveTo>
                    <a:pt x="2458" y="0"/>
                  </a:moveTo>
                  <a:cubicBezTo>
                    <a:pt x="1495" y="0"/>
                    <a:pt x="734" y="320"/>
                    <a:pt x="457" y="926"/>
                  </a:cubicBezTo>
                  <a:cubicBezTo>
                    <a:pt x="1" y="2021"/>
                    <a:pt x="1186" y="3601"/>
                    <a:pt x="3132" y="4452"/>
                  </a:cubicBezTo>
                  <a:cubicBezTo>
                    <a:pt x="3968" y="4831"/>
                    <a:pt x="4811" y="5014"/>
                    <a:pt x="5536" y="5014"/>
                  </a:cubicBezTo>
                  <a:cubicBezTo>
                    <a:pt x="6496" y="5014"/>
                    <a:pt x="7249" y="4694"/>
                    <a:pt x="7509" y="4087"/>
                  </a:cubicBezTo>
                  <a:cubicBezTo>
                    <a:pt x="7995" y="3024"/>
                    <a:pt x="6810" y="1413"/>
                    <a:pt x="4864" y="562"/>
                  </a:cubicBezTo>
                  <a:cubicBezTo>
                    <a:pt x="4027" y="182"/>
                    <a:pt x="3185" y="0"/>
                    <a:pt x="2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388;p52">
              <a:extLst>
                <a:ext uri="{FF2B5EF4-FFF2-40B4-BE49-F238E27FC236}">
                  <a16:creationId xmlns:a16="http://schemas.microsoft.com/office/drawing/2014/main" id="{1AFAD2D0-9931-E14A-6B9B-A142A3F3C214}"/>
                </a:ext>
              </a:extLst>
            </p:cNvPr>
            <p:cNvSpPr/>
            <p:nvPr/>
          </p:nvSpPr>
          <p:spPr>
            <a:xfrm>
              <a:off x="2659237" y="1590613"/>
              <a:ext cx="225535" cy="148351"/>
            </a:xfrm>
            <a:custGeom>
              <a:avLst/>
              <a:gdLst/>
              <a:ahLst/>
              <a:cxnLst/>
              <a:rect l="l" t="t" r="r" b="b"/>
              <a:pathLst>
                <a:path w="8208" h="5399" extrusionOk="0">
                  <a:moveTo>
                    <a:pt x="2434" y="383"/>
                  </a:moveTo>
                  <a:cubicBezTo>
                    <a:pt x="3224" y="414"/>
                    <a:pt x="4013" y="596"/>
                    <a:pt x="4742" y="930"/>
                  </a:cubicBezTo>
                  <a:cubicBezTo>
                    <a:pt x="6566" y="1720"/>
                    <a:pt x="7751" y="3240"/>
                    <a:pt x="7326" y="4182"/>
                  </a:cubicBezTo>
                  <a:cubicBezTo>
                    <a:pt x="7113" y="4638"/>
                    <a:pt x="6596" y="4942"/>
                    <a:pt x="5836" y="5003"/>
                  </a:cubicBezTo>
                  <a:cubicBezTo>
                    <a:pt x="5770" y="5005"/>
                    <a:pt x="5703" y="5006"/>
                    <a:pt x="5637" y="5006"/>
                  </a:cubicBezTo>
                  <a:cubicBezTo>
                    <a:pt x="3854" y="5006"/>
                    <a:pt x="2146" y="4222"/>
                    <a:pt x="1003" y="2845"/>
                  </a:cubicBezTo>
                  <a:cubicBezTo>
                    <a:pt x="547" y="2237"/>
                    <a:pt x="426" y="1659"/>
                    <a:pt x="639" y="1204"/>
                  </a:cubicBezTo>
                  <a:cubicBezTo>
                    <a:pt x="849" y="662"/>
                    <a:pt x="1536" y="389"/>
                    <a:pt x="2434" y="383"/>
                  </a:cubicBezTo>
                  <a:close/>
                  <a:moveTo>
                    <a:pt x="2431" y="0"/>
                  </a:moveTo>
                  <a:cubicBezTo>
                    <a:pt x="1393" y="0"/>
                    <a:pt x="575" y="361"/>
                    <a:pt x="274" y="1052"/>
                  </a:cubicBezTo>
                  <a:cubicBezTo>
                    <a:pt x="0" y="1629"/>
                    <a:pt x="152" y="2359"/>
                    <a:pt x="699" y="3088"/>
                  </a:cubicBezTo>
                  <a:cubicBezTo>
                    <a:pt x="1307" y="3848"/>
                    <a:pt x="2098" y="4425"/>
                    <a:pt x="3010" y="4821"/>
                  </a:cubicBezTo>
                  <a:cubicBezTo>
                    <a:pt x="3800" y="5185"/>
                    <a:pt x="4620" y="5368"/>
                    <a:pt x="5502" y="5398"/>
                  </a:cubicBezTo>
                  <a:cubicBezTo>
                    <a:pt x="5624" y="5398"/>
                    <a:pt x="5745" y="5398"/>
                    <a:pt x="5867" y="5368"/>
                  </a:cubicBezTo>
                  <a:cubicBezTo>
                    <a:pt x="6748" y="5307"/>
                    <a:pt x="7387" y="4942"/>
                    <a:pt x="7660" y="4334"/>
                  </a:cubicBezTo>
                  <a:cubicBezTo>
                    <a:pt x="8207" y="3149"/>
                    <a:pt x="6991" y="1507"/>
                    <a:pt x="4894" y="565"/>
                  </a:cubicBezTo>
                  <a:cubicBezTo>
                    <a:pt x="4032" y="185"/>
                    <a:pt x="3175" y="0"/>
                    <a:pt x="2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389;p52">
              <a:extLst>
                <a:ext uri="{FF2B5EF4-FFF2-40B4-BE49-F238E27FC236}">
                  <a16:creationId xmlns:a16="http://schemas.microsoft.com/office/drawing/2014/main" id="{107CDB31-1CA8-5B1A-2F7B-1DCF104C6497}"/>
                </a:ext>
              </a:extLst>
            </p:cNvPr>
            <p:cNvSpPr/>
            <p:nvPr/>
          </p:nvSpPr>
          <p:spPr>
            <a:xfrm>
              <a:off x="2022803" y="1721324"/>
              <a:ext cx="271478" cy="375095"/>
            </a:xfrm>
            <a:custGeom>
              <a:avLst/>
              <a:gdLst/>
              <a:ahLst/>
              <a:cxnLst/>
              <a:rect l="l" t="t" r="r" b="b"/>
              <a:pathLst>
                <a:path w="9880" h="13651" extrusionOk="0">
                  <a:moveTo>
                    <a:pt x="6762" y="0"/>
                  </a:moveTo>
                  <a:cubicBezTo>
                    <a:pt x="5414" y="0"/>
                    <a:pt x="4139" y="771"/>
                    <a:pt x="3557" y="2070"/>
                  </a:cubicBezTo>
                  <a:lnTo>
                    <a:pt x="791" y="8240"/>
                  </a:lnTo>
                  <a:cubicBezTo>
                    <a:pt x="1" y="10003"/>
                    <a:pt x="791" y="12100"/>
                    <a:pt x="2584" y="12891"/>
                  </a:cubicBezTo>
                  <a:lnTo>
                    <a:pt x="4287" y="13650"/>
                  </a:lnTo>
                  <a:lnTo>
                    <a:pt x="9879" y="1036"/>
                  </a:lnTo>
                  <a:lnTo>
                    <a:pt x="8208" y="307"/>
                  </a:lnTo>
                  <a:cubicBezTo>
                    <a:pt x="7735" y="99"/>
                    <a:pt x="7244" y="0"/>
                    <a:pt x="67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390;p52">
              <a:extLst>
                <a:ext uri="{FF2B5EF4-FFF2-40B4-BE49-F238E27FC236}">
                  <a16:creationId xmlns:a16="http://schemas.microsoft.com/office/drawing/2014/main" id="{4A2DF6F0-2B83-DEAD-5AE0-1944398DCA21}"/>
                </a:ext>
              </a:extLst>
            </p:cNvPr>
            <p:cNvSpPr/>
            <p:nvPr/>
          </p:nvSpPr>
          <p:spPr>
            <a:xfrm>
              <a:off x="2016978" y="1715993"/>
              <a:ext cx="283980" cy="387103"/>
            </a:xfrm>
            <a:custGeom>
              <a:avLst/>
              <a:gdLst/>
              <a:ahLst/>
              <a:cxnLst/>
              <a:rect l="l" t="t" r="r" b="b"/>
              <a:pathLst>
                <a:path w="10335" h="14088" extrusionOk="0">
                  <a:moveTo>
                    <a:pt x="6991" y="379"/>
                  </a:moveTo>
                  <a:cubicBezTo>
                    <a:pt x="7447" y="379"/>
                    <a:pt x="7903" y="470"/>
                    <a:pt x="8328" y="653"/>
                  </a:cubicBezTo>
                  <a:lnTo>
                    <a:pt x="9848" y="1352"/>
                  </a:lnTo>
                  <a:lnTo>
                    <a:pt x="4407" y="13601"/>
                  </a:lnTo>
                  <a:lnTo>
                    <a:pt x="2888" y="12902"/>
                  </a:lnTo>
                  <a:cubicBezTo>
                    <a:pt x="1185" y="12173"/>
                    <a:pt x="426" y="10197"/>
                    <a:pt x="1185" y="8525"/>
                  </a:cubicBezTo>
                  <a:lnTo>
                    <a:pt x="3951" y="2355"/>
                  </a:lnTo>
                  <a:cubicBezTo>
                    <a:pt x="4499" y="1139"/>
                    <a:pt x="5684" y="379"/>
                    <a:pt x="6991" y="379"/>
                  </a:cubicBezTo>
                  <a:close/>
                  <a:moveTo>
                    <a:pt x="6966" y="1"/>
                  </a:moveTo>
                  <a:cubicBezTo>
                    <a:pt x="5543" y="1"/>
                    <a:pt x="4192" y="812"/>
                    <a:pt x="3587" y="2203"/>
                  </a:cubicBezTo>
                  <a:lnTo>
                    <a:pt x="821" y="8343"/>
                  </a:lnTo>
                  <a:cubicBezTo>
                    <a:pt x="0" y="10227"/>
                    <a:pt x="821" y="12416"/>
                    <a:pt x="2705" y="13267"/>
                  </a:cubicBezTo>
                  <a:lnTo>
                    <a:pt x="4620" y="14088"/>
                  </a:lnTo>
                  <a:lnTo>
                    <a:pt x="10335" y="1139"/>
                  </a:lnTo>
                  <a:lnTo>
                    <a:pt x="8480" y="318"/>
                  </a:lnTo>
                  <a:cubicBezTo>
                    <a:pt x="7987" y="103"/>
                    <a:pt x="7472" y="1"/>
                    <a:pt x="6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391;p52">
              <a:extLst>
                <a:ext uri="{FF2B5EF4-FFF2-40B4-BE49-F238E27FC236}">
                  <a16:creationId xmlns:a16="http://schemas.microsoft.com/office/drawing/2014/main" id="{FDDA209C-7AF2-C8FD-6362-F012135FAAA2}"/>
                </a:ext>
              </a:extLst>
            </p:cNvPr>
            <p:cNvSpPr/>
            <p:nvPr/>
          </p:nvSpPr>
          <p:spPr>
            <a:xfrm>
              <a:off x="2867186" y="2073832"/>
              <a:ext cx="271478" cy="375123"/>
            </a:xfrm>
            <a:custGeom>
              <a:avLst/>
              <a:gdLst/>
              <a:ahLst/>
              <a:cxnLst/>
              <a:rect l="l" t="t" r="r" b="b"/>
              <a:pathLst>
                <a:path w="9880" h="13652" extrusionOk="0">
                  <a:moveTo>
                    <a:pt x="5594" y="1"/>
                  </a:moveTo>
                  <a:lnTo>
                    <a:pt x="1" y="12585"/>
                  </a:lnTo>
                  <a:lnTo>
                    <a:pt x="1703" y="13344"/>
                  </a:lnTo>
                  <a:cubicBezTo>
                    <a:pt x="2167" y="13553"/>
                    <a:pt x="2653" y="13651"/>
                    <a:pt x="3131" y="13651"/>
                  </a:cubicBezTo>
                  <a:cubicBezTo>
                    <a:pt x="4468" y="13651"/>
                    <a:pt x="5749" y="12880"/>
                    <a:pt x="6354" y="11581"/>
                  </a:cubicBezTo>
                  <a:lnTo>
                    <a:pt x="9089" y="5411"/>
                  </a:lnTo>
                  <a:cubicBezTo>
                    <a:pt x="9879" y="3648"/>
                    <a:pt x="9089" y="1551"/>
                    <a:pt x="7296" y="761"/>
                  </a:cubicBezTo>
                  <a:lnTo>
                    <a:pt x="55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392;p52">
              <a:extLst>
                <a:ext uri="{FF2B5EF4-FFF2-40B4-BE49-F238E27FC236}">
                  <a16:creationId xmlns:a16="http://schemas.microsoft.com/office/drawing/2014/main" id="{ED36E0E9-B88F-31B8-BAA0-9F92CCECAB46}"/>
                </a:ext>
              </a:extLst>
            </p:cNvPr>
            <p:cNvSpPr/>
            <p:nvPr/>
          </p:nvSpPr>
          <p:spPr>
            <a:xfrm>
              <a:off x="2859685" y="2067155"/>
              <a:ext cx="283980" cy="387570"/>
            </a:xfrm>
            <a:custGeom>
              <a:avLst/>
              <a:gdLst/>
              <a:ahLst/>
              <a:cxnLst/>
              <a:rect l="l" t="t" r="r" b="b"/>
              <a:pathLst>
                <a:path w="10335" h="14105" extrusionOk="0">
                  <a:moveTo>
                    <a:pt x="5988" y="487"/>
                  </a:moveTo>
                  <a:lnTo>
                    <a:pt x="7508" y="1186"/>
                  </a:lnTo>
                  <a:cubicBezTo>
                    <a:pt x="9180" y="1915"/>
                    <a:pt x="9940" y="3891"/>
                    <a:pt x="9210" y="5563"/>
                  </a:cubicBezTo>
                  <a:lnTo>
                    <a:pt x="6444" y="11733"/>
                  </a:lnTo>
                  <a:cubicBezTo>
                    <a:pt x="5880" y="12974"/>
                    <a:pt x="4663" y="13713"/>
                    <a:pt x="3390" y="13713"/>
                  </a:cubicBezTo>
                  <a:cubicBezTo>
                    <a:pt x="2947" y="13713"/>
                    <a:pt x="2498" y="13623"/>
                    <a:pt x="2067" y="13435"/>
                  </a:cubicBezTo>
                  <a:lnTo>
                    <a:pt x="547" y="12736"/>
                  </a:lnTo>
                  <a:lnTo>
                    <a:pt x="5988" y="487"/>
                  </a:lnTo>
                  <a:close/>
                  <a:moveTo>
                    <a:pt x="5775" y="1"/>
                  </a:moveTo>
                  <a:lnTo>
                    <a:pt x="0" y="12919"/>
                  </a:lnTo>
                  <a:lnTo>
                    <a:pt x="1854" y="13770"/>
                  </a:lnTo>
                  <a:cubicBezTo>
                    <a:pt x="2341" y="13983"/>
                    <a:pt x="2858" y="14104"/>
                    <a:pt x="3374" y="14104"/>
                  </a:cubicBezTo>
                  <a:cubicBezTo>
                    <a:pt x="4833" y="14074"/>
                    <a:pt x="6171" y="13223"/>
                    <a:pt x="6779" y="11885"/>
                  </a:cubicBezTo>
                  <a:lnTo>
                    <a:pt x="9514" y="5715"/>
                  </a:lnTo>
                  <a:cubicBezTo>
                    <a:pt x="10335" y="3861"/>
                    <a:pt x="9514" y="1672"/>
                    <a:pt x="7630" y="821"/>
                  </a:cubicBezTo>
                  <a:lnTo>
                    <a:pt x="57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393;p52">
              <a:extLst>
                <a:ext uri="{FF2B5EF4-FFF2-40B4-BE49-F238E27FC236}">
                  <a16:creationId xmlns:a16="http://schemas.microsoft.com/office/drawing/2014/main" id="{7135BB70-4DDF-CBC3-B174-9EADF4F313C5}"/>
                </a:ext>
              </a:extLst>
            </p:cNvPr>
            <p:cNvSpPr/>
            <p:nvPr/>
          </p:nvSpPr>
          <p:spPr>
            <a:xfrm>
              <a:off x="2044537" y="1617239"/>
              <a:ext cx="1070743" cy="946627"/>
            </a:xfrm>
            <a:custGeom>
              <a:avLst/>
              <a:gdLst/>
              <a:ahLst/>
              <a:cxnLst/>
              <a:rect l="l" t="t" r="r" b="b"/>
              <a:pathLst>
                <a:path w="38968" h="34451" extrusionOk="0">
                  <a:moveTo>
                    <a:pt x="19471" y="1"/>
                  </a:moveTo>
                  <a:cubicBezTo>
                    <a:pt x="17422" y="1"/>
                    <a:pt x="15339" y="369"/>
                    <a:pt x="13313" y="1146"/>
                  </a:cubicBezTo>
                  <a:cubicBezTo>
                    <a:pt x="4438" y="4551"/>
                    <a:pt x="0" y="14520"/>
                    <a:pt x="3404" y="23396"/>
                  </a:cubicBezTo>
                  <a:cubicBezTo>
                    <a:pt x="6031" y="30245"/>
                    <a:pt x="12567" y="34451"/>
                    <a:pt x="19493" y="34451"/>
                  </a:cubicBezTo>
                  <a:cubicBezTo>
                    <a:pt x="21543" y="34451"/>
                    <a:pt x="23627" y="34082"/>
                    <a:pt x="25654" y="33305"/>
                  </a:cubicBezTo>
                  <a:cubicBezTo>
                    <a:pt x="34530" y="29901"/>
                    <a:pt x="38967" y="19961"/>
                    <a:pt x="35563" y="11086"/>
                  </a:cubicBezTo>
                  <a:cubicBezTo>
                    <a:pt x="32936" y="4213"/>
                    <a:pt x="26398" y="1"/>
                    <a:pt x="194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394;p52">
              <a:extLst>
                <a:ext uri="{FF2B5EF4-FFF2-40B4-BE49-F238E27FC236}">
                  <a16:creationId xmlns:a16="http://schemas.microsoft.com/office/drawing/2014/main" id="{62577F6A-2DAD-B440-B24B-3DB747FD2D7E}"/>
                </a:ext>
              </a:extLst>
            </p:cNvPr>
            <p:cNvSpPr/>
            <p:nvPr/>
          </p:nvSpPr>
          <p:spPr>
            <a:xfrm>
              <a:off x="2060392" y="1612101"/>
              <a:ext cx="1043183" cy="957041"/>
            </a:xfrm>
            <a:custGeom>
              <a:avLst/>
              <a:gdLst/>
              <a:ahLst/>
              <a:cxnLst/>
              <a:rect l="l" t="t" r="r" b="b"/>
              <a:pathLst>
                <a:path w="37965" h="34830" extrusionOk="0">
                  <a:moveTo>
                    <a:pt x="18846" y="391"/>
                  </a:moveTo>
                  <a:cubicBezTo>
                    <a:pt x="18867" y="391"/>
                    <a:pt x="18887" y="391"/>
                    <a:pt x="18907" y="391"/>
                  </a:cubicBezTo>
                  <a:cubicBezTo>
                    <a:pt x="21308" y="391"/>
                    <a:pt x="23648" y="877"/>
                    <a:pt x="25837" y="1850"/>
                  </a:cubicBezTo>
                  <a:cubicBezTo>
                    <a:pt x="33801" y="5437"/>
                    <a:pt x="37813" y="14434"/>
                    <a:pt x="35108" y="22762"/>
                  </a:cubicBezTo>
                  <a:cubicBezTo>
                    <a:pt x="32760" y="29883"/>
                    <a:pt x="26137" y="34520"/>
                    <a:pt x="18907" y="34520"/>
                  </a:cubicBezTo>
                  <a:cubicBezTo>
                    <a:pt x="17712" y="34520"/>
                    <a:pt x="16501" y="34393"/>
                    <a:pt x="15290" y="34130"/>
                  </a:cubicBezTo>
                  <a:cubicBezTo>
                    <a:pt x="6748" y="32306"/>
                    <a:pt x="943" y="24312"/>
                    <a:pt x="1885" y="15619"/>
                  </a:cubicBezTo>
                  <a:cubicBezTo>
                    <a:pt x="2825" y="6976"/>
                    <a:pt x="10119" y="391"/>
                    <a:pt x="18846" y="391"/>
                  </a:cubicBezTo>
                  <a:close/>
                  <a:moveTo>
                    <a:pt x="18907" y="1"/>
                  </a:moveTo>
                  <a:cubicBezTo>
                    <a:pt x="15623" y="1"/>
                    <a:pt x="12325" y="929"/>
                    <a:pt x="9423" y="2823"/>
                  </a:cubicBezTo>
                  <a:cubicBezTo>
                    <a:pt x="2949" y="7017"/>
                    <a:pt x="1" y="14981"/>
                    <a:pt x="2189" y="22367"/>
                  </a:cubicBezTo>
                  <a:cubicBezTo>
                    <a:pt x="4378" y="29753"/>
                    <a:pt x="11186" y="34829"/>
                    <a:pt x="18907" y="34829"/>
                  </a:cubicBezTo>
                  <a:cubicBezTo>
                    <a:pt x="25776" y="34829"/>
                    <a:pt x="32007" y="30787"/>
                    <a:pt x="34804" y="24495"/>
                  </a:cubicBezTo>
                  <a:cubicBezTo>
                    <a:pt x="37965" y="17443"/>
                    <a:pt x="36080" y="9175"/>
                    <a:pt x="30214" y="4160"/>
                  </a:cubicBezTo>
                  <a:cubicBezTo>
                    <a:pt x="26977" y="1409"/>
                    <a:pt x="22952" y="1"/>
                    <a:pt x="189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395;p52">
              <a:extLst>
                <a:ext uri="{FF2B5EF4-FFF2-40B4-BE49-F238E27FC236}">
                  <a16:creationId xmlns:a16="http://schemas.microsoft.com/office/drawing/2014/main" id="{A965B114-F7A8-26CE-CD86-CDA768D16C1E}"/>
                </a:ext>
              </a:extLst>
            </p:cNvPr>
            <p:cNvSpPr/>
            <p:nvPr/>
          </p:nvSpPr>
          <p:spPr>
            <a:xfrm>
              <a:off x="2614119" y="1871735"/>
              <a:ext cx="480279" cy="682953"/>
            </a:xfrm>
            <a:custGeom>
              <a:avLst/>
              <a:gdLst/>
              <a:ahLst/>
              <a:cxnLst/>
              <a:rect l="l" t="t" r="r" b="b"/>
              <a:pathLst>
                <a:path w="17479" h="24855" extrusionOk="0">
                  <a:moveTo>
                    <a:pt x="12847" y="0"/>
                  </a:moveTo>
                  <a:cubicBezTo>
                    <a:pt x="9719" y="0"/>
                    <a:pt x="5604" y="4029"/>
                    <a:pt x="3010" y="9879"/>
                  </a:cubicBezTo>
                  <a:cubicBezTo>
                    <a:pt x="1" y="16566"/>
                    <a:pt x="153" y="23161"/>
                    <a:pt x="3314" y="24590"/>
                  </a:cubicBezTo>
                  <a:cubicBezTo>
                    <a:pt x="3722" y="24769"/>
                    <a:pt x="4158" y="24854"/>
                    <a:pt x="4616" y="24854"/>
                  </a:cubicBezTo>
                  <a:cubicBezTo>
                    <a:pt x="7746" y="24854"/>
                    <a:pt x="11875" y="20845"/>
                    <a:pt x="14500" y="14985"/>
                  </a:cubicBezTo>
                  <a:cubicBezTo>
                    <a:pt x="17479" y="8268"/>
                    <a:pt x="17327" y="1672"/>
                    <a:pt x="14165" y="274"/>
                  </a:cubicBezTo>
                  <a:cubicBezTo>
                    <a:pt x="13753" y="89"/>
                    <a:pt x="13311" y="0"/>
                    <a:pt x="128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396;p52">
              <a:extLst>
                <a:ext uri="{FF2B5EF4-FFF2-40B4-BE49-F238E27FC236}">
                  <a16:creationId xmlns:a16="http://schemas.microsoft.com/office/drawing/2014/main" id="{0F2F0FFE-8E96-6621-10B3-E110D028A8BF}"/>
                </a:ext>
              </a:extLst>
            </p:cNvPr>
            <p:cNvSpPr/>
            <p:nvPr/>
          </p:nvSpPr>
          <p:spPr>
            <a:xfrm>
              <a:off x="2565703" y="1872560"/>
              <a:ext cx="577137" cy="680700"/>
            </a:xfrm>
            <a:custGeom>
              <a:avLst/>
              <a:gdLst/>
              <a:ahLst/>
              <a:cxnLst/>
              <a:rect l="l" t="t" r="r" b="b"/>
              <a:pathLst>
                <a:path w="21004" h="24773" extrusionOk="0">
                  <a:moveTo>
                    <a:pt x="15836" y="456"/>
                  </a:moveTo>
                  <a:lnTo>
                    <a:pt x="15836" y="456"/>
                  </a:lnTo>
                  <a:cubicBezTo>
                    <a:pt x="20487" y="10001"/>
                    <a:pt x="15380" y="21399"/>
                    <a:pt x="5198" y="24317"/>
                  </a:cubicBezTo>
                  <a:cubicBezTo>
                    <a:pt x="517" y="14773"/>
                    <a:pt x="5623" y="3374"/>
                    <a:pt x="15836" y="456"/>
                  </a:cubicBezTo>
                  <a:close/>
                  <a:moveTo>
                    <a:pt x="16019" y="0"/>
                  </a:moveTo>
                  <a:lnTo>
                    <a:pt x="15867" y="61"/>
                  </a:lnTo>
                  <a:cubicBezTo>
                    <a:pt x="5289" y="2949"/>
                    <a:pt x="0" y="14803"/>
                    <a:pt x="4924" y="24621"/>
                  </a:cubicBezTo>
                  <a:lnTo>
                    <a:pt x="4985" y="24773"/>
                  </a:lnTo>
                  <a:lnTo>
                    <a:pt x="5167" y="24742"/>
                  </a:lnTo>
                  <a:cubicBezTo>
                    <a:pt x="15715" y="21824"/>
                    <a:pt x="21003" y="9970"/>
                    <a:pt x="16079" y="152"/>
                  </a:cubicBezTo>
                  <a:lnTo>
                    <a:pt x="160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397;p52">
              <a:extLst>
                <a:ext uri="{FF2B5EF4-FFF2-40B4-BE49-F238E27FC236}">
                  <a16:creationId xmlns:a16="http://schemas.microsoft.com/office/drawing/2014/main" id="{4CE81327-2148-5B45-6F32-30A0842E8999}"/>
                </a:ext>
              </a:extLst>
            </p:cNvPr>
            <p:cNvSpPr/>
            <p:nvPr/>
          </p:nvSpPr>
          <p:spPr>
            <a:xfrm>
              <a:off x="2067069" y="1631912"/>
              <a:ext cx="458572" cy="665615"/>
            </a:xfrm>
            <a:custGeom>
              <a:avLst/>
              <a:gdLst/>
              <a:ahLst/>
              <a:cxnLst/>
              <a:rect l="l" t="t" r="r" b="b"/>
              <a:pathLst>
                <a:path w="16689" h="24224" extrusionOk="0">
                  <a:moveTo>
                    <a:pt x="12447" y="1"/>
                  </a:moveTo>
                  <a:cubicBezTo>
                    <a:pt x="9477" y="1"/>
                    <a:pt x="5499" y="3954"/>
                    <a:pt x="2919" y="9701"/>
                  </a:cubicBezTo>
                  <a:cubicBezTo>
                    <a:pt x="1" y="16236"/>
                    <a:pt x="62" y="22649"/>
                    <a:pt x="3040" y="23987"/>
                  </a:cubicBezTo>
                  <a:cubicBezTo>
                    <a:pt x="3409" y="24147"/>
                    <a:pt x="3804" y="24224"/>
                    <a:pt x="4219" y="24224"/>
                  </a:cubicBezTo>
                  <a:cubicBezTo>
                    <a:pt x="7190" y="24224"/>
                    <a:pt x="11179" y="20265"/>
                    <a:pt x="13740" y="14503"/>
                  </a:cubicBezTo>
                  <a:cubicBezTo>
                    <a:pt x="16688" y="7968"/>
                    <a:pt x="16627" y="1555"/>
                    <a:pt x="13648" y="248"/>
                  </a:cubicBezTo>
                  <a:cubicBezTo>
                    <a:pt x="13273" y="81"/>
                    <a:pt x="12870" y="1"/>
                    <a:pt x="124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398;p52">
              <a:extLst>
                <a:ext uri="{FF2B5EF4-FFF2-40B4-BE49-F238E27FC236}">
                  <a16:creationId xmlns:a16="http://schemas.microsoft.com/office/drawing/2014/main" id="{4CE8382B-7DBB-7B39-67B7-C6D18984B5D4}"/>
                </a:ext>
              </a:extLst>
            </p:cNvPr>
            <p:cNvSpPr/>
            <p:nvPr/>
          </p:nvSpPr>
          <p:spPr>
            <a:xfrm>
              <a:off x="2023655" y="1632022"/>
              <a:ext cx="545401" cy="664846"/>
            </a:xfrm>
            <a:custGeom>
              <a:avLst/>
              <a:gdLst/>
              <a:ahLst/>
              <a:cxnLst/>
              <a:rect l="l" t="t" r="r" b="b"/>
              <a:pathLst>
                <a:path w="19849" h="24196" extrusionOk="0">
                  <a:moveTo>
                    <a:pt x="15107" y="456"/>
                  </a:moveTo>
                  <a:cubicBezTo>
                    <a:pt x="19332" y="9757"/>
                    <a:pt x="14469" y="20639"/>
                    <a:pt x="4742" y="23739"/>
                  </a:cubicBezTo>
                  <a:cubicBezTo>
                    <a:pt x="517" y="14438"/>
                    <a:pt x="5380" y="3526"/>
                    <a:pt x="15107" y="456"/>
                  </a:cubicBezTo>
                  <a:close/>
                  <a:moveTo>
                    <a:pt x="15320" y="0"/>
                  </a:moveTo>
                  <a:lnTo>
                    <a:pt x="15168" y="61"/>
                  </a:lnTo>
                  <a:cubicBezTo>
                    <a:pt x="5046" y="3131"/>
                    <a:pt x="0" y="14469"/>
                    <a:pt x="4468" y="24043"/>
                  </a:cubicBezTo>
                  <a:lnTo>
                    <a:pt x="4529" y="24195"/>
                  </a:lnTo>
                  <a:lnTo>
                    <a:pt x="4681" y="24135"/>
                  </a:lnTo>
                  <a:cubicBezTo>
                    <a:pt x="14803" y="21065"/>
                    <a:pt x="19849" y="9727"/>
                    <a:pt x="15380" y="152"/>
                  </a:cubicBezTo>
                  <a:lnTo>
                    <a:pt x="153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399;p52">
              <a:extLst>
                <a:ext uri="{FF2B5EF4-FFF2-40B4-BE49-F238E27FC236}">
                  <a16:creationId xmlns:a16="http://schemas.microsoft.com/office/drawing/2014/main" id="{CB4B7570-F706-0961-0B74-E23441150D16}"/>
                </a:ext>
              </a:extLst>
            </p:cNvPr>
            <p:cNvSpPr/>
            <p:nvPr/>
          </p:nvSpPr>
          <p:spPr>
            <a:xfrm>
              <a:off x="2199043" y="1790622"/>
              <a:ext cx="736672" cy="564333"/>
            </a:xfrm>
            <a:custGeom>
              <a:avLst/>
              <a:gdLst/>
              <a:ahLst/>
              <a:cxnLst/>
              <a:rect l="l" t="t" r="r" b="b"/>
              <a:pathLst>
                <a:path w="26810" h="20538" extrusionOk="0">
                  <a:moveTo>
                    <a:pt x="6515" y="0"/>
                  </a:moveTo>
                  <a:cubicBezTo>
                    <a:pt x="5400" y="0"/>
                    <a:pt x="4332" y="636"/>
                    <a:pt x="3861" y="1736"/>
                  </a:cubicBezTo>
                  <a:lnTo>
                    <a:pt x="669" y="8879"/>
                  </a:lnTo>
                  <a:cubicBezTo>
                    <a:pt x="0" y="10369"/>
                    <a:pt x="669" y="12071"/>
                    <a:pt x="2128" y="12739"/>
                  </a:cubicBezTo>
                  <a:lnTo>
                    <a:pt x="19119" y="20277"/>
                  </a:lnTo>
                  <a:cubicBezTo>
                    <a:pt x="19505" y="20454"/>
                    <a:pt x="19910" y="20538"/>
                    <a:pt x="20308" y="20538"/>
                  </a:cubicBezTo>
                  <a:cubicBezTo>
                    <a:pt x="21418" y="20538"/>
                    <a:pt x="22479" y="19892"/>
                    <a:pt x="22949" y="18819"/>
                  </a:cubicBezTo>
                  <a:lnTo>
                    <a:pt x="26141" y="11676"/>
                  </a:lnTo>
                  <a:cubicBezTo>
                    <a:pt x="26809" y="10186"/>
                    <a:pt x="26141" y="8484"/>
                    <a:pt x="24682" y="7815"/>
                  </a:cubicBezTo>
                  <a:lnTo>
                    <a:pt x="7690" y="247"/>
                  </a:lnTo>
                  <a:cubicBezTo>
                    <a:pt x="7309" y="80"/>
                    <a:pt x="6909" y="0"/>
                    <a:pt x="6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400;p52">
              <a:extLst>
                <a:ext uri="{FF2B5EF4-FFF2-40B4-BE49-F238E27FC236}">
                  <a16:creationId xmlns:a16="http://schemas.microsoft.com/office/drawing/2014/main" id="{D2AE32F7-C6B3-20EE-76E6-885A89D0BCE2}"/>
                </a:ext>
              </a:extLst>
            </p:cNvPr>
            <p:cNvSpPr/>
            <p:nvPr/>
          </p:nvSpPr>
          <p:spPr>
            <a:xfrm>
              <a:off x="2194015" y="1785758"/>
              <a:ext cx="747553" cy="574582"/>
            </a:xfrm>
            <a:custGeom>
              <a:avLst/>
              <a:gdLst/>
              <a:ahLst/>
              <a:cxnLst/>
              <a:rect l="l" t="t" r="r" b="b"/>
              <a:pathLst>
                <a:path w="27206" h="20911" extrusionOk="0">
                  <a:moveTo>
                    <a:pt x="6688" y="363"/>
                  </a:moveTo>
                  <a:cubicBezTo>
                    <a:pt x="7083" y="363"/>
                    <a:pt x="7448" y="454"/>
                    <a:pt x="7813" y="606"/>
                  </a:cubicBezTo>
                  <a:lnTo>
                    <a:pt x="24773" y="8175"/>
                  </a:lnTo>
                  <a:cubicBezTo>
                    <a:pt x="26141" y="8783"/>
                    <a:pt x="26780" y="10394"/>
                    <a:pt x="26172" y="11761"/>
                  </a:cubicBezTo>
                  <a:lnTo>
                    <a:pt x="22980" y="18904"/>
                  </a:lnTo>
                  <a:cubicBezTo>
                    <a:pt x="22506" y="19920"/>
                    <a:pt x="21513" y="20533"/>
                    <a:pt x="20473" y="20533"/>
                  </a:cubicBezTo>
                  <a:cubicBezTo>
                    <a:pt x="20112" y="20533"/>
                    <a:pt x="19746" y="20459"/>
                    <a:pt x="19393" y="20303"/>
                  </a:cubicBezTo>
                  <a:lnTo>
                    <a:pt x="2402" y="12734"/>
                  </a:lnTo>
                  <a:cubicBezTo>
                    <a:pt x="1034" y="12126"/>
                    <a:pt x="426" y="10515"/>
                    <a:pt x="1034" y="9147"/>
                  </a:cubicBezTo>
                  <a:lnTo>
                    <a:pt x="4226" y="1974"/>
                  </a:lnTo>
                  <a:cubicBezTo>
                    <a:pt x="4651" y="1001"/>
                    <a:pt x="5624" y="363"/>
                    <a:pt x="6688" y="363"/>
                  </a:cubicBezTo>
                  <a:close/>
                  <a:moveTo>
                    <a:pt x="6689" y="0"/>
                  </a:moveTo>
                  <a:cubicBezTo>
                    <a:pt x="5501" y="0"/>
                    <a:pt x="4376" y="680"/>
                    <a:pt x="3861" y="1822"/>
                  </a:cubicBezTo>
                  <a:lnTo>
                    <a:pt x="670" y="8995"/>
                  </a:lnTo>
                  <a:cubicBezTo>
                    <a:pt x="1" y="10546"/>
                    <a:pt x="700" y="12369"/>
                    <a:pt x="2250" y="13068"/>
                  </a:cubicBezTo>
                  <a:lnTo>
                    <a:pt x="19211" y="20637"/>
                  </a:lnTo>
                  <a:cubicBezTo>
                    <a:pt x="19606" y="20819"/>
                    <a:pt x="20062" y="20910"/>
                    <a:pt x="20488" y="20910"/>
                  </a:cubicBezTo>
                  <a:cubicBezTo>
                    <a:pt x="20852" y="20910"/>
                    <a:pt x="21248" y="20850"/>
                    <a:pt x="21582" y="20728"/>
                  </a:cubicBezTo>
                  <a:cubicBezTo>
                    <a:pt x="22372" y="20424"/>
                    <a:pt x="22980" y="19847"/>
                    <a:pt x="23314" y="19087"/>
                  </a:cubicBezTo>
                  <a:lnTo>
                    <a:pt x="26506" y="11944"/>
                  </a:lnTo>
                  <a:cubicBezTo>
                    <a:pt x="27205" y="10363"/>
                    <a:pt x="26506" y="8539"/>
                    <a:pt x="24925" y="7840"/>
                  </a:cubicBezTo>
                  <a:lnTo>
                    <a:pt x="7965" y="272"/>
                  </a:lnTo>
                  <a:cubicBezTo>
                    <a:pt x="7548" y="88"/>
                    <a:pt x="7114" y="0"/>
                    <a:pt x="66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401;p52">
              <a:extLst>
                <a:ext uri="{FF2B5EF4-FFF2-40B4-BE49-F238E27FC236}">
                  <a16:creationId xmlns:a16="http://schemas.microsoft.com/office/drawing/2014/main" id="{FDB928AB-A7D0-34DB-B399-930507151E3D}"/>
                </a:ext>
              </a:extLst>
            </p:cNvPr>
            <p:cNvSpPr/>
            <p:nvPr/>
          </p:nvSpPr>
          <p:spPr>
            <a:xfrm>
              <a:off x="2349373" y="1955130"/>
              <a:ext cx="120187" cy="98727"/>
            </a:xfrm>
            <a:custGeom>
              <a:avLst/>
              <a:gdLst/>
              <a:ahLst/>
              <a:cxnLst/>
              <a:rect l="l" t="t" r="r" b="b"/>
              <a:pathLst>
                <a:path w="4374" h="3593" extrusionOk="0">
                  <a:moveTo>
                    <a:pt x="2206" y="1"/>
                  </a:moveTo>
                  <a:cubicBezTo>
                    <a:pt x="1994" y="1"/>
                    <a:pt x="1773" y="40"/>
                    <a:pt x="1551" y="126"/>
                  </a:cubicBezTo>
                  <a:cubicBezTo>
                    <a:pt x="61" y="704"/>
                    <a:pt x="1" y="2771"/>
                    <a:pt x="1460" y="3439"/>
                  </a:cubicBezTo>
                  <a:cubicBezTo>
                    <a:pt x="1690" y="3543"/>
                    <a:pt x="1934" y="3592"/>
                    <a:pt x="2175" y="3592"/>
                  </a:cubicBezTo>
                  <a:cubicBezTo>
                    <a:pt x="2854" y="3592"/>
                    <a:pt x="3516" y="3200"/>
                    <a:pt x="3830" y="2527"/>
                  </a:cubicBezTo>
                  <a:cubicBezTo>
                    <a:pt x="4374" y="1286"/>
                    <a:pt x="3420" y="1"/>
                    <a:pt x="22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402;p52">
              <a:extLst>
                <a:ext uri="{FF2B5EF4-FFF2-40B4-BE49-F238E27FC236}">
                  <a16:creationId xmlns:a16="http://schemas.microsoft.com/office/drawing/2014/main" id="{3F7FB1EB-49D7-922E-A43D-8157AE088AD7}"/>
                </a:ext>
              </a:extLst>
            </p:cNvPr>
            <p:cNvSpPr/>
            <p:nvPr/>
          </p:nvSpPr>
          <p:spPr>
            <a:xfrm>
              <a:off x="2352725" y="1949744"/>
              <a:ext cx="123127" cy="109086"/>
            </a:xfrm>
            <a:custGeom>
              <a:avLst/>
              <a:gdLst/>
              <a:ahLst/>
              <a:cxnLst/>
              <a:rect l="l" t="t" r="r" b="b"/>
              <a:pathLst>
                <a:path w="4481" h="3970" extrusionOk="0">
                  <a:moveTo>
                    <a:pt x="2067" y="383"/>
                  </a:moveTo>
                  <a:cubicBezTo>
                    <a:pt x="2280" y="383"/>
                    <a:pt x="2493" y="444"/>
                    <a:pt x="2705" y="535"/>
                  </a:cubicBezTo>
                  <a:cubicBezTo>
                    <a:pt x="3526" y="900"/>
                    <a:pt x="3891" y="1842"/>
                    <a:pt x="3526" y="2632"/>
                  </a:cubicBezTo>
                  <a:cubicBezTo>
                    <a:pt x="3344" y="3027"/>
                    <a:pt x="3009" y="3331"/>
                    <a:pt x="2614" y="3483"/>
                  </a:cubicBezTo>
                  <a:cubicBezTo>
                    <a:pt x="2426" y="3556"/>
                    <a:pt x="2230" y="3594"/>
                    <a:pt x="2034" y="3594"/>
                  </a:cubicBezTo>
                  <a:cubicBezTo>
                    <a:pt x="1820" y="3594"/>
                    <a:pt x="1605" y="3548"/>
                    <a:pt x="1398" y="3453"/>
                  </a:cubicBezTo>
                  <a:cubicBezTo>
                    <a:pt x="608" y="3088"/>
                    <a:pt x="243" y="2146"/>
                    <a:pt x="578" y="1356"/>
                  </a:cubicBezTo>
                  <a:cubicBezTo>
                    <a:pt x="851" y="748"/>
                    <a:pt x="1429" y="383"/>
                    <a:pt x="2067" y="383"/>
                  </a:cubicBezTo>
                  <a:close/>
                  <a:moveTo>
                    <a:pt x="2075" y="0"/>
                  </a:moveTo>
                  <a:cubicBezTo>
                    <a:pt x="1836" y="0"/>
                    <a:pt x="1588" y="44"/>
                    <a:pt x="1338" y="140"/>
                  </a:cubicBezTo>
                  <a:cubicBezTo>
                    <a:pt x="851" y="322"/>
                    <a:pt x="456" y="687"/>
                    <a:pt x="243" y="1173"/>
                  </a:cubicBezTo>
                  <a:cubicBezTo>
                    <a:pt x="31" y="1660"/>
                    <a:pt x="0" y="2207"/>
                    <a:pt x="213" y="2693"/>
                  </a:cubicBezTo>
                  <a:cubicBezTo>
                    <a:pt x="486" y="3453"/>
                    <a:pt x="1246" y="3970"/>
                    <a:pt x="2067" y="3970"/>
                  </a:cubicBezTo>
                  <a:cubicBezTo>
                    <a:pt x="2310" y="3970"/>
                    <a:pt x="2553" y="3939"/>
                    <a:pt x="2766" y="3848"/>
                  </a:cubicBezTo>
                  <a:cubicBezTo>
                    <a:pt x="3252" y="3666"/>
                    <a:pt x="3648" y="3271"/>
                    <a:pt x="3860" y="2784"/>
                  </a:cubicBezTo>
                  <a:cubicBezTo>
                    <a:pt x="4481" y="1414"/>
                    <a:pt x="3431" y="0"/>
                    <a:pt x="20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403;p52">
              <a:extLst>
                <a:ext uri="{FF2B5EF4-FFF2-40B4-BE49-F238E27FC236}">
                  <a16:creationId xmlns:a16="http://schemas.microsoft.com/office/drawing/2014/main" id="{E42523C3-BA53-C3A3-F3B3-498E7E8E594D}"/>
                </a:ext>
              </a:extLst>
            </p:cNvPr>
            <p:cNvSpPr/>
            <p:nvPr/>
          </p:nvSpPr>
          <p:spPr>
            <a:xfrm>
              <a:off x="2667590" y="2097106"/>
              <a:ext cx="120187" cy="98589"/>
            </a:xfrm>
            <a:custGeom>
              <a:avLst/>
              <a:gdLst/>
              <a:ahLst/>
              <a:cxnLst/>
              <a:rect l="l" t="t" r="r" b="b"/>
              <a:pathLst>
                <a:path w="4374" h="3588" extrusionOk="0">
                  <a:moveTo>
                    <a:pt x="2206" y="1"/>
                  </a:moveTo>
                  <a:cubicBezTo>
                    <a:pt x="1993" y="1"/>
                    <a:pt x="1773" y="40"/>
                    <a:pt x="1550" y="126"/>
                  </a:cubicBezTo>
                  <a:cubicBezTo>
                    <a:pt x="61" y="704"/>
                    <a:pt x="0" y="2771"/>
                    <a:pt x="1459" y="3440"/>
                  </a:cubicBezTo>
                  <a:cubicBezTo>
                    <a:pt x="1692" y="3540"/>
                    <a:pt x="1933" y="3588"/>
                    <a:pt x="2169" y="3588"/>
                  </a:cubicBezTo>
                  <a:cubicBezTo>
                    <a:pt x="2859" y="3588"/>
                    <a:pt x="3513" y="3184"/>
                    <a:pt x="3830" y="2528"/>
                  </a:cubicBezTo>
                  <a:cubicBezTo>
                    <a:pt x="4373" y="1286"/>
                    <a:pt x="3420" y="1"/>
                    <a:pt x="22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404;p52">
              <a:extLst>
                <a:ext uri="{FF2B5EF4-FFF2-40B4-BE49-F238E27FC236}">
                  <a16:creationId xmlns:a16="http://schemas.microsoft.com/office/drawing/2014/main" id="{05591AD4-AD3F-DE2C-55FF-FB7B23E90ED6}"/>
                </a:ext>
              </a:extLst>
            </p:cNvPr>
            <p:cNvSpPr/>
            <p:nvPr/>
          </p:nvSpPr>
          <p:spPr>
            <a:xfrm>
              <a:off x="2660913" y="2090951"/>
              <a:ext cx="133183" cy="109855"/>
            </a:xfrm>
            <a:custGeom>
              <a:avLst/>
              <a:gdLst/>
              <a:ahLst/>
              <a:cxnLst/>
              <a:rect l="l" t="t" r="r" b="b"/>
              <a:pathLst>
                <a:path w="4847" h="3998" extrusionOk="0">
                  <a:moveTo>
                    <a:pt x="2400" y="411"/>
                  </a:moveTo>
                  <a:cubicBezTo>
                    <a:pt x="2411" y="411"/>
                    <a:pt x="2421" y="411"/>
                    <a:pt x="2432" y="411"/>
                  </a:cubicBezTo>
                  <a:lnTo>
                    <a:pt x="2462" y="411"/>
                  </a:lnTo>
                  <a:cubicBezTo>
                    <a:pt x="2675" y="411"/>
                    <a:pt x="2888" y="442"/>
                    <a:pt x="3070" y="533"/>
                  </a:cubicBezTo>
                  <a:cubicBezTo>
                    <a:pt x="4712" y="1269"/>
                    <a:pt x="4060" y="3612"/>
                    <a:pt x="2441" y="3612"/>
                  </a:cubicBezTo>
                  <a:cubicBezTo>
                    <a:pt x="2322" y="3612"/>
                    <a:pt x="2197" y="3600"/>
                    <a:pt x="2067" y="3572"/>
                  </a:cubicBezTo>
                  <a:cubicBezTo>
                    <a:pt x="193" y="3179"/>
                    <a:pt x="483" y="411"/>
                    <a:pt x="2400" y="411"/>
                  </a:cubicBezTo>
                  <a:close/>
                  <a:moveTo>
                    <a:pt x="2430" y="0"/>
                  </a:moveTo>
                  <a:cubicBezTo>
                    <a:pt x="2194" y="0"/>
                    <a:pt x="1949" y="43"/>
                    <a:pt x="1702" y="138"/>
                  </a:cubicBezTo>
                  <a:cubicBezTo>
                    <a:pt x="61" y="776"/>
                    <a:pt x="0" y="3086"/>
                    <a:pt x="1611" y="3815"/>
                  </a:cubicBezTo>
                  <a:cubicBezTo>
                    <a:pt x="1885" y="3937"/>
                    <a:pt x="2158" y="3967"/>
                    <a:pt x="2432" y="3998"/>
                  </a:cubicBezTo>
                  <a:cubicBezTo>
                    <a:pt x="3222" y="3967"/>
                    <a:pt x="3921" y="3512"/>
                    <a:pt x="4225" y="2812"/>
                  </a:cubicBezTo>
                  <a:cubicBezTo>
                    <a:pt x="4847" y="1439"/>
                    <a:pt x="3791" y="0"/>
                    <a:pt x="2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405;p52">
              <a:extLst>
                <a:ext uri="{FF2B5EF4-FFF2-40B4-BE49-F238E27FC236}">
                  <a16:creationId xmlns:a16="http://schemas.microsoft.com/office/drawing/2014/main" id="{90AED60C-3D2C-4872-D0B7-6B70FF1D51C9}"/>
                </a:ext>
              </a:extLst>
            </p:cNvPr>
            <p:cNvSpPr/>
            <p:nvPr/>
          </p:nvSpPr>
          <p:spPr>
            <a:xfrm>
              <a:off x="2819595" y="1373843"/>
              <a:ext cx="120901" cy="98589"/>
            </a:xfrm>
            <a:custGeom>
              <a:avLst/>
              <a:gdLst/>
              <a:ahLst/>
              <a:cxnLst/>
              <a:rect l="l" t="t" r="r" b="b"/>
              <a:pathLst>
                <a:path w="4400" h="3588" extrusionOk="0">
                  <a:moveTo>
                    <a:pt x="2208" y="0"/>
                  </a:moveTo>
                  <a:cubicBezTo>
                    <a:pt x="1994" y="0"/>
                    <a:pt x="1773" y="40"/>
                    <a:pt x="1551" y="126"/>
                  </a:cubicBezTo>
                  <a:cubicBezTo>
                    <a:pt x="61" y="673"/>
                    <a:pt x="0" y="2770"/>
                    <a:pt x="1459" y="3439"/>
                  </a:cubicBezTo>
                  <a:cubicBezTo>
                    <a:pt x="1692" y="3540"/>
                    <a:pt x="1935" y="3587"/>
                    <a:pt x="2174" y="3587"/>
                  </a:cubicBezTo>
                  <a:cubicBezTo>
                    <a:pt x="2871" y="3587"/>
                    <a:pt x="3536" y="3184"/>
                    <a:pt x="3830" y="2527"/>
                  </a:cubicBezTo>
                  <a:cubicBezTo>
                    <a:pt x="4399" y="1286"/>
                    <a:pt x="3428" y="0"/>
                    <a:pt x="2208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406;p52">
              <a:extLst>
                <a:ext uri="{FF2B5EF4-FFF2-40B4-BE49-F238E27FC236}">
                  <a16:creationId xmlns:a16="http://schemas.microsoft.com/office/drawing/2014/main" id="{A1B67D6E-2E4C-69C6-5293-2F18F29D0AFC}"/>
                </a:ext>
              </a:extLst>
            </p:cNvPr>
            <p:cNvSpPr/>
            <p:nvPr/>
          </p:nvSpPr>
          <p:spPr>
            <a:xfrm>
              <a:off x="2805389" y="1368348"/>
              <a:ext cx="141592" cy="109196"/>
            </a:xfrm>
            <a:custGeom>
              <a:avLst/>
              <a:gdLst/>
              <a:ahLst/>
              <a:cxnLst/>
              <a:rect l="l" t="t" r="r" b="b"/>
              <a:pathLst>
                <a:path w="5153" h="3974" extrusionOk="0">
                  <a:moveTo>
                    <a:pt x="2706" y="387"/>
                  </a:moveTo>
                  <a:cubicBezTo>
                    <a:pt x="2949" y="387"/>
                    <a:pt x="3162" y="447"/>
                    <a:pt x="3375" y="539"/>
                  </a:cubicBezTo>
                  <a:cubicBezTo>
                    <a:pt x="4979" y="1271"/>
                    <a:pt x="4367" y="3594"/>
                    <a:pt x="2770" y="3594"/>
                  </a:cubicBezTo>
                  <a:cubicBezTo>
                    <a:pt x="2643" y="3594"/>
                    <a:pt x="2510" y="3579"/>
                    <a:pt x="2371" y="3548"/>
                  </a:cubicBezTo>
                  <a:cubicBezTo>
                    <a:pt x="487" y="3153"/>
                    <a:pt x="791" y="387"/>
                    <a:pt x="2706" y="387"/>
                  </a:cubicBezTo>
                  <a:close/>
                  <a:moveTo>
                    <a:pt x="2710" y="0"/>
                  </a:moveTo>
                  <a:cubicBezTo>
                    <a:pt x="2357" y="0"/>
                    <a:pt x="1990" y="100"/>
                    <a:pt x="1642" y="326"/>
                  </a:cubicBezTo>
                  <a:cubicBezTo>
                    <a:pt x="1" y="1390"/>
                    <a:pt x="730" y="3973"/>
                    <a:pt x="2706" y="3973"/>
                  </a:cubicBezTo>
                  <a:cubicBezTo>
                    <a:pt x="3496" y="3973"/>
                    <a:pt x="4195" y="3517"/>
                    <a:pt x="4530" y="2788"/>
                  </a:cubicBezTo>
                  <a:cubicBezTo>
                    <a:pt x="5152" y="1375"/>
                    <a:pt x="4020" y="0"/>
                    <a:pt x="2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407;p52">
              <a:extLst>
                <a:ext uri="{FF2B5EF4-FFF2-40B4-BE49-F238E27FC236}">
                  <a16:creationId xmlns:a16="http://schemas.microsoft.com/office/drawing/2014/main" id="{51AB25E1-85D2-0BAC-A3BE-EFD53CCCB6C6}"/>
                </a:ext>
              </a:extLst>
            </p:cNvPr>
            <p:cNvSpPr/>
            <p:nvPr/>
          </p:nvSpPr>
          <p:spPr>
            <a:xfrm>
              <a:off x="1991918" y="1288965"/>
              <a:ext cx="144504" cy="139091"/>
            </a:xfrm>
            <a:custGeom>
              <a:avLst/>
              <a:gdLst/>
              <a:ahLst/>
              <a:cxnLst/>
              <a:rect l="l" t="t" r="r" b="b"/>
              <a:pathLst>
                <a:path w="5259" h="5062" extrusionOk="0">
                  <a:moveTo>
                    <a:pt x="3891" y="1"/>
                  </a:moveTo>
                  <a:cubicBezTo>
                    <a:pt x="3784" y="1"/>
                    <a:pt x="3678" y="38"/>
                    <a:pt x="3587" y="114"/>
                  </a:cubicBezTo>
                  <a:lnTo>
                    <a:pt x="183" y="3367"/>
                  </a:lnTo>
                  <a:cubicBezTo>
                    <a:pt x="0" y="3549"/>
                    <a:pt x="0" y="3823"/>
                    <a:pt x="183" y="4005"/>
                  </a:cubicBezTo>
                  <a:lnTo>
                    <a:pt x="1064" y="4947"/>
                  </a:lnTo>
                  <a:cubicBezTo>
                    <a:pt x="1155" y="5023"/>
                    <a:pt x="1269" y="5061"/>
                    <a:pt x="1383" y="5061"/>
                  </a:cubicBezTo>
                  <a:cubicBezTo>
                    <a:pt x="1497" y="5061"/>
                    <a:pt x="1611" y="5023"/>
                    <a:pt x="1702" y="4947"/>
                  </a:cubicBezTo>
                  <a:lnTo>
                    <a:pt x="5076" y="1665"/>
                  </a:lnTo>
                  <a:cubicBezTo>
                    <a:pt x="5259" y="1513"/>
                    <a:pt x="5259" y="1209"/>
                    <a:pt x="5076" y="1057"/>
                  </a:cubicBezTo>
                  <a:lnTo>
                    <a:pt x="4195" y="114"/>
                  </a:lnTo>
                  <a:cubicBezTo>
                    <a:pt x="4104" y="38"/>
                    <a:pt x="3997" y="1"/>
                    <a:pt x="38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408;p52">
              <a:extLst>
                <a:ext uri="{FF2B5EF4-FFF2-40B4-BE49-F238E27FC236}">
                  <a16:creationId xmlns:a16="http://schemas.microsoft.com/office/drawing/2014/main" id="{71DB9600-3C27-CB29-00CC-84EB5EC9B55C}"/>
                </a:ext>
              </a:extLst>
            </p:cNvPr>
            <p:cNvSpPr/>
            <p:nvPr/>
          </p:nvSpPr>
          <p:spPr>
            <a:xfrm>
              <a:off x="1989390" y="1285421"/>
              <a:ext cx="148708" cy="146180"/>
            </a:xfrm>
            <a:custGeom>
              <a:avLst/>
              <a:gdLst/>
              <a:ahLst/>
              <a:cxnLst/>
              <a:rect l="l" t="t" r="r" b="b"/>
              <a:pathLst>
                <a:path w="5412" h="5320" extrusionOk="0">
                  <a:moveTo>
                    <a:pt x="3983" y="243"/>
                  </a:moveTo>
                  <a:cubicBezTo>
                    <a:pt x="4074" y="243"/>
                    <a:pt x="4165" y="274"/>
                    <a:pt x="4226" y="335"/>
                  </a:cubicBezTo>
                  <a:lnTo>
                    <a:pt x="5107" y="1277"/>
                  </a:lnTo>
                  <a:cubicBezTo>
                    <a:pt x="5229" y="1399"/>
                    <a:pt x="5229" y="1581"/>
                    <a:pt x="5107" y="1702"/>
                  </a:cubicBezTo>
                  <a:lnTo>
                    <a:pt x="1703" y="4985"/>
                  </a:lnTo>
                  <a:cubicBezTo>
                    <a:pt x="1642" y="5046"/>
                    <a:pt x="1559" y="5076"/>
                    <a:pt x="1475" y="5076"/>
                  </a:cubicBezTo>
                  <a:cubicBezTo>
                    <a:pt x="1392" y="5076"/>
                    <a:pt x="1308" y="5046"/>
                    <a:pt x="1247" y="4985"/>
                  </a:cubicBezTo>
                  <a:lnTo>
                    <a:pt x="335" y="4043"/>
                  </a:lnTo>
                  <a:cubicBezTo>
                    <a:pt x="214" y="3921"/>
                    <a:pt x="214" y="3709"/>
                    <a:pt x="335" y="3587"/>
                  </a:cubicBezTo>
                  <a:lnTo>
                    <a:pt x="3740" y="335"/>
                  </a:lnTo>
                  <a:cubicBezTo>
                    <a:pt x="3800" y="274"/>
                    <a:pt x="3892" y="243"/>
                    <a:pt x="3952" y="243"/>
                  </a:cubicBezTo>
                  <a:close/>
                  <a:moveTo>
                    <a:pt x="3983" y="0"/>
                  </a:moveTo>
                  <a:cubicBezTo>
                    <a:pt x="3831" y="0"/>
                    <a:pt x="3679" y="61"/>
                    <a:pt x="3557" y="152"/>
                  </a:cubicBezTo>
                  <a:lnTo>
                    <a:pt x="183" y="3405"/>
                  </a:lnTo>
                  <a:cubicBezTo>
                    <a:pt x="62" y="3526"/>
                    <a:pt x="1" y="3648"/>
                    <a:pt x="1" y="3800"/>
                  </a:cubicBezTo>
                  <a:cubicBezTo>
                    <a:pt x="1" y="3952"/>
                    <a:pt x="62" y="4104"/>
                    <a:pt x="153" y="4195"/>
                  </a:cubicBezTo>
                  <a:lnTo>
                    <a:pt x="1065" y="5137"/>
                  </a:lnTo>
                  <a:cubicBezTo>
                    <a:pt x="1156" y="5259"/>
                    <a:pt x="1308" y="5320"/>
                    <a:pt x="1460" y="5320"/>
                  </a:cubicBezTo>
                  <a:cubicBezTo>
                    <a:pt x="1612" y="5320"/>
                    <a:pt x="1734" y="5259"/>
                    <a:pt x="1825" y="5168"/>
                  </a:cubicBezTo>
                  <a:lnTo>
                    <a:pt x="5229" y="1885"/>
                  </a:lnTo>
                  <a:cubicBezTo>
                    <a:pt x="5351" y="1794"/>
                    <a:pt x="5411" y="1642"/>
                    <a:pt x="5411" y="1520"/>
                  </a:cubicBezTo>
                  <a:cubicBezTo>
                    <a:pt x="5411" y="1368"/>
                    <a:pt x="5351" y="1216"/>
                    <a:pt x="5259" y="1095"/>
                  </a:cubicBezTo>
                  <a:lnTo>
                    <a:pt x="4348" y="183"/>
                  </a:lnTo>
                  <a:cubicBezTo>
                    <a:pt x="4256" y="61"/>
                    <a:pt x="4135" y="0"/>
                    <a:pt x="39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409;p52">
              <a:extLst>
                <a:ext uri="{FF2B5EF4-FFF2-40B4-BE49-F238E27FC236}">
                  <a16:creationId xmlns:a16="http://schemas.microsoft.com/office/drawing/2014/main" id="{BCB7124D-B356-F75F-75BF-20E5FB88BD2B}"/>
                </a:ext>
              </a:extLst>
            </p:cNvPr>
            <p:cNvSpPr/>
            <p:nvPr/>
          </p:nvSpPr>
          <p:spPr>
            <a:xfrm>
              <a:off x="2001920" y="1299187"/>
              <a:ext cx="155385" cy="150384"/>
            </a:xfrm>
            <a:custGeom>
              <a:avLst/>
              <a:gdLst/>
              <a:ahLst/>
              <a:cxnLst/>
              <a:rect l="l" t="t" r="r" b="b"/>
              <a:pathLst>
                <a:path w="5655" h="5473" extrusionOk="0">
                  <a:moveTo>
                    <a:pt x="4275" y="1"/>
                  </a:moveTo>
                  <a:cubicBezTo>
                    <a:pt x="4165" y="1"/>
                    <a:pt x="4059" y="46"/>
                    <a:pt x="3983" y="138"/>
                  </a:cubicBezTo>
                  <a:lnTo>
                    <a:pt x="183" y="3785"/>
                  </a:lnTo>
                  <a:cubicBezTo>
                    <a:pt x="1" y="3967"/>
                    <a:pt x="1" y="4241"/>
                    <a:pt x="183" y="4423"/>
                  </a:cubicBezTo>
                  <a:lnTo>
                    <a:pt x="1065" y="5335"/>
                  </a:lnTo>
                  <a:cubicBezTo>
                    <a:pt x="1156" y="5426"/>
                    <a:pt x="1270" y="5472"/>
                    <a:pt x="1384" y="5472"/>
                  </a:cubicBezTo>
                  <a:cubicBezTo>
                    <a:pt x="1498" y="5472"/>
                    <a:pt x="1612" y="5426"/>
                    <a:pt x="1703" y="5335"/>
                  </a:cubicBezTo>
                  <a:lnTo>
                    <a:pt x="5503" y="1688"/>
                  </a:lnTo>
                  <a:cubicBezTo>
                    <a:pt x="5655" y="1536"/>
                    <a:pt x="5655" y="1232"/>
                    <a:pt x="5503" y="1080"/>
                  </a:cubicBezTo>
                  <a:lnTo>
                    <a:pt x="4591" y="138"/>
                  </a:lnTo>
                  <a:cubicBezTo>
                    <a:pt x="4499" y="46"/>
                    <a:pt x="4386" y="1"/>
                    <a:pt x="4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410;p52">
              <a:extLst>
                <a:ext uri="{FF2B5EF4-FFF2-40B4-BE49-F238E27FC236}">
                  <a16:creationId xmlns:a16="http://schemas.microsoft.com/office/drawing/2014/main" id="{2719C1DD-4504-B042-9EDF-D8A752B4DDFF}"/>
                </a:ext>
              </a:extLst>
            </p:cNvPr>
            <p:cNvSpPr/>
            <p:nvPr/>
          </p:nvSpPr>
          <p:spPr>
            <a:xfrm>
              <a:off x="1998595" y="1295450"/>
              <a:ext cx="161210" cy="157034"/>
            </a:xfrm>
            <a:custGeom>
              <a:avLst/>
              <a:gdLst/>
              <a:ahLst/>
              <a:cxnLst/>
              <a:rect l="l" t="t" r="r" b="b"/>
              <a:pathLst>
                <a:path w="5867" h="5715" extrusionOk="0">
                  <a:moveTo>
                    <a:pt x="4408" y="243"/>
                  </a:moveTo>
                  <a:cubicBezTo>
                    <a:pt x="4499" y="274"/>
                    <a:pt x="4560" y="304"/>
                    <a:pt x="4620" y="365"/>
                  </a:cubicBezTo>
                  <a:lnTo>
                    <a:pt x="5532" y="1277"/>
                  </a:lnTo>
                  <a:cubicBezTo>
                    <a:pt x="5593" y="1368"/>
                    <a:pt x="5624" y="1429"/>
                    <a:pt x="5624" y="1520"/>
                  </a:cubicBezTo>
                  <a:cubicBezTo>
                    <a:pt x="5624" y="1611"/>
                    <a:pt x="5593" y="1672"/>
                    <a:pt x="5532" y="1733"/>
                  </a:cubicBezTo>
                  <a:lnTo>
                    <a:pt x="1733" y="5380"/>
                  </a:lnTo>
                  <a:cubicBezTo>
                    <a:pt x="1672" y="5441"/>
                    <a:pt x="1581" y="5471"/>
                    <a:pt x="1490" y="5471"/>
                  </a:cubicBezTo>
                  <a:cubicBezTo>
                    <a:pt x="1399" y="5471"/>
                    <a:pt x="1338" y="5441"/>
                    <a:pt x="1277" y="5380"/>
                  </a:cubicBezTo>
                  <a:lnTo>
                    <a:pt x="365" y="4438"/>
                  </a:lnTo>
                  <a:cubicBezTo>
                    <a:pt x="244" y="4316"/>
                    <a:pt x="244" y="4103"/>
                    <a:pt x="365" y="3982"/>
                  </a:cubicBezTo>
                  <a:lnTo>
                    <a:pt x="4165" y="334"/>
                  </a:lnTo>
                  <a:cubicBezTo>
                    <a:pt x="4214" y="310"/>
                    <a:pt x="4283" y="265"/>
                    <a:pt x="4356" y="265"/>
                  </a:cubicBezTo>
                  <a:cubicBezTo>
                    <a:pt x="4373" y="265"/>
                    <a:pt x="4390" y="268"/>
                    <a:pt x="4408" y="274"/>
                  </a:cubicBezTo>
                  <a:lnTo>
                    <a:pt x="4408" y="243"/>
                  </a:lnTo>
                  <a:close/>
                  <a:moveTo>
                    <a:pt x="4438" y="0"/>
                  </a:moveTo>
                  <a:cubicBezTo>
                    <a:pt x="4286" y="0"/>
                    <a:pt x="4134" y="61"/>
                    <a:pt x="4013" y="182"/>
                  </a:cubicBezTo>
                  <a:lnTo>
                    <a:pt x="213" y="3830"/>
                  </a:lnTo>
                  <a:cubicBezTo>
                    <a:pt x="0" y="4043"/>
                    <a:pt x="0" y="4407"/>
                    <a:pt x="213" y="4620"/>
                  </a:cubicBezTo>
                  <a:lnTo>
                    <a:pt x="1125" y="5562"/>
                  </a:lnTo>
                  <a:cubicBezTo>
                    <a:pt x="1216" y="5654"/>
                    <a:pt x="1368" y="5714"/>
                    <a:pt x="1490" y="5714"/>
                  </a:cubicBezTo>
                  <a:cubicBezTo>
                    <a:pt x="1642" y="5714"/>
                    <a:pt x="1794" y="5654"/>
                    <a:pt x="1885" y="5562"/>
                  </a:cubicBezTo>
                  <a:lnTo>
                    <a:pt x="5684" y="1915"/>
                  </a:lnTo>
                  <a:cubicBezTo>
                    <a:pt x="5806" y="1824"/>
                    <a:pt x="5867" y="1672"/>
                    <a:pt x="5867" y="1520"/>
                  </a:cubicBezTo>
                  <a:cubicBezTo>
                    <a:pt x="5867" y="1368"/>
                    <a:pt x="5806" y="1246"/>
                    <a:pt x="5684" y="1125"/>
                  </a:cubicBezTo>
                  <a:lnTo>
                    <a:pt x="4803" y="182"/>
                  </a:lnTo>
                  <a:cubicBezTo>
                    <a:pt x="4712" y="91"/>
                    <a:pt x="4560" y="30"/>
                    <a:pt x="44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411;p52">
              <a:extLst>
                <a:ext uri="{FF2B5EF4-FFF2-40B4-BE49-F238E27FC236}">
                  <a16:creationId xmlns:a16="http://schemas.microsoft.com/office/drawing/2014/main" id="{8C707322-0637-F606-7235-53F9452920BB}"/>
                </a:ext>
              </a:extLst>
            </p:cNvPr>
            <p:cNvSpPr/>
            <p:nvPr/>
          </p:nvSpPr>
          <p:spPr>
            <a:xfrm>
              <a:off x="1930094" y="1223926"/>
              <a:ext cx="144532" cy="139806"/>
            </a:xfrm>
            <a:custGeom>
              <a:avLst/>
              <a:gdLst/>
              <a:ahLst/>
              <a:cxnLst/>
              <a:rect l="l" t="t" r="r" b="b"/>
              <a:pathLst>
                <a:path w="5260" h="5088" extrusionOk="0">
                  <a:moveTo>
                    <a:pt x="3861" y="0"/>
                  </a:moveTo>
                  <a:cubicBezTo>
                    <a:pt x="3752" y="0"/>
                    <a:pt x="3644" y="38"/>
                    <a:pt x="3557" y="111"/>
                  </a:cubicBezTo>
                  <a:lnTo>
                    <a:pt x="183" y="3363"/>
                  </a:lnTo>
                  <a:cubicBezTo>
                    <a:pt x="1" y="3545"/>
                    <a:pt x="1" y="3819"/>
                    <a:pt x="183" y="4001"/>
                  </a:cubicBezTo>
                  <a:lnTo>
                    <a:pt x="1065" y="4974"/>
                  </a:lnTo>
                  <a:cubicBezTo>
                    <a:pt x="1156" y="5050"/>
                    <a:pt x="1270" y="5088"/>
                    <a:pt x="1384" y="5088"/>
                  </a:cubicBezTo>
                  <a:cubicBezTo>
                    <a:pt x="1498" y="5088"/>
                    <a:pt x="1612" y="5050"/>
                    <a:pt x="1703" y="4974"/>
                  </a:cubicBezTo>
                  <a:lnTo>
                    <a:pt x="5077" y="1691"/>
                  </a:lnTo>
                  <a:cubicBezTo>
                    <a:pt x="5259" y="1509"/>
                    <a:pt x="5259" y="1235"/>
                    <a:pt x="5077" y="1083"/>
                  </a:cubicBezTo>
                  <a:lnTo>
                    <a:pt x="4196" y="141"/>
                  </a:lnTo>
                  <a:cubicBezTo>
                    <a:pt x="4100" y="46"/>
                    <a:pt x="3980" y="0"/>
                    <a:pt x="38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412;p52">
              <a:extLst>
                <a:ext uri="{FF2B5EF4-FFF2-40B4-BE49-F238E27FC236}">
                  <a16:creationId xmlns:a16="http://schemas.microsoft.com/office/drawing/2014/main" id="{C16BCC0F-B614-A581-612F-9CD9B3E8DA34}"/>
                </a:ext>
              </a:extLst>
            </p:cNvPr>
            <p:cNvSpPr/>
            <p:nvPr/>
          </p:nvSpPr>
          <p:spPr>
            <a:xfrm>
              <a:off x="1926769" y="1220464"/>
              <a:ext cx="152033" cy="146840"/>
            </a:xfrm>
            <a:custGeom>
              <a:avLst/>
              <a:gdLst/>
              <a:ahLst/>
              <a:cxnLst/>
              <a:rect l="l" t="t" r="r" b="b"/>
              <a:pathLst>
                <a:path w="5533" h="5344" extrusionOk="0">
                  <a:moveTo>
                    <a:pt x="4013" y="237"/>
                  </a:moveTo>
                  <a:cubicBezTo>
                    <a:pt x="4073" y="237"/>
                    <a:pt x="4165" y="267"/>
                    <a:pt x="4225" y="328"/>
                  </a:cubicBezTo>
                  <a:lnTo>
                    <a:pt x="5137" y="1270"/>
                  </a:lnTo>
                  <a:cubicBezTo>
                    <a:pt x="5259" y="1392"/>
                    <a:pt x="5259" y="1604"/>
                    <a:pt x="5137" y="1726"/>
                  </a:cubicBezTo>
                  <a:lnTo>
                    <a:pt x="1733" y="4978"/>
                  </a:lnTo>
                  <a:cubicBezTo>
                    <a:pt x="1672" y="5039"/>
                    <a:pt x="1588" y="5070"/>
                    <a:pt x="1505" y="5070"/>
                  </a:cubicBezTo>
                  <a:cubicBezTo>
                    <a:pt x="1421" y="5070"/>
                    <a:pt x="1338" y="5039"/>
                    <a:pt x="1277" y="4978"/>
                  </a:cubicBezTo>
                  <a:lnTo>
                    <a:pt x="365" y="4036"/>
                  </a:lnTo>
                  <a:cubicBezTo>
                    <a:pt x="243" y="3914"/>
                    <a:pt x="243" y="3732"/>
                    <a:pt x="365" y="3611"/>
                  </a:cubicBezTo>
                  <a:lnTo>
                    <a:pt x="3769" y="328"/>
                  </a:lnTo>
                  <a:cubicBezTo>
                    <a:pt x="3830" y="297"/>
                    <a:pt x="3921" y="237"/>
                    <a:pt x="3982" y="237"/>
                  </a:cubicBezTo>
                  <a:close/>
                  <a:moveTo>
                    <a:pt x="3982" y="0"/>
                  </a:moveTo>
                  <a:cubicBezTo>
                    <a:pt x="3848" y="0"/>
                    <a:pt x="3716" y="47"/>
                    <a:pt x="3617" y="145"/>
                  </a:cubicBezTo>
                  <a:lnTo>
                    <a:pt x="213" y="3428"/>
                  </a:lnTo>
                  <a:cubicBezTo>
                    <a:pt x="0" y="3641"/>
                    <a:pt x="0" y="4006"/>
                    <a:pt x="213" y="4218"/>
                  </a:cubicBezTo>
                  <a:lnTo>
                    <a:pt x="1125" y="5161"/>
                  </a:lnTo>
                  <a:cubicBezTo>
                    <a:pt x="1216" y="5252"/>
                    <a:pt x="1368" y="5313"/>
                    <a:pt x="1490" y="5343"/>
                  </a:cubicBezTo>
                  <a:cubicBezTo>
                    <a:pt x="1642" y="5343"/>
                    <a:pt x="1794" y="5282"/>
                    <a:pt x="1885" y="5191"/>
                  </a:cubicBezTo>
                  <a:lnTo>
                    <a:pt x="5320" y="1908"/>
                  </a:lnTo>
                  <a:cubicBezTo>
                    <a:pt x="5532" y="1696"/>
                    <a:pt x="5532" y="1331"/>
                    <a:pt x="5320" y="1118"/>
                  </a:cubicBezTo>
                  <a:lnTo>
                    <a:pt x="4408" y="176"/>
                  </a:lnTo>
                  <a:cubicBezTo>
                    <a:pt x="4294" y="62"/>
                    <a:pt x="4136" y="0"/>
                    <a:pt x="398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413;p52">
              <a:extLst>
                <a:ext uri="{FF2B5EF4-FFF2-40B4-BE49-F238E27FC236}">
                  <a16:creationId xmlns:a16="http://schemas.microsoft.com/office/drawing/2014/main" id="{56692374-35E4-EE7D-2C3D-D15336A43527}"/>
                </a:ext>
              </a:extLst>
            </p:cNvPr>
            <p:cNvSpPr/>
            <p:nvPr/>
          </p:nvSpPr>
          <p:spPr>
            <a:xfrm>
              <a:off x="1940123" y="1235192"/>
              <a:ext cx="155385" cy="150055"/>
            </a:xfrm>
            <a:custGeom>
              <a:avLst/>
              <a:gdLst/>
              <a:ahLst/>
              <a:cxnLst/>
              <a:rect l="l" t="t" r="r" b="b"/>
              <a:pathLst>
                <a:path w="5655" h="5461" extrusionOk="0">
                  <a:moveTo>
                    <a:pt x="4283" y="1"/>
                  </a:moveTo>
                  <a:cubicBezTo>
                    <a:pt x="4177" y="1"/>
                    <a:pt x="4070" y="39"/>
                    <a:pt x="3982" y="126"/>
                  </a:cubicBezTo>
                  <a:lnTo>
                    <a:pt x="183" y="3743"/>
                  </a:lnTo>
                  <a:cubicBezTo>
                    <a:pt x="1" y="3926"/>
                    <a:pt x="1" y="4199"/>
                    <a:pt x="183" y="4382"/>
                  </a:cubicBezTo>
                  <a:lnTo>
                    <a:pt x="1064" y="5324"/>
                  </a:lnTo>
                  <a:cubicBezTo>
                    <a:pt x="1156" y="5415"/>
                    <a:pt x="1270" y="5461"/>
                    <a:pt x="1384" y="5461"/>
                  </a:cubicBezTo>
                  <a:cubicBezTo>
                    <a:pt x="1498" y="5461"/>
                    <a:pt x="1612" y="5415"/>
                    <a:pt x="1703" y="5324"/>
                  </a:cubicBezTo>
                  <a:lnTo>
                    <a:pt x="5502" y="1676"/>
                  </a:lnTo>
                  <a:cubicBezTo>
                    <a:pt x="5654" y="1524"/>
                    <a:pt x="5654" y="1220"/>
                    <a:pt x="5502" y="1068"/>
                  </a:cubicBezTo>
                  <a:lnTo>
                    <a:pt x="4590" y="126"/>
                  </a:lnTo>
                  <a:cubicBezTo>
                    <a:pt x="4511" y="47"/>
                    <a:pt x="4398" y="1"/>
                    <a:pt x="42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414;p52">
              <a:extLst>
                <a:ext uri="{FF2B5EF4-FFF2-40B4-BE49-F238E27FC236}">
                  <a16:creationId xmlns:a16="http://schemas.microsoft.com/office/drawing/2014/main" id="{87E40250-261B-FEED-1B2B-C628988367D9}"/>
                </a:ext>
              </a:extLst>
            </p:cNvPr>
            <p:cNvSpPr/>
            <p:nvPr/>
          </p:nvSpPr>
          <p:spPr>
            <a:xfrm>
              <a:off x="1938447" y="1231757"/>
              <a:ext cx="160386" cy="156622"/>
            </a:xfrm>
            <a:custGeom>
              <a:avLst/>
              <a:gdLst/>
              <a:ahLst/>
              <a:cxnLst/>
              <a:rect l="l" t="t" r="r" b="b"/>
              <a:pathLst>
                <a:path w="5837" h="5700" extrusionOk="0">
                  <a:moveTo>
                    <a:pt x="4347" y="251"/>
                  </a:moveTo>
                  <a:cubicBezTo>
                    <a:pt x="4408" y="251"/>
                    <a:pt x="4499" y="282"/>
                    <a:pt x="4560" y="342"/>
                  </a:cubicBezTo>
                  <a:lnTo>
                    <a:pt x="5472" y="1285"/>
                  </a:lnTo>
                  <a:cubicBezTo>
                    <a:pt x="5502" y="1345"/>
                    <a:pt x="5533" y="1406"/>
                    <a:pt x="5533" y="1497"/>
                  </a:cubicBezTo>
                  <a:cubicBezTo>
                    <a:pt x="5533" y="1589"/>
                    <a:pt x="5502" y="1649"/>
                    <a:pt x="5442" y="1710"/>
                  </a:cubicBezTo>
                  <a:lnTo>
                    <a:pt x="1642" y="5358"/>
                  </a:lnTo>
                  <a:cubicBezTo>
                    <a:pt x="1581" y="5418"/>
                    <a:pt x="1521" y="5449"/>
                    <a:pt x="1429" y="5449"/>
                  </a:cubicBezTo>
                  <a:cubicBezTo>
                    <a:pt x="1338" y="5449"/>
                    <a:pt x="1247" y="5418"/>
                    <a:pt x="1217" y="5358"/>
                  </a:cubicBezTo>
                  <a:lnTo>
                    <a:pt x="305" y="4415"/>
                  </a:lnTo>
                  <a:cubicBezTo>
                    <a:pt x="244" y="4355"/>
                    <a:pt x="214" y="4263"/>
                    <a:pt x="214" y="4203"/>
                  </a:cubicBezTo>
                  <a:cubicBezTo>
                    <a:pt x="214" y="4111"/>
                    <a:pt x="244" y="4020"/>
                    <a:pt x="305" y="3959"/>
                  </a:cubicBezTo>
                  <a:lnTo>
                    <a:pt x="4104" y="312"/>
                  </a:lnTo>
                  <a:cubicBezTo>
                    <a:pt x="4165" y="282"/>
                    <a:pt x="4256" y="251"/>
                    <a:pt x="4347" y="251"/>
                  </a:cubicBezTo>
                  <a:close/>
                  <a:moveTo>
                    <a:pt x="4378" y="0"/>
                  </a:moveTo>
                  <a:cubicBezTo>
                    <a:pt x="4233" y="0"/>
                    <a:pt x="4089" y="54"/>
                    <a:pt x="3983" y="160"/>
                  </a:cubicBezTo>
                  <a:lnTo>
                    <a:pt x="183" y="3807"/>
                  </a:lnTo>
                  <a:cubicBezTo>
                    <a:pt x="62" y="3899"/>
                    <a:pt x="1" y="4051"/>
                    <a:pt x="1" y="4172"/>
                  </a:cubicBezTo>
                  <a:cubicBezTo>
                    <a:pt x="1" y="4324"/>
                    <a:pt x="62" y="4476"/>
                    <a:pt x="153" y="4598"/>
                  </a:cubicBezTo>
                  <a:lnTo>
                    <a:pt x="1065" y="5540"/>
                  </a:lnTo>
                  <a:cubicBezTo>
                    <a:pt x="1156" y="5631"/>
                    <a:pt x="1308" y="5692"/>
                    <a:pt x="1429" y="5692"/>
                  </a:cubicBezTo>
                  <a:cubicBezTo>
                    <a:pt x="1461" y="5697"/>
                    <a:pt x="1491" y="5700"/>
                    <a:pt x="1520" y="5700"/>
                  </a:cubicBezTo>
                  <a:cubicBezTo>
                    <a:pt x="1662" y="5700"/>
                    <a:pt x="1779" y="5641"/>
                    <a:pt x="1855" y="5540"/>
                  </a:cubicBezTo>
                  <a:lnTo>
                    <a:pt x="5654" y="1893"/>
                  </a:lnTo>
                  <a:cubicBezTo>
                    <a:pt x="5776" y="1801"/>
                    <a:pt x="5837" y="1649"/>
                    <a:pt x="5837" y="1497"/>
                  </a:cubicBezTo>
                  <a:cubicBezTo>
                    <a:pt x="5837" y="1345"/>
                    <a:pt x="5776" y="1193"/>
                    <a:pt x="5685" y="1102"/>
                  </a:cubicBezTo>
                  <a:lnTo>
                    <a:pt x="4773" y="160"/>
                  </a:lnTo>
                  <a:cubicBezTo>
                    <a:pt x="4667" y="54"/>
                    <a:pt x="4522" y="0"/>
                    <a:pt x="43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415;p52">
              <a:extLst>
                <a:ext uri="{FF2B5EF4-FFF2-40B4-BE49-F238E27FC236}">
                  <a16:creationId xmlns:a16="http://schemas.microsoft.com/office/drawing/2014/main" id="{C8142C38-54B5-227A-70D1-FF2B33D00286}"/>
                </a:ext>
              </a:extLst>
            </p:cNvPr>
            <p:cNvSpPr/>
            <p:nvPr/>
          </p:nvSpPr>
          <p:spPr>
            <a:xfrm>
              <a:off x="1882503" y="1150946"/>
              <a:ext cx="129474" cy="148076"/>
            </a:xfrm>
            <a:custGeom>
              <a:avLst/>
              <a:gdLst/>
              <a:ahLst/>
              <a:cxnLst/>
              <a:rect l="l" t="t" r="r" b="b"/>
              <a:pathLst>
                <a:path w="4712" h="5389" extrusionOk="0">
                  <a:moveTo>
                    <a:pt x="2493" y="1"/>
                  </a:moveTo>
                  <a:cubicBezTo>
                    <a:pt x="2371" y="1"/>
                    <a:pt x="2250" y="92"/>
                    <a:pt x="2189" y="213"/>
                  </a:cubicBezTo>
                  <a:lnTo>
                    <a:pt x="92" y="4438"/>
                  </a:lnTo>
                  <a:cubicBezTo>
                    <a:pt x="61" y="4530"/>
                    <a:pt x="31" y="4621"/>
                    <a:pt x="31" y="4742"/>
                  </a:cubicBezTo>
                  <a:cubicBezTo>
                    <a:pt x="0" y="4803"/>
                    <a:pt x="31" y="4894"/>
                    <a:pt x="92" y="4925"/>
                  </a:cubicBezTo>
                  <a:cubicBezTo>
                    <a:pt x="274" y="5046"/>
                    <a:pt x="426" y="5168"/>
                    <a:pt x="578" y="5320"/>
                  </a:cubicBezTo>
                  <a:cubicBezTo>
                    <a:pt x="593" y="5335"/>
                    <a:pt x="608" y="5335"/>
                    <a:pt x="627" y="5335"/>
                  </a:cubicBezTo>
                  <a:cubicBezTo>
                    <a:pt x="646" y="5335"/>
                    <a:pt x="669" y="5335"/>
                    <a:pt x="699" y="5350"/>
                  </a:cubicBezTo>
                  <a:cubicBezTo>
                    <a:pt x="730" y="5381"/>
                    <a:pt x="791" y="5381"/>
                    <a:pt x="851" y="5381"/>
                  </a:cubicBezTo>
                  <a:cubicBezTo>
                    <a:pt x="873" y="5386"/>
                    <a:pt x="894" y="5389"/>
                    <a:pt x="913" y="5389"/>
                  </a:cubicBezTo>
                  <a:cubicBezTo>
                    <a:pt x="1005" y="5389"/>
                    <a:pt x="1080" y="5334"/>
                    <a:pt x="1155" y="5259"/>
                  </a:cubicBezTo>
                  <a:lnTo>
                    <a:pt x="4560" y="2007"/>
                  </a:lnTo>
                  <a:cubicBezTo>
                    <a:pt x="4651" y="1916"/>
                    <a:pt x="4681" y="1824"/>
                    <a:pt x="4712" y="1703"/>
                  </a:cubicBezTo>
                  <a:cubicBezTo>
                    <a:pt x="4681" y="1642"/>
                    <a:pt x="4681" y="1581"/>
                    <a:pt x="4681" y="1520"/>
                  </a:cubicBezTo>
                  <a:cubicBezTo>
                    <a:pt x="4620" y="1460"/>
                    <a:pt x="4590" y="1399"/>
                    <a:pt x="4529" y="1338"/>
                  </a:cubicBezTo>
                  <a:cubicBezTo>
                    <a:pt x="4043" y="882"/>
                    <a:pt x="3526" y="487"/>
                    <a:pt x="2979" y="153"/>
                  </a:cubicBezTo>
                  <a:cubicBezTo>
                    <a:pt x="2827" y="31"/>
                    <a:pt x="2675" y="1"/>
                    <a:pt x="24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416;p52">
              <a:extLst>
                <a:ext uri="{FF2B5EF4-FFF2-40B4-BE49-F238E27FC236}">
                  <a16:creationId xmlns:a16="http://schemas.microsoft.com/office/drawing/2014/main" id="{327FB164-3878-A1DB-50A4-E02306893D62}"/>
                </a:ext>
              </a:extLst>
            </p:cNvPr>
            <p:cNvSpPr/>
            <p:nvPr/>
          </p:nvSpPr>
          <p:spPr>
            <a:xfrm>
              <a:off x="1880002" y="1147621"/>
              <a:ext cx="135327" cy="155358"/>
            </a:xfrm>
            <a:custGeom>
              <a:avLst/>
              <a:gdLst/>
              <a:ahLst/>
              <a:cxnLst/>
              <a:rect l="l" t="t" r="r" b="b"/>
              <a:pathLst>
                <a:path w="4925" h="5654" extrusionOk="0">
                  <a:moveTo>
                    <a:pt x="2614" y="274"/>
                  </a:moveTo>
                  <a:cubicBezTo>
                    <a:pt x="2736" y="274"/>
                    <a:pt x="2888" y="304"/>
                    <a:pt x="2979" y="395"/>
                  </a:cubicBezTo>
                  <a:cubicBezTo>
                    <a:pt x="3556" y="730"/>
                    <a:pt x="4043" y="1125"/>
                    <a:pt x="4499" y="1581"/>
                  </a:cubicBezTo>
                  <a:cubicBezTo>
                    <a:pt x="4560" y="1611"/>
                    <a:pt x="4590" y="1672"/>
                    <a:pt x="4620" y="1733"/>
                  </a:cubicBezTo>
                  <a:cubicBezTo>
                    <a:pt x="4651" y="1763"/>
                    <a:pt x="4651" y="1793"/>
                    <a:pt x="4651" y="1854"/>
                  </a:cubicBezTo>
                  <a:cubicBezTo>
                    <a:pt x="4651" y="1915"/>
                    <a:pt x="4620" y="1976"/>
                    <a:pt x="4590" y="2037"/>
                  </a:cubicBezTo>
                  <a:lnTo>
                    <a:pt x="1155" y="5319"/>
                  </a:lnTo>
                  <a:cubicBezTo>
                    <a:pt x="1088" y="5364"/>
                    <a:pt x="1005" y="5392"/>
                    <a:pt x="918" y="5392"/>
                  </a:cubicBezTo>
                  <a:cubicBezTo>
                    <a:pt x="886" y="5392"/>
                    <a:pt x="853" y="5388"/>
                    <a:pt x="821" y="5380"/>
                  </a:cubicBezTo>
                  <a:cubicBezTo>
                    <a:pt x="821" y="5350"/>
                    <a:pt x="790" y="5350"/>
                    <a:pt x="760" y="5350"/>
                  </a:cubicBezTo>
                  <a:cubicBezTo>
                    <a:pt x="608" y="5198"/>
                    <a:pt x="456" y="5076"/>
                    <a:pt x="274" y="4985"/>
                  </a:cubicBezTo>
                  <a:cubicBezTo>
                    <a:pt x="243" y="4955"/>
                    <a:pt x="243" y="4924"/>
                    <a:pt x="274" y="4894"/>
                  </a:cubicBezTo>
                  <a:cubicBezTo>
                    <a:pt x="274" y="4803"/>
                    <a:pt x="274" y="4711"/>
                    <a:pt x="335" y="4651"/>
                  </a:cubicBezTo>
                  <a:lnTo>
                    <a:pt x="2401" y="395"/>
                  </a:lnTo>
                  <a:cubicBezTo>
                    <a:pt x="2432" y="334"/>
                    <a:pt x="2523" y="274"/>
                    <a:pt x="2614" y="274"/>
                  </a:cubicBezTo>
                  <a:close/>
                  <a:moveTo>
                    <a:pt x="2584" y="0"/>
                  </a:moveTo>
                  <a:cubicBezTo>
                    <a:pt x="2401" y="30"/>
                    <a:pt x="2249" y="122"/>
                    <a:pt x="2158" y="274"/>
                  </a:cubicBezTo>
                  <a:lnTo>
                    <a:pt x="91" y="4499"/>
                  </a:lnTo>
                  <a:cubicBezTo>
                    <a:pt x="31" y="4620"/>
                    <a:pt x="0" y="4742"/>
                    <a:pt x="0" y="4894"/>
                  </a:cubicBezTo>
                  <a:cubicBezTo>
                    <a:pt x="0" y="4985"/>
                    <a:pt x="31" y="5107"/>
                    <a:pt x="152" y="5198"/>
                  </a:cubicBezTo>
                  <a:cubicBezTo>
                    <a:pt x="304" y="5289"/>
                    <a:pt x="456" y="5410"/>
                    <a:pt x="608" y="5532"/>
                  </a:cubicBezTo>
                  <a:cubicBezTo>
                    <a:pt x="638" y="5562"/>
                    <a:pt x="669" y="5593"/>
                    <a:pt x="699" y="5593"/>
                  </a:cubicBezTo>
                  <a:lnTo>
                    <a:pt x="730" y="5593"/>
                  </a:lnTo>
                  <a:cubicBezTo>
                    <a:pt x="790" y="5623"/>
                    <a:pt x="882" y="5654"/>
                    <a:pt x="942" y="5654"/>
                  </a:cubicBezTo>
                  <a:cubicBezTo>
                    <a:pt x="1094" y="5623"/>
                    <a:pt x="1246" y="5562"/>
                    <a:pt x="1338" y="5471"/>
                  </a:cubicBezTo>
                  <a:lnTo>
                    <a:pt x="4742" y="2189"/>
                  </a:lnTo>
                  <a:cubicBezTo>
                    <a:pt x="4863" y="2097"/>
                    <a:pt x="4924" y="1976"/>
                    <a:pt x="4924" y="1824"/>
                  </a:cubicBezTo>
                  <a:cubicBezTo>
                    <a:pt x="4924" y="1733"/>
                    <a:pt x="4894" y="1672"/>
                    <a:pt x="4894" y="1611"/>
                  </a:cubicBezTo>
                  <a:cubicBezTo>
                    <a:pt x="4833" y="1520"/>
                    <a:pt x="4772" y="1429"/>
                    <a:pt x="4711" y="1368"/>
                  </a:cubicBezTo>
                  <a:cubicBezTo>
                    <a:pt x="4225" y="912"/>
                    <a:pt x="3708" y="486"/>
                    <a:pt x="3131" y="152"/>
                  </a:cubicBezTo>
                  <a:cubicBezTo>
                    <a:pt x="2979" y="30"/>
                    <a:pt x="2766" y="0"/>
                    <a:pt x="25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417;p52">
              <a:extLst>
                <a:ext uri="{FF2B5EF4-FFF2-40B4-BE49-F238E27FC236}">
                  <a16:creationId xmlns:a16="http://schemas.microsoft.com/office/drawing/2014/main" id="{8F088CEB-1C60-9529-A75F-76EF4F91ECC3}"/>
                </a:ext>
              </a:extLst>
            </p:cNvPr>
            <p:cNvSpPr/>
            <p:nvPr/>
          </p:nvSpPr>
          <p:spPr>
            <a:xfrm>
              <a:off x="1887504" y="1162898"/>
              <a:ext cx="147032" cy="158051"/>
            </a:xfrm>
            <a:custGeom>
              <a:avLst/>
              <a:gdLst/>
              <a:ahLst/>
              <a:cxnLst/>
              <a:rect l="l" t="t" r="r" b="b"/>
              <a:pathLst>
                <a:path w="5351" h="5752" extrusionOk="0">
                  <a:moveTo>
                    <a:pt x="3474" y="1"/>
                  </a:moveTo>
                  <a:cubicBezTo>
                    <a:pt x="3342" y="1"/>
                    <a:pt x="3230" y="47"/>
                    <a:pt x="3162" y="143"/>
                  </a:cubicBezTo>
                  <a:lnTo>
                    <a:pt x="183" y="4459"/>
                  </a:lnTo>
                  <a:cubicBezTo>
                    <a:pt x="31" y="4672"/>
                    <a:pt x="1" y="4885"/>
                    <a:pt x="92" y="4946"/>
                  </a:cubicBezTo>
                  <a:cubicBezTo>
                    <a:pt x="153" y="5006"/>
                    <a:pt x="213" y="5067"/>
                    <a:pt x="305" y="5158"/>
                  </a:cubicBezTo>
                  <a:lnTo>
                    <a:pt x="761" y="5614"/>
                  </a:lnTo>
                  <a:cubicBezTo>
                    <a:pt x="837" y="5706"/>
                    <a:pt x="943" y="5751"/>
                    <a:pt x="1053" y="5751"/>
                  </a:cubicBezTo>
                  <a:cubicBezTo>
                    <a:pt x="1163" y="5751"/>
                    <a:pt x="1277" y="5706"/>
                    <a:pt x="1369" y="5614"/>
                  </a:cubicBezTo>
                  <a:lnTo>
                    <a:pt x="5168" y="1967"/>
                  </a:lnTo>
                  <a:cubicBezTo>
                    <a:pt x="5350" y="1815"/>
                    <a:pt x="5350" y="1511"/>
                    <a:pt x="5168" y="1359"/>
                  </a:cubicBezTo>
                  <a:lnTo>
                    <a:pt x="4712" y="873"/>
                  </a:lnTo>
                  <a:cubicBezTo>
                    <a:pt x="4499" y="660"/>
                    <a:pt x="4256" y="417"/>
                    <a:pt x="4013" y="204"/>
                  </a:cubicBezTo>
                  <a:cubicBezTo>
                    <a:pt x="3829" y="70"/>
                    <a:pt x="3636" y="1"/>
                    <a:pt x="34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418;p52">
              <a:extLst>
                <a:ext uri="{FF2B5EF4-FFF2-40B4-BE49-F238E27FC236}">
                  <a16:creationId xmlns:a16="http://schemas.microsoft.com/office/drawing/2014/main" id="{25A8FA6A-DE05-4DF7-A9A2-433268C48EED}"/>
                </a:ext>
              </a:extLst>
            </p:cNvPr>
            <p:cNvSpPr/>
            <p:nvPr/>
          </p:nvSpPr>
          <p:spPr>
            <a:xfrm>
              <a:off x="1885003" y="1159986"/>
              <a:ext cx="151209" cy="163876"/>
            </a:xfrm>
            <a:custGeom>
              <a:avLst/>
              <a:gdLst/>
              <a:ahLst/>
              <a:cxnLst/>
              <a:rect l="l" t="t" r="r" b="b"/>
              <a:pathLst>
                <a:path w="5503" h="5964" extrusionOk="0">
                  <a:moveTo>
                    <a:pt x="3557" y="249"/>
                  </a:moveTo>
                  <a:cubicBezTo>
                    <a:pt x="3709" y="249"/>
                    <a:pt x="3861" y="310"/>
                    <a:pt x="3982" y="401"/>
                  </a:cubicBezTo>
                  <a:cubicBezTo>
                    <a:pt x="4256" y="675"/>
                    <a:pt x="4560" y="948"/>
                    <a:pt x="4681" y="1070"/>
                  </a:cubicBezTo>
                  <a:lnTo>
                    <a:pt x="5137" y="1556"/>
                  </a:lnTo>
                  <a:cubicBezTo>
                    <a:pt x="5198" y="1617"/>
                    <a:pt x="5229" y="1678"/>
                    <a:pt x="5229" y="1769"/>
                  </a:cubicBezTo>
                  <a:cubicBezTo>
                    <a:pt x="5229" y="1860"/>
                    <a:pt x="5198" y="1921"/>
                    <a:pt x="5168" y="1982"/>
                  </a:cubicBezTo>
                  <a:lnTo>
                    <a:pt x="1368" y="5629"/>
                  </a:lnTo>
                  <a:cubicBezTo>
                    <a:pt x="1308" y="5690"/>
                    <a:pt x="1216" y="5720"/>
                    <a:pt x="1125" y="5720"/>
                  </a:cubicBezTo>
                  <a:cubicBezTo>
                    <a:pt x="1034" y="5720"/>
                    <a:pt x="973" y="5690"/>
                    <a:pt x="912" y="5629"/>
                  </a:cubicBezTo>
                  <a:lnTo>
                    <a:pt x="456" y="5143"/>
                  </a:lnTo>
                  <a:lnTo>
                    <a:pt x="244" y="4960"/>
                  </a:lnTo>
                  <a:cubicBezTo>
                    <a:pt x="244" y="4839"/>
                    <a:pt x="274" y="4717"/>
                    <a:pt x="335" y="4626"/>
                  </a:cubicBezTo>
                  <a:lnTo>
                    <a:pt x="3374" y="310"/>
                  </a:lnTo>
                  <a:cubicBezTo>
                    <a:pt x="3405" y="280"/>
                    <a:pt x="3435" y="249"/>
                    <a:pt x="3496" y="249"/>
                  </a:cubicBezTo>
                  <a:close/>
                  <a:moveTo>
                    <a:pt x="3560" y="0"/>
                  </a:moveTo>
                  <a:cubicBezTo>
                    <a:pt x="3528" y="0"/>
                    <a:pt x="3497" y="2"/>
                    <a:pt x="3466" y="6"/>
                  </a:cubicBezTo>
                  <a:cubicBezTo>
                    <a:pt x="3344" y="6"/>
                    <a:pt x="3253" y="67"/>
                    <a:pt x="3162" y="188"/>
                  </a:cubicBezTo>
                  <a:lnTo>
                    <a:pt x="153" y="4505"/>
                  </a:lnTo>
                  <a:cubicBezTo>
                    <a:pt x="31" y="4626"/>
                    <a:pt x="1" y="4808"/>
                    <a:pt x="1" y="4991"/>
                  </a:cubicBezTo>
                  <a:cubicBezTo>
                    <a:pt x="1" y="5052"/>
                    <a:pt x="31" y="5082"/>
                    <a:pt x="61" y="5112"/>
                  </a:cubicBezTo>
                  <a:cubicBezTo>
                    <a:pt x="153" y="5204"/>
                    <a:pt x="183" y="5234"/>
                    <a:pt x="304" y="5325"/>
                  </a:cubicBezTo>
                  <a:lnTo>
                    <a:pt x="760" y="5812"/>
                  </a:lnTo>
                  <a:cubicBezTo>
                    <a:pt x="852" y="5903"/>
                    <a:pt x="1004" y="5964"/>
                    <a:pt x="1125" y="5964"/>
                  </a:cubicBezTo>
                  <a:cubicBezTo>
                    <a:pt x="1277" y="5964"/>
                    <a:pt x="1429" y="5903"/>
                    <a:pt x="1520" y="5812"/>
                  </a:cubicBezTo>
                  <a:lnTo>
                    <a:pt x="5320" y="2164"/>
                  </a:lnTo>
                  <a:cubicBezTo>
                    <a:pt x="5441" y="2042"/>
                    <a:pt x="5502" y="1921"/>
                    <a:pt x="5502" y="1769"/>
                  </a:cubicBezTo>
                  <a:cubicBezTo>
                    <a:pt x="5502" y="1617"/>
                    <a:pt x="5441" y="1465"/>
                    <a:pt x="5350" y="1374"/>
                  </a:cubicBezTo>
                  <a:lnTo>
                    <a:pt x="4894" y="887"/>
                  </a:lnTo>
                  <a:cubicBezTo>
                    <a:pt x="4742" y="766"/>
                    <a:pt x="4469" y="492"/>
                    <a:pt x="4165" y="219"/>
                  </a:cubicBezTo>
                  <a:cubicBezTo>
                    <a:pt x="3979" y="86"/>
                    <a:pt x="3771" y="0"/>
                    <a:pt x="3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419;p52">
              <a:extLst>
                <a:ext uri="{FF2B5EF4-FFF2-40B4-BE49-F238E27FC236}">
                  <a16:creationId xmlns:a16="http://schemas.microsoft.com/office/drawing/2014/main" id="{97ED9B1A-2ADD-FB57-72B9-B243BC10A99F}"/>
                </a:ext>
              </a:extLst>
            </p:cNvPr>
            <p:cNvSpPr/>
            <p:nvPr/>
          </p:nvSpPr>
          <p:spPr>
            <a:xfrm>
              <a:off x="1816529" y="1123386"/>
              <a:ext cx="88560" cy="154643"/>
            </a:xfrm>
            <a:custGeom>
              <a:avLst/>
              <a:gdLst/>
              <a:ahLst/>
              <a:cxnLst/>
              <a:rect l="l" t="t" r="r" b="b"/>
              <a:pathLst>
                <a:path w="3223" h="5628" extrusionOk="0">
                  <a:moveTo>
                    <a:pt x="638" y="1"/>
                  </a:moveTo>
                  <a:cubicBezTo>
                    <a:pt x="274" y="31"/>
                    <a:pt x="0" y="274"/>
                    <a:pt x="30" y="517"/>
                  </a:cubicBezTo>
                  <a:lnTo>
                    <a:pt x="730" y="5168"/>
                  </a:lnTo>
                  <a:cubicBezTo>
                    <a:pt x="760" y="5411"/>
                    <a:pt x="912" y="5593"/>
                    <a:pt x="1003" y="5593"/>
                  </a:cubicBezTo>
                  <a:lnTo>
                    <a:pt x="1337" y="5593"/>
                  </a:lnTo>
                  <a:cubicBezTo>
                    <a:pt x="1429" y="5593"/>
                    <a:pt x="1520" y="5593"/>
                    <a:pt x="1641" y="5624"/>
                  </a:cubicBezTo>
                  <a:cubicBezTo>
                    <a:pt x="1648" y="5626"/>
                    <a:pt x="1655" y="5627"/>
                    <a:pt x="1662" y="5627"/>
                  </a:cubicBezTo>
                  <a:cubicBezTo>
                    <a:pt x="1754" y="5627"/>
                    <a:pt x="1889" y="5454"/>
                    <a:pt x="1945" y="5229"/>
                  </a:cubicBezTo>
                  <a:lnTo>
                    <a:pt x="3161" y="669"/>
                  </a:lnTo>
                  <a:cubicBezTo>
                    <a:pt x="3222" y="457"/>
                    <a:pt x="2918" y="153"/>
                    <a:pt x="2584" y="122"/>
                  </a:cubicBezTo>
                  <a:cubicBezTo>
                    <a:pt x="2280" y="61"/>
                    <a:pt x="1945" y="31"/>
                    <a:pt x="16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420;p52">
              <a:extLst>
                <a:ext uri="{FF2B5EF4-FFF2-40B4-BE49-F238E27FC236}">
                  <a16:creationId xmlns:a16="http://schemas.microsoft.com/office/drawing/2014/main" id="{BD51B718-7754-692E-8618-D3733DB8A4AB}"/>
                </a:ext>
              </a:extLst>
            </p:cNvPr>
            <p:cNvSpPr/>
            <p:nvPr/>
          </p:nvSpPr>
          <p:spPr>
            <a:xfrm>
              <a:off x="1814001" y="1120885"/>
              <a:ext cx="92737" cy="160441"/>
            </a:xfrm>
            <a:custGeom>
              <a:avLst/>
              <a:gdLst/>
              <a:ahLst/>
              <a:cxnLst/>
              <a:rect l="l" t="t" r="r" b="b"/>
              <a:pathLst>
                <a:path w="3375" h="5839" extrusionOk="0">
                  <a:moveTo>
                    <a:pt x="1703" y="183"/>
                  </a:moveTo>
                  <a:cubicBezTo>
                    <a:pt x="1977" y="213"/>
                    <a:pt x="2281" y="244"/>
                    <a:pt x="2676" y="304"/>
                  </a:cubicBezTo>
                  <a:cubicBezTo>
                    <a:pt x="2828" y="335"/>
                    <a:pt x="2980" y="426"/>
                    <a:pt x="3071" y="548"/>
                  </a:cubicBezTo>
                  <a:cubicBezTo>
                    <a:pt x="3132" y="608"/>
                    <a:pt x="3132" y="669"/>
                    <a:pt x="3101" y="730"/>
                  </a:cubicBezTo>
                  <a:lnTo>
                    <a:pt x="1916" y="5289"/>
                  </a:lnTo>
                  <a:cubicBezTo>
                    <a:pt x="1855" y="5472"/>
                    <a:pt x="1764" y="5563"/>
                    <a:pt x="1733" y="5563"/>
                  </a:cubicBezTo>
                  <a:lnTo>
                    <a:pt x="1612" y="5563"/>
                  </a:lnTo>
                  <a:lnTo>
                    <a:pt x="1399" y="5532"/>
                  </a:lnTo>
                  <a:lnTo>
                    <a:pt x="1278" y="5532"/>
                  </a:lnTo>
                  <a:cubicBezTo>
                    <a:pt x="1247" y="5517"/>
                    <a:pt x="1217" y="5510"/>
                    <a:pt x="1186" y="5510"/>
                  </a:cubicBezTo>
                  <a:cubicBezTo>
                    <a:pt x="1156" y="5510"/>
                    <a:pt x="1126" y="5517"/>
                    <a:pt x="1095" y="5532"/>
                  </a:cubicBezTo>
                  <a:cubicBezTo>
                    <a:pt x="1004" y="5441"/>
                    <a:pt x="974" y="5320"/>
                    <a:pt x="943" y="5228"/>
                  </a:cubicBezTo>
                  <a:lnTo>
                    <a:pt x="244" y="548"/>
                  </a:lnTo>
                  <a:cubicBezTo>
                    <a:pt x="244" y="487"/>
                    <a:pt x="274" y="426"/>
                    <a:pt x="305" y="396"/>
                  </a:cubicBezTo>
                  <a:cubicBezTo>
                    <a:pt x="426" y="274"/>
                    <a:pt x="578" y="183"/>
                    <a:pt x="761" y="183"/>
                  </a:cubicBezTo>
                  <a:close/>
                  <a:moveTo>
                    <a:pt x="730" y="0"/>
                  </a:moveTo>
                  <a:cubicBezTo>
                    <a:pt x="487" y="31"/>
                    <a:pt x="274" y="122"/>
                    <a:pt x="92" y="304"/>
                  </a:cubicBezTo>
                  <a:cubicBezTo>
                    <a:pt x="31" y="396"/>
                    <a:pt x="1" y="517"/>
                    <a:pt x="1" y="639"/>
                  </a:cubicBezTo>
                  <a:lnTo>
                    <a:pt x="700" y="5320"/>
                  </a:lnTo>
                  <a:cubicBezTo>
                    <a:pt x="758" y="5579"/>
                    <a:pt x="897" y="5839"/>
                    <a:pt x="1093" y="5839"/>
                  </a:cubicBezTo>
                  <a:cubicBezTo>
                    <a:pt x="1104" y="5839"/>
                    <a:pt x="1115" y="5838"/>
                    <a:pt x="1126" y="5836"/>
                  </a:cubicBezTo>
                  <a:cubicBezTo>
                    <a:pt x="1156" y="5821"/>
                    <a:pt x="1179" y="5814"/>
                    <a:pt x="1202" y="5814"/>
                  </a:cubicBezTo>
                  <a:cubicBezTo>
                    <a:pt x="1224" y="5814"/>
                    <a:pt x="1247" y="5821"/>
                    <a:pt x="1278" y="5836"/>
                  </a:cubicBezTo>
                  <a:lnTo>
                    <a:pt x="1764" y="5836"/>
                  </a:lnTo>
                  <a:cubicBezTo>
                    <a:pt x="1946" y="5836"/>
                    <a:pt x="2098" y="5593"/>
                    <a:pt x="2159" y="5411"/>
                  </a:cubicBezTo>
                  <a:lnTo>
                    <a:pt x="3344" y="851"/>
                  </a:lnTo>
                  <a:cubicBezTo>
                    <a:pt x="3375" y="730"/>
                    <a:pt x="3375" y="608"/>
                    <a:pt x="3314" y="487"/>
                  </a:cubicBezTo>
                  <a:cubicBezTo>
                    <a:pt x="3162" y="304"/>
                    <a:pt x="2949" y="152"/>
                    <a:pt x="2706" y="122"/>
                  </a:cubicBezTo>
                  <a:cubicBezTo>
                    <a:pt x="2311" y="61"/>
                    <a:pt x="2007" y="0"/>
                    <a:pt x="17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421;p52">
              <a:extLst>
                <a:ext uri="{FF2B5EF4-FFF2-40B4-BE49-F238E27FC236}">
                  <a16:creationId xmlns:a16="http://schemas.microsoft.com/office/drawing/2014/main" id="{FF47839C-4EED-ED9B-4E1F-2183DEC5CDB1}"/>
                </a:ext>
              </a:extLst>
            </p:cNvPr>
            <p:cNvSpPr/>
            <p:nvPr/>
          </p:nvSpPr>
          <p:spPr>
            <a:xfrm>
              <a:off x="1849090" y="1115802"/>
              <a:ext cx="90236" cy="171679"/>
            </a:xfrm>
            <a:custGeom>
              <a:avLst/>
              <a:gdLst/>
              <a:ahLst/>
              <a:cxnLst/>
              <a:rect l="l" t="t" r="r" b="b"/>
              <a:pathLst>
                <a:path w="3284" h="6248" extrusionOk="0">
                  <a:moveTo>
                    <a:pt x="655" y="0"/>
                  </a:moveTo>
                  <a:cubicBezTo>
                    <a:pt x="297" y="0"/>
                    <a:pt x="29" y="201"/>
                    <a:pt x="1" y="429"/>
                  </a:cubicBezTo>
                  <a:lnTo>
                    <a:pt x="1" y="5687"/>
                  </a:lnTo>
                  <a:cubicBezTo>
                    <a:pt x="1" y="5930"/>
                    <a:pt x="92" y="6143"/>
                    <a:pt x="183" y="6143"/>
                  </a:cubicBezTo>
                  <a:cubicBezTo>
                    <a:pt x="274" y="6143"/>
                    <a:pt x="365" y="6143"/>
                    <a:pt x="456" y="6173"/>
                  </a:cubicBezTo>
                  <a:lnTo>
                    <a:pt x="608" y="6204"/>
                  </a:lnTo>
                  <a:lnTo>
                    <a:pt x="730" y="6234"/>
                  </a:lnTo>
                  <a:cubicBezTo>
                    <a:pt x="744" y="6243"/>
                    <a:pt x="759" y="6248"/>
                    <a:pt x="775" y="6248"/>
                  </a:cubicBezTo>
                  <a:cubicBezTo>
                    <a:pt x="866" y="6248"/>
                    <a:pt x="991" y="6107"/>
                    <a:pt x="1095" y="5900"/>
                  </a:cubicBezTo>
                  <a:lnTo>
                    <a:pt x="3192" y="1097"/>
                  </a:lnTo>
                  <a:cubicBezTo>
                    <a:pt x="3283" y="854"/>
                    <a:pt x="3070" y="550"/>
                    <a:pt x="2706" y="429"/>
                  </a:cubicBezTo>
                  <a:cubicBezTo>
                    <a:pt x="2554" y="368"/>
                    <a:pt x="2371" y="337"/>
                    <a:pt x="2219" y="277"/>
                  </a:cubicBezTo>
                  <a:lnTo>
                    <a:pt x="1733" y="155"/>
                  </a:lnTo>
                  <a:cubicBezTo>
                    <a:pt x="1399" y="94"/>
                    <a:pt x="1064" y="33"/>
                    <a:pt x="730" y="3"/>
                  </a:cubicBezTo>
                  <a:cubicBezTo>
                    <a:pt x="705" y="1"/>
                    <a:pt x="680" y="0"/>
                    <a:pt x="6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422;p52">
              <a:extLst>
                <a:ext uri="{FF2B5EF4-FFF2-40B4-BE49-F238E27FC236}">
                  <a16:creationId xmlns:a16="http://schemas.microsoft.com/office/drawing/2014/main" id="{E007673C-9C0B-CA2D-4D37-722512F1BD25}"/>
                </a:ext>
              </a:extLst>
            </p:cNvPr>
            <p:cNvSpPr/>
            <p:nvPr/>
          </p:nvSpPr>
          <p:spPr>
            <a:xfrm>
              <a:off x="1845738" y="1113164"/>
              <a:ext cx="93588" cy="178137"/>
            </a:xfrm>
            <a:custGeom>
              <a:avLst/>
              <a:gdLst/>
              <a:ahLst/>
              <a:cxnLst/>
              <a:rect l="l" t="t" r="r" b="b"/>
              <a:pathLst>
                <a:path w="3406" h="6483" extrusionOk="0">
                  <a:moveTo>
                    <a:pt x="852" y="221"/>
                  </a:moveTo>
                  <a:lnTo>
                    <a:pt x="1034" y="251"/>
                  </a:lnTo>
                  <a:cubicBezTo>
                    <a:pt x="1308" y="281"/>
                    <a:pt x="1582" y="312"/>
                    <a:pt x="1855" y="373"/>
                  </a:cubicBezTo>
                  <a:lnTo>
                    <a:pt x="2341" y="494"/>
                  </a:lnTo>
                  <a:cubicBezTo>
                    <a:pt x="2463" y="525"/>
                    <a:pt x="2585" y="555"/>
                    <a:pt x="2737" y="585"/>
                  </a:cubicBezTo>
                  <a:lnTo>
                    <a:pt x="2828" y="646"/>
                  </a:lnTo>
                  <a:cubicBezTo>
                    <a:pt x="2980" y="677"/>
                    <a:pt x="3132" y="798"/>
                    <a:pt x="3192" y="950"/>
                  </a:cubicBezTo>
                  <a:cubicBezTo>
                    <a:pt x="3223" y="1011"/>
                    <a:pt x="3223" y="1072"/>
                    <a:pt x="3192" y="1132"/>
                  </a:cubicBezTo>
                  <a:lnTo>
                    <a:pt x="1126" y="5935"/>
                  </a:lnTo>
                  <a:cubicBezTo>
                    <a:pt x="1065" y="6057"/>
                    <a:pt x="1004" y="6148"/>
                    <a:pt x="913" y="6209"/>
                  </a:cubicBezTo>
                  <a:lnTo>
                    <a:pt x="761" y="6178"/>
                  </a:lnTo>
                  <a:lnTo>
                    <a:pt x="639" y="6148"/>
                  </a:lnTo>
                  <a:cubicBezTo>
                    <a:pt x="578" y="6117"/>
                    <a:pt x="518" y="6117"/>
                    <a:pt x="457" y="6117"/>
                  </a:cubicBezTo>
                  <a:lnTo>
                    <a:pt x="366" y="6117"/>
                  </a:lnTo>
                  <a:cubicBezTo>
                    <a:pt x="274" y="6026"/>
                    <a:pt x="244" y="5905"/>
                    <a:pt x="274" y="5783"/>
                  </a:cubicBezTo>
                  <a:lnTo>
                    <a:pt x="274" y="525"/>
                  </a:lnTo>
                  <a:cubicBezTo>
                    <a:pt x="274" y="464"/>
                    <a:pt x="305" y="403"/>
                    <a:pt x="335" y="373"/>
                  </a:cubicBezTo>
                  <a:cubicBezTo>
                    <a:pt x="457" y="281"/>
                    <a:pt x="609" y="221"/>
                    <a:pt x="761" y="221"/>
                  </a:cubicBezTo>
                  <a:close/>
                  <a:moveTo>
                    <a:pt x="703" y="0"/>
                  </a:moveTo>
                  <a:cubicBezTo>
                    <a:pt x="501" y="0"/>
                    <a:pt x="306" y="68"/>
                    <a:pt x="153" y="221"/>
                  </a:cubicBezTo>
                  <a:cubicBezTo>
                    <a:pt x="62" y="281"/>
                    <a:pt x="1" y="403"/>
                    <a:pt x="1" y="555"/>
                  </a:cubicBezTo>
                  <a:lnTo>
                    <a:pt x="1" y="5813"/>
                  </a:lnTo>
                  <a:cubicBezTo>
                    <a:pt x="1" y="6117"/>
                    <a:pt x="123" y="6361"/>
                    <a:pt x="305" y="6361"/>
                  </a:cubicBezTo>
                  <a:lnTo>
                    <a:pt x="426" y="6361"/>
                  </a:lnTo>
                  <a:cubicBezTo>
                    <a:pt x="457" y="6391"/>
                    <a:pt x="518" y="6391"/>
                    <a:pt x="578" y="6391"/>
                  </a:cubicBezTo>
                  <a:cubicBezTo>
                    <a:pt x="609" y="6421"/>
                    <a:pt x="639" y="6421"/>
                    <a:pt x="700" y="6421"/>
                  </a:cubicBezTo>
                  <a:lnTo>
                    <a:pt x="822" y="6482"/>
                  </a:lnTo>
                  <a:lnTo>
                    <a:pt x="882" y="6482"/>
                  </a:lnTo>
                  <a:cubicBezTo>
                    <a:pt x="1065" y="6482"/>
                    <a:pt x="1217" y="6269"/>
                    <a:pt x="1338" y="6057"/>
                  </a:cubicBezTo>
                  <a:lnTo>
                    <a:pt x="3375" y="1224"/>
                  </a:lnTo>
                  <a:cubicBezTo>
                    <a:pt x="3405" y="1102"/>
                    <a:pt x="3405" y="980"/>
                    <a:pt x="3375" y="859"/>
                  </a:cubicBezTo>
                  <a:cubicBezTo>
                    <a:pt x="3253" y="646"/>
                    <a:pt x="3071" y="464"/>
                    <a:pt x="2828" y="403"/>
                  </a:cubicBezTo>
                  <a:lnTo>
                    <a:pt x="2737" y="373"/>
                  </a:lnTo>
                  <a:lnTo>
                    <a:pt x="2341" y="251"/>
                  </a:lnTo>
                  <a:lnTo>
                    <a:pt x="1855" y="160"/>
                  </a:lnTo>
                  <a:cubicBezTo>
                    <a:pt x="1582" y="69"/>
                    <a:pt x="1278" y="38"/>
                    <a:pt x="1004" y="8"/>
                  </a:cubicBezTo>
                  <a:lnTo>
                    <a:pt x="822" y="8"/>
                  </a:lnTo>
                  <a:cubicBezTo>
                    <a:pt x="782" y="3"/>
                    <a:pt x="743" y="0"/>
                    <a:pt x="7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423;p52">
              <a:extLst>
                <a:ext uri="{FF2B5EF4-FFF2-40B4-BE49-F238E27FC236}">
                  <a16:creationId xmlns:a16="http://schemas.microsoft.com/office/drawing/2014/main" id="{43198A71-D9D9-0269-1961-058156472A5C}"/>
                </a:ext>
              </a:extLst>
            </p:cNvPr>
            <p:cNvSpPr/>
            <p:nvPr/>
          </p:nvSpPr>
          <p:spPr>
            <a:xfrm>
              <a:off x="1698761" y="1141164"/>
              <a:ext cx="123621" cy="151593"/>
            </a:xfrm>
            <a:custGeom>
              <a:avLst/>
              <a:gdLst/>
              <a:ahLst/>
              <a:cxnLst/>
              <a:rect l="l" t="t" r="r" b="b"/>
              <a:pathLst>
                <a:path w="4499" h="5517" extrusionOk="0">
                  <a:moveTo>
                    <a:pt x="2431" y="0"/>
                  </a:moveTo>
                  <a:cubicBezTo>
                    <a:pt x="2317" y="0"/>
                    <a:pt x="2190" y="27"/>
                    <a:pt x="2067" y="83"/>
                  </a:cubicBezTo>
                  <a:cubicBezTo>
                    <a:pt x="1763" y="205"/>
                    <a:pt x="1490" y="387"/>
                    <a:pt x="1186" y="539"/>
                  </a:cubicBezTo>
                  <a:cubicBezTo>
                    <a:pt x="912" y="721"/>
                    <a:pt x="639" y="904"/>
                    <a:pt x="395" y="1117"/>
                  </a:cubicBezTo>
                  <a:cubicBezTo>
                    <a:pt x="91" y="1360"/>
                    <a:pt x="0" y="1694"/>
                    <a:pt x="152" y="1876"/>
                  </a:cubicBezTo>
                  <a:lnTo>
                    <a:pt x="3405" y="5311"/>
                  </a:lnTo>
                  <a:cubicBezTo>
                    <a:pt x="3519" y="5448"/>
                    <a:pt x="3667" y="5516"/>
                    <a:pt x="3772" y="5516"/>
                  </a:cubicBezTo>
                  <a:cubicBezTo>
                    <a:pt x="3807" y="5516"/>
                    <a:pt x="3838" y="5509"/>
                    <a:pt x="3861" y="5493"/>
                  </a:cubicBezTo>
                  <a:lnTo>
                    <a:pt x="4104" y="5311"/>
                  </a:lnTo>
                  <a:cubicBezTo>
                    <a:pt x="4195" y="5250"/>
                    <a:pt x="4286" y="5220"/>
                    <a:pt x="4377" y="5159"/>
                  </a:cubicBezTo>
                  <a:cubicBezTo>
                    <a:pt x="4468" y="5129"/>
                    <a:pt x="4499" y="4886"/>
                    <a:pt x="4438" y="4673"/>
                  </a:cubicBezTo>
                  <a:lnTo>
                    <a:pt x="2827" y="235"/>
                  </a:lnTo>
                  <a:cubicBezTo>
                    <a:pt x="2789" y="81"/>
                    <a:pt x="2628" y="0"/>
                    <a:pt x="2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424;p52">
              <a:extLst>
                <a:ext uri="{FF2B5EF4-FFF2-40B4-BE49-F238E27FC236}">
                  <a16:creationId xmlns:a16="http://schemas.microsoft.com/office/drawing/2014/main" id="{16FA1CB1-C55D-0642-CB38-2CC4C9F43F4C}"/>
                </a:ext>
              </a:extLst>
            </p:cNvPr>
            <p:cNvSpPr/>
            <p:nvPr/>
          </p:nvSpPr>
          <p:spPr>
            <a:xfrm>
              <a:off x="1697909" y="1138306"/>
              <a:ext cx="128650" cy="157996"/>
            </a:xfrm>
            <a:custGeom>
              <a:avLst/>
              <a:gdLst/>
              <a:ahLst/>
              <a:cxnLst/>
              <a:rect l="l" t="t" r="r" b="b"/>
              <a:pathLst>
                <a:path w="4682" h="5750" extrusionOk="0">
                  <a:moveTo>
                    <a:pt x="2446" y="215"/>
                  </a:moveTo>
                  <a:cubicBezTo>
                    <a:pt x="2510" y="215"/>
                    <a:pt x="2576" y="225"/>
                    <a:pt x="2645" y="248"/>
                  </a:cubicBezTo>
                  <a:cubicBezTo>
                    <a:pt x="2676" y="278"/>
                    <a:pt x="2737" y="309"/>
                    <a:pt x="2737" y="369"/>
                  </a:cubicBezTo>
                  <a:lnTo>
                    <a:pt x="4347" y="4807"/>
                  </a:lnTo>
                  <a:cubicBezTo>
                    <a:pt x="4408" y="4898"/>
                    <a:pt x="4408" y="5020"/>
                    <a:pt x="4378" y="5142"/>
                  </a:cubicBezTo>
                  <a:cubicBezTo>
                    <a:pt x="4317" y="5172"/>
                    <a:pt x="4256" y="5202"/>
                    <a:pt x="4226" y="5233"/>
                  </a:cubicBezTo>
                  <a:lnTo>
                    <a:pt x="4074" y="5294"/>
                  </a:lnTo>
                  <a:lnTo>
                    <a:pt x="3831" y="5476"/>
                  </a:lnTo>
                  <a:cubicBezTo>
                    <a:pt x="3709" y="5446"/>
                    <a:pt x="3618" y="5385"/>
                    <a:pt x="3527" y="5324"/>
                  </a:cubicBezTo>
                  <a:lnTo>
                    <a:pt x="305" y="1889"/>
                  </a:lnTo>
                  <a:cubicBezTo>
                    <a:pt x="244" y="1859"/>
                    <a:pt x="244" y="1798"/>
                    <a:pt x="244" y="1737"/>
                  </a:cubicBezTo>
                  <a:cubicBezTo>
                    <a:pt x="274" y="1555"/>
                    <a:pt x="366" y="1403"/>
                    <a:pt x="487" y="1312"/>
                  </a:cubicBezTo>
                  <a:cubicBezTo>
                    <a:pt x="761" y="1099"/>
                    <a:pt x="1034" y="917"/>
                    <a:pt x="1278" y="734"/>
                  </a:cubicBezTo>
                  <a:lnTo>
                    <a:pt x="1490" y="613"/>
                  </a:lnTo>
                  <a:cubicBezTo>
                    <a:pt x="1703" y="491"/>
                    <a:pt x="1916" y="400"/>
                    <a:pt x="2129" y="278"/>
                  </a:cubicBezTo>
                  <a:cubicBezTo>
                    <a:pt x="2241" y="241"/>
                    <a:pt x="2342" y="215"/>
                    <a:pt x="2446" y="215"/>
                  </a:cubicBezTo>
                  <a:close/>
                  <a:moveTo>
                    <a:pt x="2401" y="0"/>
                  </a:moveTo>
                  <a:cubicBezTo>
                    <a:pt x="2274" y="0"/>
                    <a:pt x="2151" y="31"/>
                    <a:pt x="2037" y="96"/>
                  </a:cubicBezTo>
                  <a:cubicBezTo>
                    <a:pt x="1794" y="187"/>
                    <a:pt x="1581" y="309"/>
                    <a:pt x="1369" y="430"/>
                  </a:cubicBezTo>
                  <a:lnTo>
                    <a:pt x="1156" y="552"/>
                  </a:lnTo>
                  <a:cubicBezTo>
                    <a:pt x="882" y="734"/>
                    <a:pt x="609" y="917"/>
                    <a:pt x="335" y="1129"/>
                  </a:cubicBezTo>
                  <a:cubicBezTo>
                    <a:pt x="153" y="1281"/>
                    <a:pt x="31" y="1494"/>
                    <a:pt x="1" y="1737"/>
                  </a:cubicBezTo>
                  <a:cubicBezTo>
                    <a:pt x="1" y="1859"/>
                    <a:pt x="31" y="1980"/>
                    <a:pt x="122" y="2072"/>
                  </a:cubicBezTo>
                  <a:lnTo>
                    <a:pt x="3344" y="5506"/>
                  </a:lnTo>
                  <a:cubicBezTo>
                    <a:pt x="3466" y="5628"/>
                    <a:pt x="3648" y="5719"/>
                    <a:pt x="3831" y="5749"/>
                  </a:cubicBezTo>
                  <a:cubicBezTo>
                    <a:pt x="3892" y="5749"/>
                    <a:pt x="3922" y="5719"/>
                    <a:pt x="3983" y="5689"/>
                  </a:cubicBezTo>
                  <a:lnTo>
                    <a:pt x="4195" y="5537"/>
                  </a:lnTo>
                  <a:cubicBezTo>
                    <a:pt x="4256" y="5506"/>
                    <a:pt x="4287" y="5476"/>
                    <a:pt x="4347" y="5446"/>
                  </a:cubicBezTo>
                  <a:cubicBezTo>
                    <a:pt x="4378" y="5446"/>
                    <a:pt x="4408" y="5415"/>
                    <a:pt x="4469" y="5385"/>
                  </a:cubicBezTo>
                  <a:cubicBezTo>
                    <a:pt x="4651" y="5324"/>
                    <a:pt x="4682" y="5020"/>
                    <a:pt x="4591" y="4746"/>
                  </a:cubicBezTo>
                  <a:lnTo>
                    <a:pt x="2980" y="309"/>
                  </a:lnTo>
                  <a:cubicBezTo>
                    <a:pt x="2949" y="187"/>
                    <a:pt x="2858" y="96"/>
                    <a:pt x="2737" y="65"/>
                  </a:cubicBezTo>
                  <a:cubicBezTo>
                    <a:pt x="2624" y="23"/>
                    <a:pt x="2511" y="0"/>
                    <a:pt x="24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425;p52">
              <a:extLst>
                <a:ext uri="{FF2B5EF4-FFF2-40B4-BE49-F238E27FC236}">
                  <a16:creationId xmlns:a16="http://schemas.microsoft.com/office/drawing/2014/main" id="{113CEA3A-C240-1118-534D-4B903360BE0E}"/>
                </a:ext>
              </a:extLst>
            </p:cNvPr>
            <p:cNvSpPr/>
            <p:nvPr/>
          </p:nvSpPr>
          <p:spPr>
            <a:xfrm>
              <a:off x="1720468" y="1123056"/>
              <a:ext cx="115296" cy="169509"/>
            </a:xfrm>
            <a:custGeom>
              <a:avLst/>
              <a:gdLst/>
              <a:ahLst/>
              <a:cxnLst/>
              <a:rect l="l" t="t" r="r" b="b"/>
              <a:pathLst>
                <a:path w="4196" h="6169" extrusionOk="0">
                  <a:moveTo>
                    <a:pt x="2631" y="0"/>
                  </a:moveTo>
                  <a:cubicBezTo>
                    <a:pt x="2548" y="0"/>
                    <a:pt x="2460" y="14"/>
                    <a:pt x="2371" y="43"/>
                  </a:cubicBezTo>
                  <a:cubicBezTo>
                    <a:pt x="2037" y="134"/>
                    <a:pt x="1703" y="256"/>
                    <a:pt x="1399" y="377"/>
                  </a:cubicBezTo>
                  <a:cubicBezTo>
                    <a:pt x="1095" y="499"/>
                    <a:pt x="791" y="651"/>
                    <a:pt x="487" y="833"/>
                  </a:cubicBezTo>
                  <a:cubicBezTo>
                    <a:pt x="153" y="1016"/>
                    <a:pt x="1" y="1380"/>
                    <a:pt x="153" y="1563"/>
                  </a:cubicBezTo>
                  <a:lnTo>
                    <a:pt x="3131" y="5909"/>
                  </a:lnTo>
                  <a:cubicBezTo>
                    <a:pt x="3256" y="6059"/>
                    <a:pt x="3381" y="6168"/>
                    <a:pt x="3473" y="6168"/>
                  </a:cubicBezTo>
                  <a:cubicBezTo>
                    <a:pt x="3492" y="6168"/>
                    <a:pt x="3510" y="6163"/>
                    <a:pt x="3526" y="6152"/>
                  </a:cubicBezTo>
                  <a:cubicBezTo>
                    <a:pt x="3618" y="6122"/>
                    <a:pt x="3709" y="6061"/>
                    <a:pt x="3770" y="6031"/>
                  </a:cubicBezTo>
                  <a:cubicBezTo>
                    <a:pt x="3861" y="6001"/>
                    <a:pt x="3952" y="5970"/>
                    <a:pt x="4043" y="5940"/>
                  </a:cubicBezTo>
                  <a:cubicBezTo>
                    <a:pt x="4134" y="5909"/>
                    <a:pt x="4195" y="5727"/>
                    <a:pt x="4134" y="5484"/>
                  </a:cubicBezTo>
                  <a:lnTo>
                    <a:pt x="3131" y="317"/>
                  </a:lnTo>
                  <a:cubicBezTo>
                    <a:pt x="3108" y="132"/>
                    <a:pt x="2893" y="0"/>
                    <a:pt x="26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426;p52">
              <a:extLst>
                <a:ext uri="{FF2B5EF4-FFF2-40B4-BE49-F238E27FC236}">
                  <a16:creationId xmlns:a16="http://schemas.microsoft.com/office/drawing/2014/main" id="{F236E6F5-0CC9-AB4F-1458-739F37BA41AC}"/>
                </a:ext>
              </a:extLst>
            </p:cNvPr>
            <p:cNvSpPr/>
            <p:nvPr/>
          </p:nvSpPr>
          <p:spPr>
            <a:xfrm>
              <a:off x="1718792" y="1119786"/>
              <a:ext cx="120296" cy="176515"/>
            </a:xfrm>
            <a:custGeom>
              <a:avLst/>
              <a:gdLst/>
              <a:ahLst/>
              <a:cxnLst/>
              <a:rect l="l" t="t" r="r" b="b"/>
              <a:pathLst>
                <a:path w="4378" h="6424" extrusionOk="0">
                  <a:moveTo>
                    <a:pt x="2676" y="253"/>
                  </a:moveTo>
                  <a:cubicBezTo>
                    <a:pt x="2767" y="253"/>
                    <a:pt x="2858" y="284"/>
                    <a:pt x="2949" y="314"/>
                  </a:cubicBezTo>
                  <a:cubicBezTo>
                    <a:pt x="3010" y="344"/>
                    <a:pt x="3040" y="405"/>
                    <a:pt x="3040" y="466"/>
                  </a:cubicBezTo>
                  <a:lnTo>
                    <a:pt x="4074" y="5633"/>
                  </a:lnTo>
                  <a:cubicBezTo>
                    <a:pt x="4104" y="5846"/>
                    <a:pt x="4074" y="5968"/>
                    <a:pt x="4043" y="5968"/>
                  </a:cubicBezTo>
                  <a:cubicBezTo>
                    <a:pt x="3952" y="5998"/>
                    <a:pt x="3891" y="6028"/>
                    <a:pt x="3800" y="6059"/>
                  </a:cubicBezTo>
                  <a:cubicBezTo>
                    <a:pt x="3709" y="6089"/>
                    <a:pt x="3648" y="6120"/>
                    <a:pt x="3557" y="6180"/>
                  </a:cubicBezTo>
                  <a:cubicBezTo>
                    <a:pt x="3527" y="6180"/>
                    <a:pt x="3435" y="6120"/>
                    <a:pt x="3314" y="5968"/>
                  </a:cubicBezTo>
                  <a:lnTo>
                    <a:pt x="305" y="1621"/>
                  </a:lnTo>
                  <a:cubicBezTo>
                    <a:pt x="274" y="1560"/>
                    <a:pt x="274" y="1499"/>
                    <a:pt x="305" y="1439"/>
                  </a:cubicBezTo>
                  <a:cubicBezTo>
                    <a:pt x="335" y="1287"/>
                    <a:pt x="457" y="1135"/>
                    <a:pt x="609" y="1074"/>
                  </a:cubicBezTo>
                  <a:cubicBezTo>
                    <a:pt x="913" y="891"/>
                    <a:pt x="1217" y="739"/>
                    <a:pt x="1521" y="618"/>
                  </a:cubicBezTo>
                  <a:cubicBezTo>
                    <a:pt x="1825" y="466"/>
                    <a:pt x="2128" y="375"/>
                    <a:pt x="2463" y="284"/>
                  </a:cubicBezTo>
                  <a:cubicBezTo>
                    <a:pt x="2524" y="253"/>
                    <a:pt x="2615" y="253"/>
                    <a:pt x="2676" y="253"/>
                  </a:cubicBezTo>
                  <a:close/>
                  <a:moveTo>
                    <a:pt x="2678" y="0"/>
                  </a:moveTo>
                  <a:cubicBezTo>
                    <a:pt x="2584" y="0"/>
                    <a:pt x="2490" y="15"/>
                    <a:pt x="2402" y="40"/>
                  </a:cubicBezTo>
                  <a:cubicBezTo>
                    <a:pt x="2068" y="132"/>
                    <a:pt x="1733" y="253"/>
                    <a:pt x="1429" y="375"/>
                  </a:cubicBezTo>
                  <a:cubicBezTo>
                    <a:pt x="1095" y="527"/>
                    <a:pt x="791" y="679"/>
                    <a:pt x="487" y="861"/>
                  </a:cubicBezTo>
                  <a:cubicBezTo>
                    <a:pt x="274" y="952"/>
                    <a:pt x="122" y="1135"/>
                    <a:pt x="62" y="1378"/>
                  </a:cubicBezTo>
                  <a:cubicBezTo>
                    <a:pt x="1" y="1499"/>
                    <a:pt x="31" y="1651"/>
                    <a:pt x="122" y="1773"/>
                  </a:cubicBezTo>
                  <a:lnTo>
                    <a:pt x="3101" y="6089"/>
                  </a:lnTo>
                  <a:cubicBezTo>
                    <a:pt x="3192" y="6271"/>
                    <a:pt x="3375" y="6393"/>
                    <a:pt x="3557" y="6423"/>
                  </a:cubicBezTo>
                  <a:cubicBezTo>
                    <a:pt x="3587" y="6393"/>
                    <a:pt x="3618" y="6393"/>
                    <a:pt x="3679" y="6393"/>
                  </a:cubicBezTo>
                  <a:lnTo>
                    <a:pt x="3709" y="6363"/>
                  </a:lnTo>
                  <a:cubicBezTo>
                    <a:pt x="3770" y="6332"/>
                    <a:pt x="3831" y="6271"/>
                    <a:pt x="3922" y="6271"/>
                  </a:cubicBezTo>
                  <a:cubicBezTo>
                    <a:pt x="3983" y="6241"/>
                    <a:pt x="4043" y="6211"/>
                    <a:pt x="4104" y="6180"/>
                  </a:cubicBezTo>
                  <a:lnTo>
                    <a:pt x="4165" y="6180"/>
                  </a:lnTo>
                  <a:cubicBezTo>
                    <a:pt x="4317" y="6120"/>
                    <a:pt x="4378" y="5876"/>
                    <a:pt x="4317" y="5572"/>
                  </a:cubicBezTo>
                  <a:lnTo>
                    <a:pt x="3314" y="405"/>
                  </a:lnTo>
                  <a:cubicBezTo>
                    <a:pt x="3284" y="284"/>
                    <a:pt x="3192" y="162"/>
                    <a:pt x="3071" y="101"/>
                  </a:cubicBezTo>
                  <a:cubicBezTo>
                    <a:pt x="2946" y="30"/>
                    <a:pt x="2811" y="0"/>
                    <a:pt x="26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427;p52">
              <a:extLst>
                <a:ext uri="{FF2B5EF4-FFF2-40B4-BE49-F238E27FC236}">
                  <a16:creationId xmlns:a16="http://schemas.microsoft.com/office/drawing/2014/main" id="{2D481772-8EC9-0F33-DE71-9DA99ECBD39F}"/>
                </a:ext>
              </a:extLst>
            </p:cNvPr>
            <p:cNvSpPr/>
            <p:nvPr/>
          </p:nvSpPr>
          <p:spPr>
            <a:xfrm>
              <a:off x="1634436" y="1217606"/>
              <a:ext cx="149533" cy="133980"/>
            </a:xfrm>
            <a:custGeom>
              <a:avLst/>
              <a:gdLst/>
              <a:ahLst/>
              <a:cxnLst/>
              <a:rect l="l" t="t" r="r" b="b"/>
              <a:pathLst>
                <a:path w="5442" h="4876" extrusionOk="0">
                  <a:moveTo>
                    <a:pt x="1339" y="0"/>
                  </a:moveTo>
                  <a:cubicBezTo>
                    <a:pt x="1210" y="0"/>
                    <a:pt x="1077" y="55"/>
                    <a:pt x="973" y="158"/>
                  </a:cubicBezTo>
                  <a:lnTo>
                    <a:pt x="153" y="1161"/>
                  </a:lnTo>
                  <a:cubicBezTo>
                    <a:pt x="1" y="1344"/>
                    <a:pt x="31" y="1617"/>
                    <a:pt x="214" y="1769"/>
                  </a:cubicBezTo>
                  <a:lnTo>
                    <a:pt x="3861" y="4778"/>
                  </a:lnTo>
                  <a:cubicBezTo>
                    <a:pt x="3940" y="4844"/>
                    <a:pt x="4036" y="4876"/>
                    <a:pt x="4131" y="4876"/>
                  </a:cubicBezTo>
                  <a:cubicBezTo>
                    <a:pt x="4257" y="4876"/>
                    <a:pt x="4383" y="4821"/>
                    <a:pt x="4469" y="4718"/>
                  </a:cubicBezTo>
                  <a:lnTo>
                    <a:pt x="5290" y="3715"/>
                  </a:lnTo>
                  <a:cubicBezTo>
                    <a:pt x="5442" y="3532"/>
                    <a:pt x="5411" y="3259"/>
                    <a:pt x="5229" y="3107"/>
                  </a:cubicBezTo>
                  <a:lnTo>
                    <a:pt x="1612" y="97"/>
                  </a:lnTo>
                  <a:cubicBezTo>
                    <a:pt x="1533" y="32"/>
                    <a:pt x="1437" y="0"/>
                    <a:pt x="13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428;p52">
              <a:extLst>
                <a:ext uri="{FF2B5EF4-FFF2-40B4-BE49-F238E27FC236}">
                  <a16:creationId xmlns:a16="http://schemas.microsoft.com/office/drawing/2014/main" id="{A2F71BBC-1AE3-9F36-146E-9DF28BB4F419}"/>
                </a:ext>
              </a:extLst>
            </p:cNvPr>
            <p:cNvSpPr/>
            <p:nvPr/>
          </p:nvSpPr>
          <p:spPr>
            <a:xfrm>
              <a:off x="1632787" y="1213842"/>
              <a:ext cx="155358" cy="140932"/>
            </a:xfrm>
            <a:custGeom>
              <a:avLst/>
              <a:gdLst/>
              <a:ahLst/>
              <a:cxnLst/>
              <a:rect l="l" t="t" r="r" b="b"/>
              <a:pathLst>
                <a:path w="5654" h="5129" extrusionOk="0">
                  <a:moveTo>
                    <a:pt x="1398" y="234"/>
                  </a:moveTo>
                  <a:lnTo>
                    <a:pt x="1398" y="265"/>
                  </a:lnTo>
                  <a:cubicBezTo>
                    <a:pt x="1459" y="265"/>
                    <a:pt x="1520" y="265"/>
                    <a:pt x="1581" y="326"/>
                  </a:cubicBezTo>
                  <a:lnTo>
                    <a:pt x="5228" y="3304"/>
                  </a:lnTo>
                  <a:cubicBezTo>
                    <a:pt x="5350" y="3426"/>
                    <a:pt x="5380" y="3639"/>
                    <a:pt x="5258" y="3760"/>
                  </a:cubicBezTo>
                  <a:lnTo>
                    <a:pt x="4438" y="4763"/>
                  </a:lnTo>
                  <a:cubicBezTo>
                    <a:pt x="4370" y="4832"/>
                    <a:pt x="4282" y="4871"/>
                    <a:pt x="4192" y="4871"/>
                  </a:cubicBezTo>
                  <a:cubicBezTo>
                    <a:pt x="4121" y="4871"/>
                    <a:pt x="4048" y="4847"/>
                    <a:pt x="3982" y="4794"/>
                  </a:cubicBezTo>
                  <a:lnTo>
                    <a:pt x="365" y="1815"/>
                  </a:lnTo>
                  <a:cubicBezTo>
                    <a:pt x="304" y="1754"/>
                    <a:pt x="243" y="1663"/>
                    <a:pt x="243" y="1602"/>
                  </a:cubicBezTo>
                  <a:cubicBezTo>
                    <a:pt x="243" y="1511"/>
                    <a:pt x="274" y="1420"/>
                    <a:pt x="304" y="1359"/>
                  </a:cubicBezTo>
                  <a:lnTo>
                    <a:pt x="1155" y="356"/>
                  </a:lnTo>
                  <a:cubicBezTo>
                    <a:pt x="1185" y="295"/>
                    <a:pt x="1277" y="265"/>
                    <a:pt x="1368" y="234"/>
                  </a:cubicBezTo>
                  <a:close/>
                  <a:moveTo>
                    <a:pt x="1368" y="1"/>
                  </a:moveTo>
                  <a:cubicBezTo>
                    <a:pt x="1213" y="1"/>
                    <a:pt x="1059" y="70"/>
                    <a:pt x="942" y="204"/>
                  </a:cubicBezTo>
                  <a:lnTo>
                    <a:pt x="122" y="1207"/>
                  </a:lnTo>
                  <a:cubicBezTo>
                    <a:pt x="30" y="1329"/>
                    <a:pt x="0" y="1481"/>
                    <a:pt x="0" y="1633"/>
                  </a:cubicBezTo>
                  <a:cubicBezTo>
                    <a:pt x="0" y="1785"/>
                    <a:pt x="91" y="1906"/>
                    <a:pt x="213" y="1997"/>
                  </a:cubicBezTo>
                  <a:lnTo>
                    <a:pt x="3830" y="5007"/>
                  </a:lnTo>
                  <a:cubicBezTo>
                    <a:pt x="3921" y="5067"/>
                    <a:pt x="4073" y="5128"/>
                    <a:pt x="4195" y="5128"/>
                  </a:cubicBezTo>
                  <a:cubicBezTo>
                    <a:pt x="4347" y="5128"/>
                    <a:pt x="4529" y="5067"/>
                    <a:pt x="4620" y="4915"/>
                  </a:cubicBezTo>
                  <a:lnTo>
                    <a:pt x="5441" y="3912"/>
                  </a:lnTo>
                  <a:cubicBezTo>
                    <a:pt x="5654" y="3669"/>
                    <a:pt x="5623" y="3335"/>
                    <a:pt x="5380" y="3122"/>
                  </a:cubicBezTo>
                  <a:lnTo>
                    <a:pt x="1733" y="143"/>
                  </a:lnTo>
                  <a:cubicBezTo>
                    <a:pt x="1623" y="47"/>
                    <a:pt x="1495" y="1"/>
                    <a:pt x="13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429;p52">
              <a:extLst>
                <a:ext uri="{FF2B5EF4-FFF2-40B4-BE49-F238E27FC236}">
                  <a16:creationId xmlns:a16="http://schemas.microsoft.com/office/drawing/2014/main" id="{0B9169F4-8D65-66C1-FEC4-DA25CD838930}"/>
                </a:ext>
              </a:extLst>
            </p:cNvPr>
            <p:cNvSpPr/>
            <p:nvPr/>
          </p:nvSpPr>
          <p:spPr>
            <a:xfrm>
              <a:off x="1642789" y="1191997"/>
              <a:ext cx="159562" cy="147060"/>
            </a:xfrm>
            <a:custGeom>
              <a:avLst/>
              <a:gdLst/>
              <a:ahLst/>
              <a:cxnLst/>
              <a:rect l="l" t="t" r="r" b="b"/>
              <a:pathLst>
                <a:path w="5807" h="5352" extrusionOk="0">
                  <a:moveTo>
                    <a:pt x="1558" y="0"/>
                  </a:moveTo>
                  <a:cubicBezTo>
                    <a:pt x="1386" y="0"/>
                    <a:pt x="1168" y="116"/>
                    <a:pt x="1004" y="300"/>
                  </a:cubicBezTo>
                  <a:lnTo>
                    <a:pt x="153" y="1273"/>
                  </a:lnTo>
                  <a:cubicBezTo>
                    <a:pt x="1" y="1485"/>
                    <a:pt x="31" y="1759"/>
                    <a:pt x="214" y="1911"/>
                  </a:cubicBezTo>
                  <a:lnTo>
                    <a:pt x="4287" y="5254"/>
                  </a:lnTo>
                  <a:cubicBezTo>
                    <a:pt x="4365" y="5320"/>
                    <a:pt x="4461" y="5352"/>
                    <a:pt x="4557" y="5352"/>
                  </a:cubicBezTo>
                  <a:cubicBezTo>
                    <a:pt x="4683" y="5352"/>
                    <a:pt x="4808" y="5297"/>
                    <a:pt x="4894" y="5194"/>
                  </a:cubicBezTo>
                  <a:lnTo>
                    <a:pt x="5715" y="4191"/>
                  </a:lnTo>
                  <a:cubicBezTo>
                    <a:pt x="5806" y="4130"/>
                    <a:pt x="5715" y="3917"/>
                    <a:pt x="5563" y="3735"/>
                  </a:cubicBezTo>
                  <a:lnTo>
                    <a:pt x="1764" y="87"/>
                  </a:lnTo>
                  <a:cubicBezTo>
                    <a:pt x="1714" y="28"/>
                    <a:pt x="1642" y="0"/>
                    <a:pt x="15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430;p52">
              <a:extLst>
                <a:ext uri="{FF2B5EF4-FFF2-40B4-BE49-F238E27FC236}">
                  <a16:creationId xmlns:a16="http://schemas.microsoft.com/office/drawing/2014/main" id="{99E83A1E-C2F1-4E3B-9B6A-6FBF0B69FB08}"/>
                </a:ext>
              </a:extLst>
            </p:cNvPr>
            <p:cNvSpPr/>
            <p:nvPr/>
          </p:nvSpPr>
          <p:spPr>
            <a:xfrm>
              <a:off x="1640288" y="1188535"/>
              <a:ext cx="166239" cy="153709"/>
            </a:xfrm>
            <a:custGeom>
              <a:avLst/>
              <a:gdLst/>
              <a:ahLst/>
              <a:cxnLst/>
              <a:rect l="l" t="t" r="r" b="b"/>
              <a:pathLst>
                <a:path w="6050" h="5594" extrusionOk="0">
                  <a:moveTo>
                    <a:pt x="1642" y="244"/>
                  </a:moveTo>
                  <a:cubicBezTo>
                    <a:pt x="1672" y="244"/>
                    <a:pt x="1733" y="274"/>
                    <a:pt x="1764" y="304"/>
                  </a:cubicBezTo>
                  <a:lnTo>
                    <a:pt x="5563" y="3952"/>
                  </a:lnTo>
                  <a:cubicBezTo>
                    <a:pt x="5715" y="4104"/>
                    <a:pt x="5715" y="4225"/>
                    <a:pt x="5715" y="4256"/>
                  </a:cubicBezTo>
                  <a:lnTo>
                    <a:pt x="4894" y="5259"/>
                  </a:lnTo>
                  <a:cubicBezTo>
                    <a:pt x="4834" y="5320"/>
                    <a:pt x="4773" y="5350"/>
                    <a:pt x="4682" y="5350"/>
                  </a:cubicBezTo>
                  <a:cubicBezTo>
                    <a:pt x="4657" y="5358"/>
                    <a:pt x="4633" y="5362"/>
                    <a:pt x="4609" y="5362"/>
                  </a:cubicBezTo>
                  <a:cubicBezTo>
                    <a:pt x="4544" y="5362"/>
                    <a:pt x="4483" y="5334"/>
                    <a:pt x="4438" y="5289"/>
                  </a:cubicBezTo>
                  <a:lnTo>
                    <a:pt x="396" y="1946"/>
                  </a:lnTo>
                  <a:cubicBezTo>
                    <a:pt x="335" y="1885"/>
                    <a:pt x="274" y="1794"/>
                    <a:pt x="274" y="1733"/>
                  </a:cubicBezTo>
                  <a:cubicBezTo>
                    <a:pt x="274" y="1642"/>
                    <a:pt x="305" y="1551"/>
                    <a:pt x="365" y="1490"/>
                  </a:cubicBezTo>
                  <a:lnTo>
                    <a:pt x="1186" y="487"/>
                  </a:lnTo>
                  <a:cubicBezTo>
                    <a:pt x="1277" y="365"/>
                    <a:pt x="1429" y="274"/>
                    <a:pt x="1612" y="244"/>
                  </a:cubicBezTo>
                  <a:close/>
                  <a:moveTo>
                    <a:pt x="1612" y="0"/>
                  </a:moveTo>
                  <a:cubicBezTo>
                    <a:pt x="1368" y="31"/>
                    <a:pt x="1125" y="152"/>
                    <a:pt x="973" y="335"/>
                  </a:cubicBezTo>
                  <a:lnTo>
                    <a:pt x="153" y="1338"/>
                  </a:lnTo>
                  <a:cubicBezTo>
                    <a:pt x="61" y="1459"/>
                    <a:pt x="1" y="1611"/>
                    <a:pt x="31" y="1763"/>
                  </a:cubicBezTo>
                  <a:cubicBezTo>
                    <a:pt x="31" y="1885"/>
                    <a:pt x="122" y="2037"/>
                    <a:pt x="213" y="2128"/>
                  </a:cubicBezTo>
                  <a:lnTo>
                    <a:pt x="4286" y="5472"/>
                  </a:lnTo>
                  <a:cubicBezTo>
                    <a:pt x="4378" y="5563"/>
                    <a:pt x="4499" y="5593"/>
                    <a:pt x="4651" y="5593"/>
                  </a:cubicBezTo>
                  <a:lnTo>
                    <a:pt x="4712" y="5593"/>
                  </a:lnTo>
                  <a:cubicBezTo>
                    <a:pt x="4864" y="5593"/>
                    <a:pt x="5016" y="5502"/>
                    <a:pt x="5107" y="5411"/>
                  </a:cubicBezTo>
                  <a:lnTo>
                    <a:pt x="5897" y="4408"/>
                  </a:lnTo>
                  <a:cubicBezTo>
                    <a:pt x="6049" y="4286"/>
                    <a:pt x="5989" y="4043"/>
                    <a:pt x="5745" y="3769"/>
                  </a:cubicBezTo>
                  <a:lnTo>
                    <a:pt x="1946" y="122"/>
                  </a:lnTo>
                  <a:cubicBezTo>
                    <a:pt x="1855" y="31"/>
                    <a:pt x="1733" y="0"/>
                    <a:pt x="161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431;p52">
              <a:extLst>
                <a:ext uri="{FF2B5EF4-FFF2-40B4-BE49-F238E27FC236}">
                  <a16:creationId xmlns:a16="http://schemas.microsoft.com/office/drawing/2014/main" id="{D15A013B-EE4A-ED84-E5B1-C8489295B1C5}"/>
                </a:ext>
              </a:extLst>
            </p:cNvPr>
            <p:cNvSpPr/>
            <p:nvPr/>
          </p:nvSpPr>
          <p:spPr>
            <a:xfrm>
              <a:off x="1577640" y="1286080"/>
              <a:ext cx="149533" cy="134283"/>
            </a:xfrm>
            <a:custGeom>
              <a:avLst/>
              <a:gdLst/>
              <a:ahLst/>
              <a:cxnLst/>
              <a:rect l="l" t="t" r="r" b="b"/>
              <a:pathLst>
                <a:path w="5442" h="4887" extrusionOk="0">
                  <a:moveTo>
                    <a:pt x="1339" y="1"/>
                  </a:moveTo>
                  <a:cubicBezTo>
                    <a:pt x="1210" y="1"/>
                    <a:pt x="1077" y="55"/>
                    <a:pt x="974" y="159"/>
                  </a:cubicBezTo>
                  <a:lnTo>
                    <a:pt x="153" y="1162"/>
                  </a:lnTo>
                  <a:cubicBezTo>
                    <a:pt x="1" y="1344"/>
                    <a:pt x="31" y="1648"/>
                    <a:pt x="214" y="1800"/>
                  </a:cubicBezTo>
                  <a:lnTo>
                    <a:pt x="3861" y="4779"/>
                  </a:lnTo>
                  <a:cubicBezTo>
                    <a:pt x="3945" y="4848"/>
                    <a:pt x="4047" y="4886"/>
                    <a:pt x="4149" y="4886"/>
                  </a:cubicBezTo>
                  <a:cubicBezTo>
                    <a:pt x="4269" y="4886"/>
                    <a:pt x="4387" y="4833"/>
                    <a:pt x="4469" y="4718"/>
                  </a:cubicBezTo>
                  <a:lnTo>
                    <a:pt x="5290" y="3745"/>
                  </a:lnTo>
                  <a:cubicBezTo>
                    <a:pt x="5442" y="3533"/>
                    <a:pt x="5442" y="3259"/>
                    <a:pt x="5229" y="3107"/>
                  </a:cubicBezTo>
                  <a:lnTo>
                    <a:pt x="1612" y="98"/>
                  </a:lnTo>
                  <a:cubicBezTo>
                    <a:pt x="1533" y="32"/>
                    <a:pt x="1437" y="1"/>
                    <a:pt x="13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432;p52">
              <a:extLst>
                <a:ext uri="{FF2B5EF4-FFF2-40B4-BE49-F238E27FC236}">
                  <a16:creationId xmlns:a16="http://schemas.microsoft.com/office/drawing/2014/main" id="{35ECE8FC-68A4-C305-69A6-110A39371918}"/>
                </a:ext>
              </a:extLst>
            </p:cNvPr>
            <p:cNvSpPr/>
            <p:nvPr/>
          </p:nvSpPr>
          <p:spPr>
            <a:xfrm>
              <a:off x="1575991" y="1283030"/>
              <a:ext cx="155358" cy="141042"/>
            </a:xfrm>
            <a:custGeom>
              <a:avLst/>
              <a:gdLst/>
              <a:ahLst/>
              <a:cxnLst/>
              <a:rect l="l" t="t" r="r" b="b"/>
              <a:pathLst>
                <a:path w="5654" h="5133" extrusionOk="0">
                  <a:moveTo>
                    <a:pt x="1398" y="239"/>
                  </a:moveTo>
                  <a:cubicBezTo>
                    <a:pt x="1459" y="239"/>
                    <a:pt x="1550" y="270"/>
                    <a:pt x="1581" y="330"/>
                  </a:cubicBezTo>
                  <a:lnTo>
                    <a:pt x="5228" y="3309"/>
                  </a:lnTo>
                  <a:cubicBezTo>
                    <a:pt x="5350" y="3431"/>
                    <a:pt x="5380" y="3613"/>
                    <a:pt x="5259" y="3765"/>
                  </a:cubicBezTo>
                  <a:lnTo>
                    <a:pt x="4438" y="4768"/>
                  </a:lnTo>
                  <a:cubicBezTo>
                    <a:pt x="4377" y="4829"/>
                    <a:pt x="4316" y="4859"/>
                    <a:pt x="4225" y="4890"/>
                  </a:cubicBezTo>
                  <a:cubicBezTo>
                    <a:pt x="4134" y="4890"/>
                    <a:pt x="4043" y="4859"/>
                    <a:pt x="3982" y="4799"/>
                  </a:cubicBezTo>
                  <a:lnTo>
                    <a:pt x="365" y="1820"/>
                  </a:lnTo>
                  <a:cubicBezTo>
                    <a:pt x="304" y="1759"/>
                    <a:pt x="243" y="1668"/>
                    <a:pt x="243" y="1607"/>
                  </a:cubicBezTo>
                  <a:cubicBezTo>
                    <a:pt x="243" y="1516"/>
                    <a:pt x="274" y="1425"/>
                    <a:pt x="304" y="1364"/>
                  </a:cubicBezTo>
                  <a:lnTo>
                    <a:pt x="1155" y="361"/>
                  </a:lnTo>
                  <a:cubicBezTo>
                    <a:pt x="1216" y="300"/>
                    <a:pt x="1307" y="239"/>
                    <a:pt x="1398" y="239"/>
                  </a:cubicBezTo>
                  <a:close/>
                  <a:moveTo>
                    <a:pt x="1387" y="0"/>
                  </a:moveTo>
                  <a:cubicBezTo>
                    <a:pt x="1225" y="0"/>
                    <a:pt x="1064" y="70"/>
                    <a:pt x="942" y="209"/>
                  </a:cubicBezTo>
                  <a:lnTo>
                    <a:pt x="122" y="1212"/>
                  </a:lnTo>
                  <a:cubicBezTo>
                    <a:pt x="31" y="1334"/>
                    <a:pt x="0" y="1455"/>
                    <a:pt x="0" y="1607"/>
                  </a:cubicBezTo>
                  <a:cubicBezTo>
                    <a:pt x="0" y="1759"/>
                    <a:pt x="91" y="1911"/>
                    <a:pt x="213" y="2002"/>
                  </a:cubicBezTo>
                  <a:lnTo>
                    <a:pt x="3830" y="5011"/>
                  </a:lnTo>
                  <a:cubicBezTo>
                    <a:pt x="3921" y="5072"/>
                    <a:pt x="4073" y="5133"/>
                    <a:pt x="4195" y="5133"/>
                  </a:cubicBezTo>
                  <a:lnTo>
                    <a:pt x="4256" y="5133"/>
                  </a:lnTo>
                  <a:cubicBezTo>
                    <a:pt x="4407" y="5103"/>
                    <a:pt x="4529" y="5042"/>
                    <a:pt x="4620" y="4920"/>
                  </a:cubicBezTo>
                  <a:lnTo>
                    <a:pt x="5441" y="3917"/>
                  </a:lnTo>
                  <a:cubicBezTo>
                    <a:pt x="5654" y="3674"/>
                    <a:pt x="5623" y="3340"/>
                    <a:pt x="5380" y="3127"/>
                  </a:cubicBezTo>
                  <a:lnTo>
                    <a:pt x="1733" y="118"/>
                  </a:lnTo>
                  <a:cubicBezTo>
                    <a:pt x="1628" y="40"/>
                    <a:pt x="1507" y="0"/>
                    <a:pt x="138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433;p52">
              <a:extLst>
                <a:ext uri="{FF2B5EF4-FFF2-40B4-BE49-F238E27FC236}">
                  <a16:creationId xmlns:a16="http://schemas.microsoft.com/office/drawing/2014/main" id="{54E55AA1-1E1D-4557-029A-C5F4F5253BED}"/>
                </a:ext>
              </a:extLst>
            </p:cNvPr>
            <p:cNvSpPr/>
            <p:nvPr/>
          </p:nvSpPr>
          <p:spPr>
            <a:xfrm>
              <a:off x="1585993" y="1264373"/>
              <a:ext cx="161238" cy="143790"/>
            </a:xfrm>
            <a:custGeom>
              <a:avLst/>
              <a:gdLst/>
              <a:ahLst/>
              <a:cxnLst/>
              <a:rect l="l" t="t" r="r" b="b"/>
              <a:pathLst>
                <a:path w="5868" h="5233" extrusionOk="0">
                  <a:moveTo>
                    <a:pt x="1317" y="0"/>
                  </a:moveTo>
                  <a:cubicBezTo>
                    <a:pt x="1185" y="0"/>
                    <a:pt x="1060" y="55"/>
                    <a:pt x="974" y="158"/>
                  </a:cubicBezTo>
                  <a:lnTo>
                    <a:pt x="153" y="1161"/>
                  </a:lnTo>
                  <a:cubicBezTo>
                    <a:pt x="1" y="1344"/>
                    <a:pt x="31" y="1617"/>
                    <a:pt x="214" y="1769"/>
                  </a:cubicBezTo>
                  <a:lnTo>
                    <a:pt x="4287" y="5113"/>
                  </a:lnTo>
                  <a:cubicBezTo>
                    <a:pt x="4367" y="5194"/>
                    <a:pt x="4466" y="5233"/>
                    <a:pt x="4564" y="5233"/>
                  </a:cubicBezTo>
                  <a:cubicBezTo>
                    <a:pt x="4687" y="5233"/>
                    <a:pt x="4810" y="5171"/>
                    <a:pt x="4895" y="5052"/>
                  </a:cubicBezTo>
                  <a:lnTo>
                    <a:pt x="5715" y="4079"/>
                  </a:lnTo>
                  <a:cubicBezTo>
                    <a:pt x="5867" y="3867"/>
                    <a:pt x="5837" y="3593"/>
                    <a:pt x="5654" y="3441"/>
                  </a:cubicBezTo>
                  <a:lnTo>
                    <a:pt x="1612" y="98"/>
                  </a:lnTo>
                  <a:cubicBezTo>
                    <a:pt x="1520" y="32"/>
                    <a:pt x="1417" y="0"/>
                    <a:pt x="1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434;p52">
              <a:extLst>
                <a:ext uri="{FF2B5EF4-FFF2-40B4-BE49-F238E27FC236}">
                  <a16:creationId xmlns:a16="http://schemas.microsoft.com/office/drawing/2014/main" id="{28FAD743-9005-4F4D-3747-F8E10C5606D1}"/>
                </a:ext>
              </a:extLst>
            </p:cNvPr>
            <p:cNvSpPr/>
            <p:nvPr/>
          </p:nvSpPr>
          <p:spPr>
            <a:xfrm>
              <a:off x="1582668" y="1260966"/>
              <a:ext cx="169564" cy="150604"/>
            </a:xfrm>
            <a:custGeom>
              <a:avLst/>
              <a:gdLst/>
              <a:ahLst/>
              <a:cxnLst/>
              <a:rect l="l" t="t" r="r" b="b"/>
              <a:pathLst>
                <a:path w="6171" h="5481" extrusionOk="0">
                  <a:moveTo>
                    <a:pt x="1483" y="240"/>
                  </a:moveTo>
                  <a:cubicBezTo>
                    <a:pt x="1536" y="240"/>
                    <a:pt x="1597" y="268"/>
                    <a:pt x="1642" y="313"/>
                  </a:cubicBezTo>
                  <a:lnTo>
                    <a:pt x="5715" y="3656"/>
                  </a:lnTo>
                  <a:cubicBezTo>
                    <a:pt x="5836" y="3778"/>
                    <a:pt x="5867" y="3960"/>
                    <a:pt x="5745" y="4112"/>
                  </a:cubicBezTo>
                  <a:lnTo>
                    <a:pt x="4924" y="5115"/>
                  </a:lnTo>
                  <a:cubicBezTo>
                    <a:pt x="4864" y="5176"/>
                    <a:pt x="4803" y="5206"/>
                    <a:pt x="4712" y="5237"/>
                  </a:cubicBezTo>
                  <a:cubicBezTo>
                    <a:pt x="4620" y="5237"/>
                    <a:pt x="4560" y="5206"/>
                    <a:pt x="4468" y="5146"/>
                  </a:cubicBezTo>
                  <a:lnTo>
                    <a:pt x="426" y="1802"/>
                  </a:lnTo>
                  <a:cubicBezTo>
                    <a:pt x="274" y="1681"/>
                    <a:pt x="274" y="1498"/>
                    <a:pt x="395" y="1346"/>
                  </a:cubicBezTo>
                  <a:lnTo>
                    <a:pt x="1216" y="374"/>
                  </a:lnTo>
                  <a:cubicBezTo>
                    <a:pt x="1247" y="282"/>
                    <a:pt x="1338" y="252"/>
                    <a:pt x="1429" y="252"/>
                  </a:cubicBezTo>
                  <a:cubicBezTo>
                    <a:pt x="1445" y="244"/>
                    <a:pt x="1464" y="240"/>
                    <a:pt x="1483" y="240"/>
                  </a:cubicBezTo>
                  <a:close/>
                  <a:moveTo>
                    <a:pt x="1496" y="1"/>
                  </a:moveTo>
                  <a:cubicBezTo>
                    <a:pt x="1473" y="1"/>
                    <a:pt x="1450" y="3"/>
                    <a:pt x="1429" y="9"/>
                  </a:cubicBezTo>
                  <a:cubicBezTo>
                    <a:pt x="1277" y="9"/>
                    <a:pt x="1125" y="100"/>
                    <a:pt x="1034" y="191"/>
                  </a:cubicBezTo>
                  <a:lnTo>
                    <a:pt x="213" y="1194"/>
                  </a:lnTo>
                  <a:cubicBezTo>
                    <a:pt x="0" y="1437"/>
                    <a:pt x="31" y="1802"/>
                    <a:pt x="274" y="1985"/>
                  </a:cubicBezTo>
                  <a:lnTo>
                    <a:pt x="4316" y="5358"/>
                  </a:lnTo>
                  <a:cubicBezTo>
                    <a:pt x="4438" y="5419"/>
                    <a:pt x="4560" y="5480"/>
                    <a:pt x="4681" y="5480"/>
                  </a:cubicBezTo>
                  <a:lnTo>
                    <a:pt x="4742" y="5480"/>
                  </a:lnTo>
                  <a:cubicBezTo>
                    <a:pt x="4894" y="5450"/>
                    <a:pt x="5046" y="5389"/>
                    <a:pt x="5137" y="5267"/>
                  </a:cubicBezTo>
                  <a:lnTo>
                    <a:pt x="5958" y="4264"/>
                  </a:lnTo>
                  <a:cubicBezTo>
                    <a:pt x="6171" y="4021"/>
                    <a:pt x="6110" y="3656"/>
                    <a:pt x="5897" y="3474"/>
                  </a:cubicBezTo>
                  <a:lnTo>
                    <a:pt x="1824" y="130"/>
                  </a:lnTo>
                  <a:cubicBezTo>
                    <a:pt x="1724" y="55"/>
                    <a:pt x="1603" y="1"/>
                    <a:pt x="149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435;p52">
              <a:extLst>
                <a:ext uri="{FF2B5EF4-FFF2-40B4-BE49-F238E27FC236}">
                  <a16:creationId xmlns:a16="http://schemas.microsoft.com/office/drawing/2014/main" id="{6E5A61F2-0109-82BF-71C2-3D815A56D6A2}"/>
                </a:ext>
              </a:extLst>
            </p:cNvPr>
            <p:cNvSpPr/>
            <p:nvPr/>
          </p:nvSpPr>
          <p:spPr>
            <a:xfrm>
              <a:off x="1520871" y="1355406"/>
              <a:ext cx="150357" cy="133980"/>
            </a:xfrm>
            <a:custGeom>
              <a:avLst/>
              <a:gdLst/>
              <a:ahLst/>
              <a:cxnLst/>
              <a:rect l="l" t="t" r="r" b="b"/>
              <a:pathLst>
                <a:path w="5472" h="4876" extrusionOk="0">
                  <a:moveTo>
                    <a:pt x="1346" y="0"/>
                  </a:moveTo>
                  <a:cubicBezTo>
                    <a:pt x="1215" y="0"/>
                    <a:pt x="1089" y="55"/>
                    <a:pt x="1003" y="159"/>
                  </a:cubicBezTo>
                  <a:lnTo>
                    <a:pt x="152" y="1162"/>
                  </a:lnTo>
                  <a:cubicBezTo>
                    <a:pt x="0" y="1344"/>
                    <a:pt x="30" y="1618"/>
                    <a:pt x="243" y="1769"/>
                  </a:cubicBezTo>
                  <a:lnTo>
                    <a:pt x="3860" y="4779"/>
                  </a:lnTo>
                  <a:cubicBezTo>
                    <a:pt x="3952" y="4844"/>
                    <a:pt x="4056" y="4876"/>
                    <a:pt x="4156" y="4876"/>
                  </a:cubicBezTo>
                  <a:cubicBezTo>
                    <a:pt x="4287" y="4876"/>
                    <a:pt x="4412" y="4821"/>
                    <a:pt x="4499" y="4718"/>
                  </a:cubicBezTo>
                  <a:lnTo>
                    <a:pt x="5319" y="3715"/>
                  </a:lnTo>
                  <a:cubicBezTo>
                    <a:pt x="5471" y="3532"/>
                    <a:pt x="5441" y="3259"/>
                    <a:pt x="5258" y="3107"/>
                  </a:cubicBezTo>
                  <a:lnTo>
                    <a:pt x="1641" y="98"/>
                  </a:lnTo>
                  <a:cubicBezTo>
                    <a:pt x="1549" y="32"/>
                    <a:pt x="1446" y="0"/>
                    <a:pt x="13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436;p52">
              <a:extLst>
                <a:ext uri="{FF2B5EF4-FFF2-40B4-BE49-F238E27FC236}">
                  <a16:creationId xmlns:a16="http://schemas.microsoft.com/office/drawing/2014/main" id="{7A74C2C0-3441-4587-535D-8D42AB4A84A2}"/>
                </a:ext>
              </a:extLst>
            </p:cNvPr>
            <p:cNvSpPr/>
            <p:nvPr/>
          </p:nvSpPr>
          <p:spPr>
            <a:xfrm>
              <a:off x="1517519" y="1352026"/>
              <a:ext cx="155385" cy="140547"/>
            </a:xfrm>
            <a:custGeom>
              <a:avLst/>
              <a:gdLst/>
              <a:ahLst/>
              <a:cxnLst/>
              <a:rect l="l" t="t" r="r" b="b"/>
              <a:pathLst>
                <a:path w="5655" h="5115" extrusionOk="0">
                  <a:moveTo>
                    <a:pt x="1471" y="239"/>
                  </a:moveTo>
                  <a:cubicBezTo>
                    <a:pt x="1536" y="239"/>
                    <a:pt x="1597" y="267"/>
                    <a:pt x="1642" y="312"/>
                  </a:cubicBezTo>
                  <a:lnTo>
                    <a:pt x="5259" y="3321"/>
                  </a:lnTo>
                  <a:cubicBezTo>
                    <a:pt x="5320" y="3351"/>
                    <a:pt x="5380" y="3443"/>
                    <a:pt x="5380" y="3534"/>
                  </a:cubicBezTo>
                  <a:cubicBezTo>
                    <a:pt x="5380" y="3595"/>
                    <a:pt x="5350" y="3686"/>
                    <a:pt x="5320" y="3747"/>
                  </a:cubicBezTo>
                  <a:lnTo>
                    <a:pt x="4469" y="4750"/>
                  </a:lnTo>
                  <a:cubicBezTo>
                    <a:pt x="4417" y="4835"/>
                    <a:pt x="4327" y="4873"/>
                    <a:pt x="4237" y="4873"/>
                  </a:cubicBezTo>
                  <a:cubicBezTo>
                    <a:pt x="4167" y="4873"/>
                    <a:pt x="4096" y="4850"/>
                    <a:pt x="4043" y="4810"/>
                  </a:cubicBezTo>
                  <a:lnTo>
                    <a:pt x="396" y="1801"/>
                  </a:lnTo>
                  <a:cubicBezTo>
                    <a:pt x="274" y="1680"/>
                    <a:pt x="244" y="1497"/>
                    <a:pt x="365" y="1345"/>
                  </a:cubicBezTo>
                  <a:lnTo>
                    <a:pt x="1186" y="342"/>
                  </a:lnTo>
                  <a:cubicBezTo>
                    <a:pt x="1247" y="282"/>
                    <a:pt x="1307" y="251"/>
                    <a:pt x="1399" y="251"/>
                  </a:cubicBezTo>
                  <a:cubicBezTo>
                    <a:pt x="1423" y="243"/>
                    <a:pt x="1447" y="239"/>
                    <a:pt x="1471" y="239"/>
                  </a:cubicBezTo>
                  <a:close/>
                  <a:moveTo>
                    <a:pt x="1477" y="0"/>
                  </a:moveTo>
                  <a:cubicBezTo>
                    <a:pt x="1452" y="0"/>
                    <a:pt x="1426" y="3"/>
                    <a:pt x="1399" y="8"/>
                  </a:cubicBezTo>
                  <a:cubicBezTo>
                    <a:pt x="1247" y="8"/>
                    <a:pt x="1095" y="99"/>
                    <a:pt x="1003" y="221"/>
                  </a:cubicBezTo>
                  <a:lnTo>
                    <a:pt x="183" y="1193"/>
                  </a:lnTo>
                  <a:cubicBezTo>
                    <a:pt x="0" y="1437"/>
                    <a:pt x="31" y="1801"/>
                    <a:pt x="274" y="2014"/>
                  </a:cubicBezTo>
                  <a:lnTo>
                    <a:pt x="3891" y="4993"/>
                  </a:lnTo>
                  <a:cubicBezTo>
                    <a:pt x="3982" y="5084"/>
                    <a:pt x="4134" y="5114"/>
                    <a:pt x="4256" y="5114"/>
                  </a:cubicBezTo>
                  <a:cubicBezTo>
                    <a:pt x="4408" y="5114"/>
                    <a:pt x="4590" y="5054"/>
                    <a:pt x="4681" y="4932"/>
                  </a:cubicBezTo>
                  <a:lnTo>
                    <a:pt x="5502" y="3929"/>
                  </a:lnTo>
                  <a:cubicBezTo>
                    <a:pt x="5593" y="3807"/>
                    <a:pt x="5654" y="3655"/>
                    <a:pt x="5654" y="3503"/>
                  </a:cubicBezTo>
                  <a:cubicBezTo>
                    <a:pt x="5624" y="3351"/>
                    <a:pt x="5563" y="3230"/>
                    <a:pt x="5441" y="3139"/>
                  </a:cubicBezTo>
                  <a:lnTo>
                    <a:pt x="1794" y="130"/>
                  </a:lnTo>
                  <a:cubicBezTo>
                    <a:pt x="1694" y="55"/>
                    <a:pt x="1594" y="0"/>
                    <a:pt x="14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437;p52">
              <a:extLst>
                <a:ext uri="{FF2B5EF4-FFF2-40B4-BE49-F238E27FC236}">
                  <a16:creationId xmlns:a16="http://schemas.microsoft.com/office/drawing/2014/main" id="{866973C1-FA55-400F-0B5E-2F6824F4CA86}"/>
                </a:ext>
              </a:extLst>
            </p:cNvPr>
            <p:cNvSpPr/>
            <p:nvPr/>
          </p:nvSpPr>
          <p:spPr>
            <a:xfrm>
              <a:off x="1530049" y="1333699"/>
              <a:ext cx="160386" cy="143185"/>
            </a:xfrm>
            <a:custGeom>
              <a:avLst/>
              <a:gdLst/>
              <a:ahLst/>
              <a:cxnLst/>
              <a:rect l="l" t="t" r="r" b="b"/>
              <a:pathLst>
                <a:path w="5837" h="5211" extrusionOk="0">
                  <a:moveTo>
                    <a:pt x="1311" y="0"/>
                  </a:moveTo>
                  <a:cubicBezTo>
                    <a:pt x="1185" y="0"/>
                    <a:pt x="1059" y="55"/>
                    <a:pt x="973" y="158"/>
                  </a:cubicBezTo>
                  <a:lnTo>
                    <a:pt x="152" y="1161"/>
                  </a:lnTo>
                  <a:cubicBezTo>
                    <a:pt x="0" y="1344"/>
                    <a:pt x="0" y="1587"/>
                    <a:pt x="183" y="1769"/>
                  </a:cubicBezTo>
                  <a:lnTo>
                    <a:pt x="4256" y="5113"/>
                  </a:lnTo>
                  <a:cubicBezTo>
                    <a:pt x="4335" y="5178"/>
                    <a:pt x="4430" y="5210"/>
                    <a:pt x="4526" y="5210"/>
                  </a:cubicBezTo>
                  <a:cubicBezTo>
                    <a:pt x="4652" y="5210"/>
                    <a:pt x="4777" y="5155"/>
                    <a:pt x="4864" y="5052"/>
                  </a:cubicBezTo>
                  <a:lnTo>
                    <a:pt x="5684" y="4049"/>
                  </a:lnTo>
                  <a:cubicBezTo>
                    <a:pt x="5836" y="3867"/>
                    <a:pt x="5836" y="3593"/>
                    <a:pt x="5654" y="3441"/>
                  </a:cubicBezTo>
                  <a:lnTo>
                    <a:pt x="1581" y="97"/>
                  </a:lnTo>
                  <a:cubicBezTo>
                    <a:pt x="1502" y="32"/>
                    <a:pt x="1406" y="0"/>
                    <a:pt x="13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438;p52">
              <a:extLst>
                <a:ext uri="{FF2B5EF4-FFF2-40B4-BE49-F238E27FC236}">
                  <a16:creationId xmlns:a16="http://schemas.microsoft.com/office/drawing/2014/main" id="{F273F6EB-215D-2561-D570-D5828708E902}"/>
                </a:ext>
              </a:extLst>
            </p:cNvPr>
            <p:cNvSpPr/>
            <p:nvPr/>
          </p:nvSpPr>
          <p:spPr>
            <a:xfrm>
              <a:off x="1525872" y="1329797"/>
              <a:ext cx="167063" cy="150247"/>
            </a:xfrm>
            <a:custGeom>
              <a:avLst/>
              <a:gdLst/>
              <a:ahLst/>
              <a:cxnLst/>
              <a:rect l="l" t="t" r="r" b="b"/>
              <a:pathLst>
                <a:path w="6080" h="5468" extrusionOk="0">
                  <a:moveTo>
                    <a:pt x="1459" y="239"/>
                  </a:moveTo>
                  <a:cubicBezTo>
                    <a:pt x="1520" y="239"/>
                    <a:pt x="1611" y="270"/>
                    <a:pt x="1642" y="300"/>
                  </a:cubicBezTo>
                  <a:lnTo>
                    <a:pt x="5715" y="3674"/>
                  </a:lnTo>
                  <a:cubicBezTo>
                    <a:pt x="5776" y="3705"/>
                    <a:pt x="5806" y="3796"/>
                    <a:pt x="5836" y="3887"/>
                  </a:cubicBezTo>
                  <a:cubicBezTo>
                    <a:pt x="5836" y="3948"/>
                    <a:pt x="5806" y="4039"/>
                    <a:pt x="5745" y="4100"/>
                  </a:cubicBezTo>
                  <a:lnTo>
                    <a:pt x="4924" y="5103"/>
                  </a:lnTo>
                  <a:cubicBezTo>
                    <a:pt x="4851" y="5176"/>
                    <a:pt x="4755" y="5217"/>
                    <a:pt x="4657" y="5217"/>
                  </a:cubicBezTo>
                  <a:cubicBezTo>
                    <a:pt x="4593" y="5217"/>
                    <a:pt x="4528" y="5200"/>
                    <a:pt x="4469" y="5164"/>
                  </a:cubicBezTo>
                  <a:lnTo>
                    <a:pt x="426" y="1790"/>
                  </a:lnTo>
                  <a:cubicBezTo>
                    <a:pt x="365" y="1759"/>
                    <a:pt x="304" y="1668"/>
                    <a:pt x="304" y="1577"/>
                  </a:cubicBezTo>
                  <a:cubicBezTo>
                    <a:pt x="304" y="1516"/>
                    <a:pt x="335" y="1425"/>
                    <a:pt x="396" y="1364"/>
                  </a:cubicBezTo>
                  <a:lnTo>
                    <a:pt x="1216" y="361"/>
                  </a:lnTo>
                  <a:cubicBezTo>
                    <a:pt x="1277" y="270"/>
                    <a:pt x="1368" y="239"/>
                    <a:pt x="1459" y="239"/>
                  </a:cubicBezTo>
                  <a:close/>
                  <a:moveTo>
                    <a:pt x="1466" y="1"/>
                  </a:moveTo>
                  <a:cubicBezTo>
                    <a:pt x="1296" y="1"/>
                    <a:pt x="1125" y="70"/>
                    <a:pt x="1003" y="209"/>
                  </a:cubicBezTo>
                  <a:lnTo>
                    <a:pt x="183" y="1212"/>
                  </a:lnTo>
                  <a:cubicBezTo>
                    <a:pt x="0" y="1425"/>
                    <a:pt x="31" y="1790"/>
                    <a:pt x="274" y="2002"/>
                  </a:cubicBezTo>
                  <a:lnTo>
                    <a:pt x="4317" y="5346"/>
                  </a:lnTo>
                  <a:cubicBezTo>
                    <a:pt x="4438" y="5437"/>
                    <a:pt x="4560" y="5467"/>
                    <a:pt x="4681" y="5467"/>
                  </a:cubicBezTo>
                  <a:cubicBezTo>
                    <a:pt x="4864" y="5467"/>
                    <a:pt x="5016" y="5407"/>
                    <a:pt x="5107" y="5255"/>
                  </a:cubicBezTo>
                  <a:lnTo>
                    <a:pt x="5928" y="4252"/>
                  </a:lnTo>
                  <a:cubicBezTo>
                    <a:pt x="6049" y="4160"/>
                    <a:pt x="6080" y="4009"/>
                    <a:pt x="6080" y="3857"/>
                  </a:cubicBezTo>
                  <a:cubicBezTo>
                    <a:pt x="6049" y="3705"/>
                    <a:pt x="5988" y="3553"/>
                    <a:pt x="5867" y="3461"/>
                  </a:cubicBezTo>
                  <a:lnTo>
                    <a:pt x="1824" y="118"/>
                  </a:lnTo>
                  <a:cubicBezTo>
                    <a:pt x="1720" y="40"/>
                    <a:pt x="1593" y="1"/>
                    <a:pt x="146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439;p52">
              <a:extLst>
                <a:ext uri="{FF2B5EF4-FFF2-40B4-BE49-F238E27FC236}">
                  <a16:creationId xmlns:a16="http://schemas.microsoft.com/office/drawing/2014/main" id="{3B9685F4-0467-BB08-E275-6AB868D80E77}"/>
                </a:ext>
              </a:extLst>
            </p:cNvPr>
            <p:cNvSpPr/>
            <p:nvPr/>
          </p:nvSpPr>
          <p:spPr>
            <a:xfrm>
              <a:off x="1464075" y="1423880"/>
              <a:ext cx="149505" cy="134008"/>
            </a:xfrm>
            <a:custGeom>
              <a:avLst/>
              <a:gdLst/>
              <a:ahLst/>
              <a:cxnLst/>
              <a:rect l="l" t="t" r="r" b="b"/>
              <a:pathLst>
                <a:path w="5441" h="4877" extrusionOk="0">
                  <a:moveTo>
                    <a:pt x="1329" y="1"/>
                  </a:moveTo>
                  <a:cubicBezTo>
                    <a:pt x="1194" y="1"/>
                    <a:pt x="1059" y="55"/>
                    <a:pt x="973" y="159"/>
                  </a:cubicBezTo>
                  <a:lnTo>
                    <a:pt x="152" y="1162"/>
                  </a:lnTo>
                  <a:cubicBezTo>
                    <a:pt x="0" y="1344"/>
                    <a:pt x="30" y="1618"/>
                    <a:pt x="213" y="1800"/>
                  </a:cubicBezTo>
                  <a:lnTo>
                    <a:pt x="3860" y="4779"/>
                  </a:lnTo>
                  <a:cubicBezTo>
                    <a:pt x="3939" y="4845"/>
                    <a:pt x="4035" y="4876"/>
                    <a:pt x="4131" y="4876"/>
                  </a:cubicBezTo>
                  <a:cubicBezTo>
                    <a:pt x="4256" y="4876"/>
                    <a:pt x="4382" y="4822"/>
                    <a:pt x="4468" y="4718"/>
                  </a:cubicBezTo>
                  <a:lnTo>
                    <a:pt x="5289" y="3715"/>
                  </a:lnTo>
                  <a:cubicBezTo>
                    <a:pt x="5441" y="3533"/>
                    <a:pt x="5441" y="3259"/>
                    <a:pt x="5228" y="3107"/>
                  </a:cubicBezTo>
                  <a:lnTo>
                    <a:pt x="1611" y="98"/>
                  </a:lnTo>
                  <a:cubicBezTo>
                    <a:pt x="1532" y="32"/>
                    <a:pt x="1431" y="1"/>
                    <a:pt x="13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440;p52">
              <a:extLst>
                <a:ext uri="{FF2B5EF4-FFF2-40B4-BE49-F238E27FC236}">
                  <a16:creationId xmlns:a16="http://schemas.microsoft.com/office/drawing/2014/main" id="{316A884E-F451-D97A-F56B-EE5A1CCEF5F2}"/>
                </a:ext>
              </a:extLst>
            </p:cNvPr>
            <p:cNvSpPr/>
            <p:nvPr/>
          </p:nvSpPr>
          <p:spPr>
            <a:xfrm>
              <a:off x="1460723" y="1420830"/>
              <a:ext cx="157034" cy="141069"/>
            </a:xfrm>
            <a:custGeom>
              <a:avLst/>
              <a:gdLst/>
              <a:ahLst/>
              <a:cxnLst/>
              <a:rect l="l" t="t" r="r" b="b"/>
              <a:pathLst>
                <a:path w="5715" h="5134" extrusionOk="0">
                  <a:moveTo>
                    <a:pt x="1508" y="258"/>
                  </a:moveTo>
                  <a:cubicBezTo>
                    <a:pt x="1553" y="258"/>
                    <a:pt x="1597" y="286"/>
                    <a:pt x="1642" y="331"/>
                  </a:cubicBezTo>
                  <a:lnTo>
                    <a:pt x="5289" y="3340"/>
                  </a:lnTo>
                  <a:cubicBezTo>
                    <a:pt x="5411" y="3431"/>
                    <a:pt x="5441" y="3644"/>
                    <a:pt x="5320" y="3765"/>
                  </a:cubicBezTo>
                  <a:lnTo>
                    <a:pt x="4499" y="4769"/>
                  </a:lnTo>
                  <a:cubicBezTo>
                    <a:pt x="4425" y="4842"/>
                    <a:pt x="4330" y="4882"/>
                    <a:pt x="4232" y="4882"/>
                  </a:cubicBezTo>
                  <a:cubicBezTo>
                    <a:pt x="4168" y="4882"/>
                    <a:pt x="4103" y="4865"/>
                    <a:pt x="4043" y="4829"/>
                  </a:cubicBezTo>
                  <a:lnTo>
                    <a:pt x="426" y="1820"/>
                  </a:lnTo>
                  <a:cubicBezTo>
                    <a:pt x="365" y="1759"/>
                    <a:pt x="304" y="1699"/>
                    <a:pt x="304" y="1607"/>
                  </a:cubicBezTo>
                  <a:cubicBezTo>
                    <a:pt x="304" y="1516"/>
                    <a:pt x="335" y="1425"/>
                    <a:pt x="396" y="1364"/>
                  </a:cubicBezTo>
                  <a:lnTo>
                    <a:pt x="1216" y="361"/>
                  </a:lnTo>
                  <a:cubicBezTo>
                    <a:pt x="1266" y="312"/>
                    <a:pt x="1336" y="262"/>
                    <a:pt x="1409" y="262"/>
                  </a:cubicBezTo>
                  <a:cubicBezTo>
                    <a:pt x="1426" y="262"/>
                    <a:pt x="1443" y="264"/>
                    <a:pt x="1460" y="270"/>
                  </a:cubicBezTo>
                  <a:cubicBezTo>
                    <a:pt x="1476" y="262"/>
                    <a:pt x="1492" y="258"/>
                    <a:pt x="1508" y="258"/>
                  </a:cubicBezTo>
                  <a:close/>
                  <a:moveTo>
                    <a:pt x="1448" y="1"/>
                  </a:moveTo>
                  <a:cubicBezTo>
                    <a:pt x="1286" y="1"/>
                    <a:pt x="1125" y="70"/>
                    <a:pt x="1004" y="209"/>
                  </a:cubicBezTo>
                  <a:lnTo>
                    <a:pt x="183" y="1212"/>
                  </a:lnTo>
                  <a:cubicBezTo>
                    <a:pt x="1" y="1425"/>
                    <a:pt x="31" y="1790"/>
                    <a:pt x="274" y="2003"/>
                  </a:cubicBezTo>
                  <a:lnTo>
                    <a:pt x="3891" y="4981"/>
                  </a:lnTo>
                  <a:cubicBezTo>
                    <a:pt x="3982" y="5072"/>
                    <a:pt x="4134" y="5103"/>
                    <a:pt x="4256" y="5133"/>
                  </a:cubicBezTo>
                  <a:cubicBezTo>
                    <a:pt x="4438" y="5133"/>
                    <a:pt x="4590" y="5042"/>
                    <a:pt x="4712" y="4920"/>
                  </a:cubicBezTo>
                  <a:lnTo>
                    <a:pt x="5502" y="3917"/>
                  </a:lnTo>
                  <a:cubicBezTo>
                    <a:pt x="5715" y="3674"/>
                    <a:pt x="5685" y="3310"/>
                    <a:pt x="5441" y="3127"/>
                  </a:cubicBezTo>
                  <a:lnTo>
                    <a:pt x="1794" y="118"/>
                  </a:lnTo>
                  <a:cubicBezTo>
                    <a:pt x="1690" y="40"/>
                    <a:pt x="1569" y="1"/>
                    <a:pt x="144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2441;p52">
              <a:extLst>
                <a:ext uri="{FF2B5EF4-FFF2-40B4-BE49-F238E27FC236}">
                  <a16:creationId xmlns:a16="http://schemas.microsoft.com/office/drawing/2014/main" id="{AEE533E8-D00D-973E-3B59-55C46008F668}"/>
                </a:ext>
              </a:extLst>
            </p:cNvPr>
            <p:cNvSpPr/>
            <p:nvPr/>
          </p:nvSpPr>
          <p:spPr>
            <a:xfrm>
              <a:off x="1472428" y="1402172"/>
              <a:ext cx="161210" cy="143185"/>
            </a:xfrm>
            <a:custGeom>
              <a:avLst/>
              <a:gdLst/>
              <a:ahLst/>
              <a:cxnLst/>
              <a:rect l="l" t="t" r="r" b="b"/>
              <a:pathLst>
                <a:path w="5867" h="5211" extrusionOk="0">
                  <a:moveTo>
                    <a:pt x="1341" y="1"/>
                  </a:moveTo>
                  <a:cubicBezTo>
                    <a:pt x="1215" y="1"/>
                    <a:pt x="1089" y="55"/>
                    <a:pt x="1003" y="159"/>
                  </a:cubicBezTo>
                  <a:lnTo>
                    <a:pt x="182" y="1162"/>
                  </a:lnTo>
                  <a:cubicBezTo>
                    <a:pt x="0" y="1344"/>
                    <a:pt x="30" y="1618"/>
                    <a:pt x="213" y="1770"/>
                  </a:cubicBezTo>
                  <a:lnTo>
                    <a:pt x="4286" y="5113"/>
                  </a:lnTo>
                  <a:cubicBezTo>
                    <a:pt x="4365" y="5179"/>
                    <a:pt x="4461" y="5210"/>
                    <a:pt x="4556" y="5210"/>
                  </a:cubicBezTo>
                  <a:cubicBezTo>
                    <a:pt x="4682" y="5210"/>
                    <a:pt x="4807" y="5156"/>
                    <a:pt x="4894" y="5052"/>
                  </a:cubicBezTo>
                  <a:lnTo>
                    <a:pt x="5714" y="4049"/>
                  </a:lnTo>
                  <a:cubicBezTo>
                    <a:pt x="5866" y="3867"/>
                    <a:pt x="5866" y="3593"/>
                    <a:pt x="5654" y="3441"/>
                  </a:cubicBezTo>
                  <a:lnTo>
                    <a:pt x="1611" y="98"/>
                  </a:lnTo>
                  <a:cubicBezTo>
                    <a:pt x="1532" y="32"/>
                    <a:pt x="1436" y="1"/>
                    <a:pt x="13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2442;p52">
              <a:extLst>
                <a:ext uri="{FF2B5EF4-FFF2-40B4-BE49-F238E27FC236}">
                  <a16:creationId xmlns:a16="http://schemas.microsoft.com/office/drawing/2014/main" id="{72B8279C-A045-5DEE-DAEE-F80F6895E560}"/>
                </a:ext>
              </a:extLst>
            </p:cNvPr>
            <p:cNvSpPr/>
            <p:nvPr/>
          </p:nvSpPr>
          <p:spPr>
            <a:xfrm>
              <a:off x="1470752" y="1398436"/>
              <a:ext cx="167063" cy="150934"/>
            </a:xfrm>
            <a:custGeom>
              <a:avLst/>
              <a:gdLst/>
              <a:ahLst/>
              <a:cxnLst/>
              <a:rect l="l" t="t" r="r" b="b"/>
              <a:pathLst>
                <a:path w="6080" h="5493" extrusionOk="0">
                  <a:moveTo>
                    <a:pt x="1386" y="248"/>
                  </a:moveTo>
                  <a:cubicBezTo>
                    <a:pt x="1457" y="248"/>
                    <a:pt x="1528" y="272"/>
                    <a:pt x="1581" y="325"/>
                  </a:cubicBezTo>
                  <a:lnTo>
                    <a:pt x="5654" y="3669"/>
                  </a:lnTo>
                  <a:cubicBezTo>
                    <a:pt x="5775" y="3760"/>
                    <a:pt x="5806" y="3973"/>
                    <a:pt x="5684" y="4125"/>
                  </a:cubicBezTo>
                  <a:lnTo>
                    <a:pt x="4864" y="5128"/>
                  </a:lnTo>
                  <a:cubicBezTo>
                    <a:pt x="4803" y="5188"/>
                    <a:pt x="4742" y="5219"/>
                    <a:pt x="4651" y="5219"/>
                  </a:cubicBezTo>
                  <a:cubicBezTo>
                    <a:pt x="4626" y="5227"/>
                    <a:pt x="4604" y="5231"/>
                    <a:pt x="4583" y="5231"/>
                  </a:cubicBezTo>
                  <a:cubicBezTo>
                    <a:pt x="4525" y="5231"/>
                    <a:pt x="4474" y="5202"/>
                    <a:pt x="4408" y="5158"/>
                  </a:cubicBezTo>
                  <a:lnTo>
                    <a:pt x="365" y="1814"/>
                  </a:lnTo>
                  <a:cubicBezTo>
                    <a:pt x="304" y="1754"/>
                    <a:pt x="243" y="1693"/>
                    <a:pt x="243" y="1602"/>
                  </a:cubicBezTo>
                  <a:cubicBezTo>
                    <a:pt x="243" y="1511"/>
                    <a:pt x="274" y="1419"/>
                    <a:pt x="335" y="1359"/>
                  </a:cubicBezTo>
                  <a:lnTo>
                    <a:pt x="1155" y="355"/>
                  </a:lnTo>
                  <a:cubicBezTo>
                    <a:pt x="1207" y="287"/>
                    <a:pt x="1296" y="248"/>
                    <a:pt x="1386" y="248"/>
                  </a:cubicBezTo>
                  <a:close/>
                  <a:moveTo>
                    <a:pt x="1386" y="0"/>
                  </a:moveTo>
                  <a:cubicBezTo>
                    <a:pt x="1222" y="0"/>
                    <a:pt x="1060" y="70"/>
                    <a:pt x="943" y="203"/>
                  </a:cubicBezTo>
                  <a:lnTo>
                    <a:pt x="122" y="1207"/>
                  </a:lnTo>
                  <a:cubicBezTo>
                    <a:pt x="31" y="1328"/>
                    <a:pt x="0" y="1480"/>
                    <a:pt x="0" y="1632"/>
                  </a:cubicBezTo>
                  <a:cubicBezTo>
                    <a:pt x="31" y="1784"/>
                    <a:pt x="91" y="1906"/>
                    <a:pt x="213" y="1997"/>
                  </a:cubicBezTo>
                  <a:lnTo>
                    <a:pt x="4256" y="5340"/>
                  </a:lnTo>
                  <a:cubicBezTo>
                    <a:pt x="4377" y="5432"/>
                    <a:pt x="4499" y="5492"/>
                    <a:pt x="4620" y="5492"/>
                  </a:cubicBezTo>
                  <a:lnTo>
                    <a:pt x="4681" y="5462"/>
                  </a:lnTo>
                  <a:cubicBezTo>
                    <a:pt x="4833" y="5462"/>
                    <a:pt x="4955" y="5401"/>
                    <a:pt x="5046" y="5280"/>
                  </a:cubicBezTo>
                  <a:lnTo>
                    <a:pt x="5897" y="4276"/>
                  </a:lnTo>
                  <a:cubicBezTo>
                    <a:pt x="6079" y="4033"/>
                    <a:pt x="6049" y="3669"/>
                    <a:pt x="5806" y="3486"/>
                  </a:cubicBezTo>
                  <a:lnTo>
                    <a:pt x="1763" y="143"/>
                  </a:lnTo>
                  <a:cubicBezTo>
                    <a:pt x="1654" y="47"/>
                    <a:pt x="1520" y="0"/>
                    <a:pt x="13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2443;p52">
              <a:extLst>
                <a:ext uri="{FF2B5EF4-FFF2-40B4-BE49-F238E27FC236}">
                  <a16:creationId xmlns:a16="http://schemas.microsoft.com/office/drawing/2014/main" id="{76F07770-DE6A-3705-BE6F-DF36DDD37126}"/>
                </a:ext>
              </a:extLst>
            </p:cNvPr>
            <p:cNvSpPr/>
            <p:nvPr/>
          </p:nvSpPr>
          <p:spPr>
            <a:xfrm>
              <a:off x="1407279" y="1492601"/>
              <a:ext cx="149533" cy="134612"/>
            </a:xfrm>
            <a:custGeom>
              <a:avLst/>
              <a:gdLst/>
              <a:ahLst/>
              <a:cxnLst/>
              <a:rect l="l" t="t" r="r" b="b"/>
              <a:pathLst>
                <a:path w="5442" h="4899" extrusionOk="0">
                  <a:moveTo>
                    <a:pt x="1321" y="0"/>
                  </a:moveTo>
                  <a:cubicBezTo>
                    <a:pt x="1190" y="0"/>
                    <a:pt x="1058" y="62"/>
                    <a:pt x="973" y="181"/>
                  </a:cubicBezTo>
                  <a:lnTo>
                    <a:pt x="152" y="1184"/>
                  </a:lnTo>
                  <a:cubicBezTo>
                    <a:pt x="0" y="1366"/>
                    <a:pt x="31" y="1640"/>
                    <a:pt x="213" y="1792"/>
                  </a:cubicBezTo>
                  <a:lnTo>
                    <a:pt x="3860" y="4801"/>
                  </a:lnTo>
                  <a:cubicBezTo>
                    <a:pt x="3939" y="4867"/>
                    <a:pt x="4035" y="4898"/>
                    <a:pt x="4131" y="4898"/>
                  </a:cubicBezTo>
                  <a:cubicBezTo>
                    <a:pt x="4257" y="4898"/>
                    <a:pt x="4382" y="4844"/>
                    <a:pt x="4468" y="4740"/>
                  </a:cubicBezTo>
                  <a:lnTo>
                    <a:pt x="5289" y="3737"/>
                  </a:lnTo>
                  <a:cubicBezTo>
                    <a:pt x="5441" y="3555"/>
                    <a:pt x="5441" y="3251"/>
                    <a:pt x="5259" y="3099"/>
                  </a:cubicBezTo>
                  <a:lnTo>
                    <a:pt x="1611" y="120"/>
                  </a:lnTo>
                  <a:cubicBezTo>
                    <a:pt x="1530" y="39"/>
                    <a:pt x="1426" y="0"/>
                    <a:pt x="13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2444;p52">
              <a:extLst>
                <a:ext uri="{FF2B5EF4-FFF2-40B4-BE49-F238E27FC236}">
                  <a16:creationId xmlns:a16="http://schemas.microsoft.com/office/drawing/2014/main" id="{96AB3ACE-62BF-9900-BD1C-AA85C5B153B3}"/>
                </a:ext>
              </a:extLst>
            </p:cNvPr>
            <p:cNvSpPr/>
            <p:nvPr/>
          </p:nvSpPr>
          <p:spPr>
            <a:xfrm>
              <a:off x="1403927" y="1489194"/>
              <a:ext cx="157034" cy="141179"/>
            </a:xfrm>
            <a:custGeom>
              <a:avLst/>
              <a:gdLst/>
              <a:ahLst/>
              <a:cxnLst/>
              <a:rect l="l" t="t" r="r" b="b"/>
              <a:pathLst>
                <a:path w="5715" h="5138" extrusionOk="0">
                  <a:moveTo>
                    <a:pt x="1460" y="244"/>
                  </a:moveTo>
                  <a:cubicBezTo>
                    <a:pt x="1520" y="244"/>
                    <a:pt x="1612" y="274"/>
                    <a:pt x="1642" y="335"/>
                  </a:cubicBezTo>
                  <a:lnTo>
                    <a:pt x="5289" y="3314"/>
                  </a:lnTo>
                  <a:cubicBezTo>
                    <a:pt x="5441" y="3436"/>
                    <a:pt x="5441" y="3648"/>
                    <a:pt x="5320" y="3770"/>
                  </a:cubicBezTo>
                  <a:lnTo>
                    <a:pt x="4499" y="4773"/>
                  </a:lnTo>
                  <a:cubicBezTo>
                    <a:pt x="4469" y="4834"/>
                    <a:pt x="4378" y="4864"/>
                    <a:pt x="4286" y="4895"/>
                  </a:cubicBezTo>
                  <a:cubicBezTo>
                    <a:pt x="4195" y="4895"/>
                    <a:pt x="4134" y="4864"/>
                    <a:pt x="4074" y="4803"/>
                  </a:cubicBezTo>
                  <a:lnTo>
                    <a:pt x="426" y="1825"/>
                  </a:lnTo>
                  <a:cubicBezTo>
                    <a:pt x="305" y="1703"/>
                    <a:pt x="274" y="1490"/>
                    <a:pt x="396" y="1369"/>
                  </a:cubicBezTo>
                  <a:lnTo>
                    <a:pt x="1216" y="366"/>
                  </a:lnTo>
                  <a:cubicBezTo>
                    <a:pt x="1277" y="305"/>
                    <a:pt x="1338" y="274"/>
                    <a:pt x="1429" y="244"/>
                  </a:cubicBezTo>
                  <a:close/>
                  <a:moveTo>
                    <a:pt x="1399" y="1"/>
                  </a:moveTo>
                  <a:cubicBezTo>
                    <a:pt x="1247" y="31"/>
                    <a:pt x="1095" y="92"/>
                    <a:pt x="1004" y="214"/>
                  </a:cubicBezTo>
                  <a:lnTo>
                    <a:pt x="183" y="1217"/>
                  </a:lnTo>
                  <a:cubicBezTo>
                    <a:pt x="1" y="1460"/>
                    <a:pt x="31" y="1794"/>
                    <a:pt x="274" y="2007"/>
                  </a:cubicBezTo>
                  <a:lnTo>
                    <a:pt x="3891" y="5016"/>
                  </a:lnTo>
                  <a:cubicBezTo>
                    <a:pt x="4013" y="5077"/>
                    <a:pt x="4134" y="5138"/>
                    <a:pt x="4256" y="5138"/>
                  </a:cubicBezTo>
                  <a:lnTo>
                    <a:pt x="4317" y="5138"/>
                  </a:lnTo>
                  <a:cubicBezTo>
                    <a:pt x="4469" y="5107"/>
                    <a:pt x="4590" y="5047"/>
                    <a:pt x="4682" y="4925"/>
                  </a:cubicBezTo>
                  <a:lnTo>
                    <a:pt x="5502" y="3922"/>
                  </a:lnTo>
                  <a:cubicBezTo>
                    <a:pt x="5715" y="3679"/>
                    <a:pt x="5685" y="3344"/>
                    <a:pt x="5441" y="3132"/>
                  </a:cubicBezTo>
                  <a:lnTo>
                    <a:pt x="1794" y="122"/>
                  </a:lnTo>
                  <a:cubicBezTo>
                    <a:pt x="1703" y="31"/>
                    <a:pt x="1551" y="1"/>
                    <a:pt x="13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2445;p52">
              <a:extLst>
                <a:ext uri="{FF2B5EF4-FFF2-40B4-BE49-F238E27FC236}">
                  <a16:creationId xmlns:a16="http://schemas.microsoft.com/office/drawing/2014/main" id="{A1D666E3-49C6-29DB-5127-B54059EB3F8A}"/>
                </a:ext>
              </a:extLst>
            </p:cNvPr>
            <p:cNvSpPr/>
            <p:nvPr/>
          </p:nvSpPr>
          <p:spPr>
            <a:xfrm>
              <a:off x="1415632" y="1470674"/>
              <a:ext cx="161210" cy="144010"/>
            </a:xfrm>
            <a:custGeom>
              <a:avLst/>
              <a:gdLst/>
              <a:ahLst/>
              <a:cxnLst/>
              <a:rect l="l" t="t" r="r" b="b"/>
              <a:pathLst>
                <a:path w="5867" h="5241" extrusionOk="0">
                  <a:moveTo>
                    <a:pt x="1341" y="0"/>
                  </a:moveTo>
                  <a:cubicBezTo>
                    <a:pt x="1215" y="0"/>
                    <a:pt x="1089" y="55"/>
                    <a:pt x="1003" y="158"/>
                  </a:cubicBezTo>
                  <a:lnTo>
                    <a:pt x="183" y="1161"/>
                  </a:lnTo>
                  <a:cubicBezTo>
                    <a:pt x="0" y="1344"/>
                    <a:pt x="31" y="1617"/>
                    <a:pt x="213" y="1769"/>
                  </a:cubicBezTo>
                  <a:lnTo>
                    <a:pt x="4286" y="5143"/>
                  </a:lnTo>
                  <a:cubicBezTo>
                    <a:pt x="4365" y="5209"/>
                    <a:pt x="4461" y="5240"/>
                    <a:pt x="4556" y="5240"/>
                  </a:cubicBezTo>
                  <a:cubicBezTo>
                    <a:pt x="4682" y="5240"/>
                    <a:pt x="4808" y="5186"/>
                    <a:pt x="4894" y="5082"/>
                  </a:cubicBezTo>
                  <a:lnTo>
                    <a:pt x="5715" y="4079"/>
                  </a:lnTo>
                  <a:cubicBezTo>
                    <a:pt x="5867" y="3897"/>
                    <a:pt x="5867" y="3593"/>
                    <a:pt x="5654" y="3441"/>
                  </a:cubicBezTo>
                  <a:lnTo>
                    <a:pt x="1611" y="97"/>
                  </a:lnTo>
                  <a:cubicBezTo>
                    <a:pt x="1532" y="32"/>
                    <a:pt x="1436" y="0"/>
                    <a:pt x="13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2446;p52">
              <a:extLst>
                <a:ext uri="{FF2B5EF4-FFF2-40B4-BE49-F238E27FC236}">
                  <a16:creationId xmlns:a16="http://schemas.microsoft.com/office/drawing/2014/main" id="{B3EEED41-4E7F-C648-EFA2-3CC7579B2791}"/>
                </a:ext>
              </a:extLst>
            </p:cNvPr>
            <p:cNvSpPr/>
            <p:nvPr/>
          </p:nvSpPr>
          <p:spPr>
            <a:xfrm>
              <a:off x="1412280" y="1466662"/>
              <a:ext cx="168739" cy="151181"/>
            </a:xfrm>
            <a:custGeom>
              <a:avLst/>
              <a:gdLst/>
              <a:ahLst/>
              <a:cxnLst/>
              <a:rect l="l" t="t" r="r" b="b"/>
              <a:pathLst>
                <a:path w="6141" h="5502" extrusionOk="0">
                  <a:moveTo>
                    <a:pt x="1473" y="259"/>
                  </a:moveTo>
                  <a:cubicBezTo>
                    <a:pt x="1540" y="259"/>
                    <a:pt x="1609" y="284"/>
                    <a:pt x="1672" y="335"/>
                  </a:cubicBezTo>
                  <a:lnTo>
                    <a:pt x="5715" y="3678"/>
                  </a:lnTo>
                  <a:cubicBezTo>
                    <a:pt x="5867" y="3800"/>
                    <a:pt x="5867" y="4012"/>
                    <a:pt x="5776" y="4134"/>
                  </a:cubicBezTo>
                  <a:lnTo>
                    <a:pt x="4925" y="5137"/>
                  </a:lnTo>
                  <a:cubicBezTo>
                    <a:pt x="4894" y="5198"/>
                    <a:pt x="4803" y="5259"/>
                    <a:pt x="4712" y="5259"/>
                  </a:cubicBezTo>
                  <a:cubicBezTo>
                    <a:pt x="4651" y="5259"/>
                    <a:pt x="4560" y="5228"/>
                    <a:pt x="4499" y="5198"/>
                  </a:cubicBezTo>
                  <a:lnTo>
                    <a:pt x="426" y="1824"/>
                  </a:lnTo>
                  <a:cubicBezTo>
                    <a:pt x="305" y="1733"/>
                    <a:pt x="274" y="1520"/>
                    <a:pt x="396" y="1398"/>
                  </a:cubicBezTo>
                  <a:lnTo>
                    <a:pt x="1216" y="395"/>
                  </a:lnTo>
                  <a:cubicBezTo>
                    <a:pt x="1287" y="307"/>
                    <a:pt x="1379" y="259"/>
                    <a:pt x="1473" y="259"/>
                  </a:cubicBezTo>
                  <a:close/>
                  <a:moveTo>
                    <a:pt x="1399" y="0"/>
                  </a:moveTo>
                  <a:cubicBezTo>
                    <a:pt x="1247" y="31"/>
                    <a:pt x="1125" y="91"/>
                    <a:pt x="1004" y="213"/>
                  </a:cubicBezTo>
                  <a:lnTo>
                    <a:pt x="183" y="1216"/>
                  </a:lnTo>
                  <a:cubicBezTo>
                    <a:pt x="1" y="1459"/>
                    <a:pt x="31" y="1793"/>
                    <a:pt x="274" y="2006"/>
                  </a:cubicBezTo>
                  <a:lnTo>
                    <a:pt x="4317" y="5380"/>
                  </a:lnTo>
                  <a:cubicBezTo>
                    <a:pt x="4438" y="5441"/>
                    <a:pt x="4560" y="5502"/>
                    <a:pt x="4681" y="5502"/>
                  </a:cubicBezTo>
                  <a:lnTo>
                    <a:pt x="4742" y="5502"/>
                  </a:lnTo>
                  <a:cubicBezTo>
                    <a:pt x="4894" y="5471"/>
                    <a:pt x="5016" y="5411"/>
                    <a:pt x="5107" y="5289"/>
                  </a:cubicBezTo>
                  <a:lnTo>
                    <a:pt x="5958" y="4286"/>
                  </a:lnTo>
                  <a:cubicBezTo>
                    <a:pt x="6140" y="4043"/>
                    <a:pt x="6110" y="3678"/>
                    <a:pt x="5867" y="3496"/>
                  </a:cubicBezTo>
                  <a:lnTo>
                    <a:pt x="1824" y="152"/>
                  </a:lnTo>
                  <a:cubicBezTo>
                    <a:pt x="1703" y="31"/>
                    <a:pt x="1551" y="0"/>
                    <a:pt x="13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2447;p52">
              <a:extLst>
                <a:ext uri="{FF2B5EF4-FFF2-40B4-BE49-F238E27FC236}">
                  <a16:creationId xmlns:a16="http://schemas.microsoft.com/office/drawing/2014/main" id="{8AB2F08B-8B15-AC0F-DBC0-74C36725759F}"/>
                </a:ext>
              </a:extLst>
            </p:cNvPr>
            <p:cNvSpPr/>
            <p:nvPr/>
          </p:nvSpPr>
          <p:spPr>
            <a:xfrm>
              <a:off x="1350483" y="1561707"/>
              <a:ext cx="149533" cy="133980"/>
            </a:xfrm>
            <a:custGeom>
              <a:avLst/>
              <a:gdLst/>
              <a:ahLst/>
              <a:cxnLst/>
              <a:rect l="l" t="t" r="r" b="b"/>
              <a:pathLst>
                <a:path w="5442" h="4876" extrusionOk="0">
                  <a:moveTo>
                    <a:pt x="1341" y="0"/>
                  </a:moveTo>
                  <a:cubicBezTo>
                    <a:pt x="1215" y="0"/>
                    <a:pt x="1090" y="55"/>
                    <a:pt x="1003" y="158"/>
                  </a:cubicBezTo>
                  <a:lnTo>
                    <a:pt x="152" y="1161"/>
                  </a:lnTo>
                  <a:cubicBezTo>
                    <a:pt x="0" y="1344"/>
                    <a:pt x="31" y="1648"/>
                    <a:pt x="213" y="1800"/>
                  </a:cubicBezTo>
                  <a:lnTo>
                    <a:pt x="3861" y="4778"/>
                  </a:lnTo>
                  <a:cubicBezTo>
                    <a:pt x="3939" y="4844"/>
                    <a:pt x="4035" y="4876"/>
                    <a:pt x="4131" y="4876"/>
                  </a:cubicBezTo>
                  <a:cubicBezTo>
                    <a:pt x="4257" y="4876"/>
                    <a:pt x="4382" y="4821"/>
                    <a:pt x="4468" y="4718"/>
                  </a:cubicBezTo>
                  <a:lnTo>
                    <a:pt x="5289" y="3745"/>
                  </a:lnTo>
                  <a:cubicBezTo>
                    <a:pt x="5441" y="3532"/>
                    <a:pt x="5441" y="3259"/>
                    <a:pt x="5259" y="3107"/>
                  </a:cubicBezTo>
                  <a:lnTo>
                    <a:pt x="1611" y="97"/>
                  </a:lnTo>
                  <a:cubicBezTo>
                    <a:pt x="1532" y="32"/>
                    <a:pt x="1437" y="0"/>
                    <a:pt x="13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2448;p52">
              <a:extLst>
                <a:ext uri="{FF2B5EF4-FFF2-40B4-BE49-F238E27FC236}">
                  <a16:creationId xmlns:a16="http://schemas.microsoft.com/office/drawing/2014/main" id="{D1612DE2-537D-AE77-DCA8-8EE4FEC153E0}"/>
                </a:ext>
              </a:extLst>
            </p:cNvPr>
            <p:cNvSpPr/>
            <p:nvPr/>
          </p:nvSpPr>
          <p:spPr>
            <a:xfrm>
              <a:off x="1347131" y="1557695"/>
              <a:ext cx="155385" cy="142004"/>
            </a:xfrm>
            <a:custGeom>
              <a:avLst/>
              <a:gdLst/>
              <a:ahLst/>
              <a:cxnLst/>
              <a:rect l="l" t="t" r="r" b="b"/>
              <a:pathLst>
                <a:path w="5655" h="5168" extrusionOk="0">
                  <a:moveTo>
                    <a:pt x="1448" y="272"/>
                  </a:moveTo>
                  <a:cubicBezTo>
                    <a:pt x="1519" y="272"/>
                    <a:pt x="1589" y="295"/>
                    <a:pt x="1642" y="335"/>
                  </a:cubicBezTo>
                  <a:lnTo>
                    <a:pt x="5290" y="3344"/>
                  </a:lnTo>
                  <a:cubicBezTo>
                    <a:pt x="5350" y="3405"/>
                    <a:pt x="5381" y="3465"/>
                    <a:pt x="5411" y="3557"/>
                  </a:cubicBezTo>
                  <a:cubicBezTo>
                    <a:pt x="5411" y="3648"/>
                    <a:pt x="5381" y="3739"/>
                    <a:pt x="5320" y="3800"/>
                  </a:cubicBezTo>
                  <a:lnTo>
                    <a:pt x="4499" y="4803"/>
                  </a:lnTo>
                  <a:cubicBezTo>
                    <a:pt x="4431" y="4871"/>
                    <a:pt x="4344" y="4911"/>
                    <a:pt x="4253" y="4911"/>
                  </a:cubicBezTo>
                  <a:cubicBezTo>
                    <a:pt x="4182" y="4911"/>
                    <a:pt x="4110" y="4886"/>
                    <a:pt x="4043" y="4833"/>
                  </a:cubicBezTo>
                  <a:lnTo>
                    <a:pt x="426" y="1824"/>
                  </a:lnTo>
                  <a:cubicBezTo>
                    <a:pt x="274" y="1733"/>
                    <a:pt x="274" y="1520"/>
                    <a:pt x="396" y="1398"/>
                  </a:cubicBezTo>
                  <a:lnTo>
                    <a:pt x="1217" y="395"/>
                  </a:lnTo>
                  <a:cubicBezTo>
                    <a:pt x="1268" y="310"/>
                    <a:pt x="1358" y="272"/>
                    <a:pt x="1448" y="272"/>
                  </a:cubicBezTo>
                  <a:close/>
                  <a:moveTo>
                    <a:pt x="1399" y="0"/>
                  </a:moveTo>
                  <a:cubicBezTo>
                    <a:pt x="1247" y="31"/>
                    <a:pt x="1095" y="91"/>
                    <a:pt x="1004" y="213"/>
                  </a:cubicBezTo>
                  <a:lnTo>
                    <a:pt x="183" y="1216"/>
                  </a:lnTo>
                  <a:cubicBezTo>
                    <a:pt x="1" y="1459"/>
                    <a:pt x="31" y="1824"/>
                    <a:pt x="274" y="2037"/>
                  </a:cubicBezTo>
                  <a:lnTo>
                    <a:pt x="3891" y="5016"/>
                  </a:lnTo>
                  <a:cubicBezTo>
                    <a:pt x="4013" y="5107"/>
                    <a:pt x="4135" y="5168"/>
                    <a:pt x="4256" y="5168"/>
                  </a:cubicBezTo>
                  <a:cubicBezTo>
                    <a:pt x="4408" y="5137"/>
                    <a:pt x="4560" y="5076"/>
                    <a:pt x="4682" y="4955"/>
                  </a:cubicBezTo>
                  <a:lnTo>
                    <a:pt x="5502" y="3952"/>
                  </a:lnTo>
                  <a:cubicBezTo>
                    <a:pt x="5594" y="3830"/>
                    <a:pt x="5654" y="3678"/>
                    <a:pt x="5624" y="3526"/>
                  </a:cubicBezTo>
                  <a:cubicBezTo>
                    <a:pt x="5624" y="3374"/>
                    <a:pt x="5533" y="3253"/>
                    <a:pt x="5442" y="3161"/>
                  </a:cubicBezTo>
                  <a:lnTo>
                    <a:pt x="1794" y="152"/>
                  </a:lnTo>
                  <a:cubicBezTo>
                    <a:pt x="1703" y="31"/>
                    <a:pt x="1551" y="0"/>
                    <a:pt x="13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2449;p52">
              <a:extLst>
                <a:ext uri="{FF2B5EF4-FFF2-40B4-BE49-F238E27FC236}">
                  <a16:creationId xmlns:a16="http://schemas.microsoft.com/office/drawing/2014/main" id="{120041CB-A27A-428A-E25C-4285988BA8FC}"/>
                </a:ext>
              </a:extLst>
            </p:cNvPr>
            <p:cNvSpPr/>
            <p:nvPr/>
          </p:nvSpPr>
          <p:spPr>
            <a:xfrm>
              <a:off x="1359661" y="1539368"/>
              <a:ext cx="160386" cy="143790"/>
            </a:xfrm>
            <a:custGeom>
              <a:avLst/>
              <a:gdLst/>
              <a:ahLst/>
              <a:cxnLst/>
              <a:rect l="l" t="t" r="r" b="b"/>
              <a:pathLst>
                <a:path w="5837" h="5233" extrusionOk="0">
                  <a:moveTo>
                    <a:pt x="1304" y="0"/>
                  </a:moveTo>
                  <a:cubicBezTo>
                    <a:pt x="1181" y="0"/>
                    <a:pt x="1058" y="62"/>
                    <a:pt x="973" y="181"/>
                  </a:cubicBezTo>
                  <a:lnTo>
                    <a:pt x="153" y="1154"/>
                  </a:lnTo>
                  <a:cubicBezTo>
                    <a:pt x="1" y="1336"/>
                    <a:pt x="1" y="1610"/>
                    <a:pt x="183" y="1762"/>
                  </a:cubicBezTo>
                  <a:lnTo>
                    <a:pt x="4256" y="5135"/>
                  </a:lnTo>
                  <a:cubicBezTo>
                    <a:pt x="4335" y="5201"/>
                    <a:pt x="4431" y="5233"/>
                    <a:pt x="4526" y="5233"/>
                  </a:cubicBezTo>
                  <a:cubicBezTo>
                    <a:pt x="4652" y="5233"/>
                    <a:pt x="4778" y="5178"/>
                    <a:pt x="4864" y="5075"/>
                  </a:cubicBezTo>
                  <a:lnTo>
                    <a:pt x="5685" y="4072"/>
                  </a:lnTo>
                  <a:cubicBezTo>
                    <a:pt x="5837" y="3889"/>
                    <a:pt x="5837" y="3616"/>
                    <a:pt x="5654" y="3464"/>
                  </a:cubicBezTo>
                  <a:lnTo>
                    <a:pt x="1581" y="120"/>
                  </a:lnTo>
                  <a:cubicBezTo>
                    <a:pt x="1500" y="39"/>
                    <a:pt x="1402" y="0"/>
                    <a:pt x="13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2450;p52">
              <a:extLst>
                <a:ext uri="{FF2B5EF4-FFF2-40B4-BE49-F238E27FC236}">
                  <a16:creationId xmlns:a16="http://schemas.microsoft.com/office/drawing/2014/main" id="{F395ACC9-C6B4-23D9-D0D3-0B629224E89C}"/>
                </a:ext>
              </a:extLst>
            </p:cNvPr>
            <p:cNvSpPr/>
            <p:nvPr/>
          </p:nvSpPr>
          <p:spPr>
            <a:xfrm>
              <a:off x="1355484" y="1536098"/>
              <a:ext cx="168739" cy="150247"/>
            </a:xfrm>
            <a:custGeom>
              <a:avLst/>
              <a:gdLst/>
              <a:ahLst/>
              <a:cxnLst/>
              <a:rect l="l" t="t" r="r" b="b"/>
              <a:pathLst>
                <a:path w="6141" h="5468" extrusionOk="0">
                  <a:moveTo>
                    <a:pt x="1448" y="268"/>
                  </a:moveTo>
                  <a:cubicBezTo>
                    <a:pt x="1519" y="268"/>
                    <a:pt x="1589" y="291"/>
                    <a:pt x="1642" y="330"/>
                  </a:cubicBezTo>
                  <a:lnTo>
                    <a:pt x="5715" y="3674"/>
                  </a:lnTo>
                  <a:cubicBezTo>
                    <a:pt x="5776" y="3735"/>
                    <a:pt x="5806" y="3826"/>
                    <a:pt x="5837" y="3887"/>
                  </a:cubicBezTo>
                  <a:cubicBezTo>
                    <a:pt x="5837" y="3978"/>
                    <a:pt x="5806" y="4069"/>
                    <a:pt x="5745" y="4130"/>
                  </a:cubicBezTo>
                  <a:lnTo>
                    <a:pt x="4925" y="5133"/>
                  </a:lnTo>
                  <a:cubicBezTo>
                    <a:pt x="4870" y="5206"/>
                    <a:pt x="4770" y="5247"/>
                    <a:pt x="4673" y="5247"/>
                  </a:cubicBezTo>
                  <a:cubicBezTo>
                    <a:pt x="4609" y="5247"/>
                    <a:pt x="4547" y="5230"/>
                    <a:pt x="4499" y="5194"/>
                  </a:cubicBezTo>
                  <a:lnTo>
                    <a:pt x="426" y="1820"/>
                  </a:lnTo>
                  <a:cubicBezTo>
                    <a:pt x="274" y="1698"/>
                    <a:pt x="274" y="1516"/>
                    <a:pt x="396" y="1394"/>
                  </a:cubicBezTo>
                  <a:lnTo>
                    <a:pt x="1216" y="391"/>
                  </a:lnTo>
                  <a:cubicBezTo>
                    <a:pt x="1268" y="305"/>
                    <a:pt x="1358" y="268"/>
                    <a:pt x="1448" y="268"/>
                  </a:cubicBezTo>
                  <a:close/>
                  <a:moveTo>
                    <a:pt x="1469" y="0"/>
                  </a:moveTo>
                  <a:cubicBezTo>
                    <a:pt x="1302" y="0"/>
                    <a:pt x="1138" y="70"/>
                    <a:pt x="1034" y="209"/>
                  </a:cubicBezTo>
                  <a:lnTo>
                    <a:pt x="183" y="1212"/>
                  </a:lnTo>
                  <a:cubicBezTo>
                    <a:pt x="1" y="1455"/>
                    <a:pt x="31" y="1789"/>
                    <a:pt x="274" y="2002"/>
                  </a:cubicBezTo>
                  <a:lnTo>
                    <a:pt x="4317" y="5346"/>
                  </a:lnTo>
                  <a:cubicBezTo>
                    <a:pt x="4438" y="5437"/>
                    <a:pt x="4560" y="5467"/>
                    <a:pt x="4682" y="5467"/>
                  </a:cubicBezTo>
                  <a:cubicBezTo>
                    <a:pt x="4864" y="5467"/>
                    <a:pt x="5016" y="5406"/>
                    <a:pt x="5138" y="5285"/>
                  </a:cubicBezTo>
                  <a:lnTo>
                    <a:pt x="5958" y="4282"/>
                  </a:lnTo>
                  <a:cubicBezTo>
                    <a:pt x="6141" y="4039"/>
                    <a:pt x="6110" y="3674"/>
                    <a:pt x="5897" y="3491"/>
                  </a:cubicBezTo>
                  <a:lnTo>
                    <a:pt x="1824" y="118"/>
                  </a:lnTo>
                  <a:cubicBezTo>
                    <a:pt x="1720" y="39"/>
                    <a:pt x="1594" y="0"/>
                    <a:pt x="14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2451;p52">
              <a:extLst>
                <a:ext uri="{FF2B5EF4-FFF2-40B4-BE49-F238E27FC236}">
                  <a16:creationId xmlns:a16="http://schemas.microsoft.com/office/drawing/2014/main" id="{AA2371C7-0898-DB6D-8F6C-A8083C60BDA7}"/>
                </a:ext>
              </a:extLst>
            </p:cNvPr>
            <p:cNvSpPr/>
            <p:nvPr/>
          </p:nvSpPr>
          <p:spPr>
            <a:xfrm>
              <a:off x="1293687" y="1630181"/>
              <a:ext cx="149533" cy="134008"/>
            </a:xfrm>
            <a:custGeom>
              <a:avLst/>
              <a:gdLst/>
              <a:ahLst/>
              <a:cxnLst/>
              <a:rect l="l" t="t" r="r" b="b"/>
              <a:pathLst>
                <a:path w="5442" h="4877" extrusionOk="0">
                  <a:moveTo>
                    <a:pt x="1316" y="1"/>
                  </a:moveTo>
                  <a:cubicBezTo>
                    <a:pt x="1185" y="1"/>
                    <a:pt x="1059" y="55"/>
                    <a:pt x="973" y="159"/>
                  </a:cubicBezTo>
                  <a:lnTo>
                    <a:pt x="152" y="1162"/>
                  </a:lnTo>
                  <a:cubicBezTo>
                    <a:pt x="0" y="1344"/>
                    <a:pt x="31" y="1648"/>
                    <a:pt x="213" y="1800"/>
                  </a:cubicBezTo>
                  <a:lnTo>
                    <a:pt x="3830" y="4779"/>
                  </a:lnTo>
                  <a:cubicBezTo>
                    <a:pt x="3922" y="4844"/>
                    <a:pt x="4026" y="4876"/>
                    <a:pt x="4125" y="4876"/>
                  </a:cubicBezTo>
                  <a:cubicBezTo>
                    <a:pt x="4257" y="4876"/>
                    <a:pt x="4382" y="4822"/>
                    <a:pt x="4469" y="4718"/>
                  </a:cubicBezTo>
                  <a:lnTo>
                    <a:pt x="5289" y="3745"/>
                  </a:lnTo>
                  <a:cubicBezTo>
                    <a:pt x="5441" y="3533"/>
                    <a:pt x="5411" y="3259"/>
                    <a:pt x="5228" y="3107"/>
                  </a:cubicBezTo>
                  <a:lnTo>
                    <a:pt x="1611" y="98"/>
                  </a:lnTo>
                  <a:cubicBezTo>
                    <a:pt x="1519" y="32"/>
                    <a:pt x="1416" y="1"/>
                    <a:pt x="13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2452;p52">
              <a:extLst>
                <a:ext uri="{FF2B5EF4-FFF2-40B4-BE49-F238E27FC236}">
                  <a16:creationId xmlns:a16="http://schemas.microsoft.com/office/drawing/2014/main" id="{65B90770-CC05-8C90-FD6C-73DE5361D2C1}"/>
                </a:ext>
              </a:extLst>
            </p:cNvPr>
            <p:cNvSpPr/>
            <p:nvPr/>
          </p:nvSpPr>
          <p:spPr>
            <a:xfrm>
              <a:off x="1290335" y="1627131"/>
              <a:ext cx="157886" cy="141042"/>
            </a:xfrm>
            <a:custGeom>
              <a:avLst/>
              <a:gdLst/>
              <a:ahLst/>
              <a:cxnLst/>
              <a:rect l="l" t="t" r="r" b="b"/>
              <a:pathLst>
                <a:path w="5746" h="5133" extrusionOk="0">
                  <a:moveTo>
                    <a:pt x="1460" y="239"/>
                  </a:moveTo>
                  <a:cubicBezTo>
                    <a:pt x="1521" y="239"/>
                    <a:pt x="1581" y="270"/>
                    <a:pt x="1642" y="330"/>
                  </a:cubicBezTo>
                  <a:lnTo>
                    <a:pt x="5290" y="3309"/>
                  </a:lnTo>
                  <a:cubicBezTo>
                    <a:pt x="5411" y="3431"/>
                    <a:pt x="5442" y="3644"/>
                    <a:pt x="5320" y="3765"/>
                  </a:cubicBezTo>
                  <a:lnTo>
                    <a:pt x="4499" y="4768"/>
                  </a:lnTo>
                  <a:cubicBezTo>
                    <a:pt x="4431" y="4836"/>
                    <a:pt x="4344" y="4876"/>
                    <a:pt x="4253" y="4876"/>
                  </a:cubicBezTo>
                  <a:cubicBezTo>
                    <a:pt x="4183" y="4876"/>
                    <a:pt x="4110" y="4852"/>
                    <a:pt x="4043" y="4799"/>
                  </a:cubicBezTo>
                  <a:lnTo>
                    <a:pt x="426" y="1820"/>
                  </a:lnTo>
                  <a:cubicBezTo>
                    <a:pt x="366" y="1759"/>
                    <a:pt x="305" y="1668"/>
                    <a:pt x="305" y="1607"/>
                  </a:cubicBezTo>
                  <a:cubicBezTo>
                    <a:pt x="305" y="1516"/>
                    <a:pt x="335" y="1425"/>
                    <a:pt x="366" y="1364"/>
                  </a:cubicBezTo>
                  <a:lnTo>
                    <a:pt x="1217" y="361"/>
                  </a:lnTo>
                  <a:cubicBezTo>
                    <a:pt x="1277" y="300"/>
                    <a:pt x="1369" y="239"/>
                    <a:pt x="1460" y="239"/>
                  </a:cubicBezTo>
                  <a:close/>
                  <a:moveTo>
                    <a:pt x="1478" y="0"/>
                  </a:moveTo>
                  <a:cubicBezTo>
                    <a:pt x="1317" y="0"/>
                    <a:pt x="1156" y="70"/>
                    <a:pt x="1034" y="209"/>
                  </a:cubicBezTo>
                  <a:lnTo>
                    <a:pt x="214" y="1212"/>
                  </a:lnTo>
                  <a:cubicBezTo>
                    <a:pt x="1" y="1425"/>
                    <a:pt x="31" y="1789"/>
                    <a:pt x="274" y="2002"/>
                  </a:cubicBezTo>
                  <a:lnTo>
                    <a:pt x="3891" y="5011"/>
                  </a:lnTo>
                  <a:cubicBezTo>
                    <a:pt x="4013" y="5072"/>
                    <a:pt x="4135" y="5133"/>
                    <a:pt x="4256" y="5133"/>
                  </a:cubicBezTo>
                  <a:cubicBezTo>
                    <a:pt x="4439" y="5133"/>
                    <a:pt x="4591" y="5042"/>
                    <a:pt x="4682" y="4920"/>
                  </a:cubicBezTo>
                  <a:lnTo>
                    <a:pt x="5533" y="3917"/>
                  </a:lnTo>
                  <a:cubicBezTo>
                    <a:pt x="5746" y="3674"/>
                    <a:pt x="5685" y="3309"/>
                    <a:pt x="5472" y="3127"/>
                  </a:cubicBezTo>
                  <a:lnTo>
                    <a:pt x="1825" y="118"/>
                  </a:lnTo>
                  <a:cubicBezTo>
                    <a:pt x="1720" y="40"/>
                    <a:pt x="1599" y="0"/>
                    <a:pt x="14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2453;p52">
              <a:extLst>
                <a:ext uri="{FF2B5EF4-FFF2-40B4-BE49-F238E27FC236}">
                  <a16:creationId xmlns:a16="http://schemas.microsoft.com/office/drawing/2014/main" id="{B59524E0-84D5-05C6-89A4-FFA408C9D53C}"/>
                </a:ext>
              </a:extLst>
            </p:cNvPr>
            <p:cNvSpPr/>
            <p:nvPr/>
          </p:nvSpPr>
          <p:spPr>
            <a:xfrm>
              <a:off x="1302040" y="1608474"/>
              <a:ext cx="161210" cy="143460"/>
            </a:xfrm>
            <a:custGeom>
              <a:avLst/>
              <a:gdLst/>
              <a:ahLst/>
              <a:cxnLst/>
              <a:rect l="l" t="t" r="r" b="b"/>
              <a:pathLst>
                <a:path w="5867" h="5221" extrusionOk="0">
                  <a:moveTo>
                    <a:pt x="1341" y="0"/>
                  </a:moveTo>
                  <a:cubicBezTo>
                    <a:pt x="1215" y="0"/>
                    <a:pt x="1090" y="55"/>
                    <a:pt x="1003" y="158"/>
                  </a:cubicBezTo>
                  <a:lnTo>
                    <a:pt x="183" y="1161"/>
                  </a:lnTo>
                  <a:cubicBezTo>
                    <a:pt x="0" y="1344"/>
                    <a:pt x="31" y="1617"/>
                    <a:pt x="243" y="1800"/>
                  </a:cubicBezTo>
                  <a:lnTo>
                    <a:pt x="4286" y="5113"/>
                  </a:lnTo>
                  <a:cubicBezTo>
                    <a:pt x="4370" y="5182"/>
                    <a:pt x="4472" y="5220"/>
                    <a:pt x="4574" y="5220"/>
                  </a:cubicBezTo>
                  <a:cubicBezTo>
                    <a:pt x="4694" y="5220"/>
                    <a:pt x="4812" y="5167"/>
                    <a:pt x="4894" y="5052"/>
                  </a:cubicBezTo>
                  <a:lnTo>
                    <a:pt x="5715" y="4079"/>
                  </a:lnTo>
                  <a:cubicBezTo>
                    <a:pt x="5867" y="3867"/>
                    <a:pt x="5867" y="3593"/>
                    <a:pt x="5654" y="3441"/>
                  </a:cubicBezTo>
                  <a:lnTo>
                    <a:pt x="1611" y="98"/>
                  </a:lnTo>
                  <a:cubicBezTo>
                    <a:pt x="1532" y="32"/>
                    <a:pt x="1437" y="0"/>
                    <a:pt x="13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454;p52">
              <a:extLst>
                <a:ext uri="{FF2B5EF4-FFF2-40B4-BE49-F238E27FC236}">
                  <a16:creationId xmlns:a16="http://schemas.microsoft.com/office/drawing/2014/main" id="{6DA5E97A-39D7-F5C6-4077-FBDA84CD1DC8}"/>
                </a:ext>
              </a:extLst>
            </p:cNvPr>
            <p:cNvSpPr/>
            <p:nvPr/>
          </p:nvSpPr>
          <p:spPr>
            <a:xfrm>
              <a:off x="1300364" y="1605066"/>
              <a:ext cx="167063" cy="150604"/>
            </a:xfrm>
            <a:custGeom>
              <a:avLst/>
              <a:gdLst/>
              <a:ahLst/>
              <a:cxnLst/>
              <a:rect l="l" t="t" r="r" b="b"/>
              <a:pathLst>
                <a:path w="6080" h="5481" extrusionOk="0">
                  <a:moveTo>
                    <a:pt x="1397" y="238"/>
                  </a:moveTo>
                  <a:cubicBezTo>
                    <a:pt x="1464" y="238"/>
                    <a:pt x="1530" y="262"/>
                    <a:pt x="1581" y="313"/>
                  </a:cubicBezTo>
                  <a:lnTo>
                    <a:pt x="5654" y="3656"/>
                  </a:lnTo>
                  <a:cubicBezTo>
                    <a:pt x="5776" y="3778"/>
                    <a:pt x="5806" y="3960"/>
                    <a:pt x="5685" y="4112"/>
                  </a:cubicBezTo>
                  <a:lnTo>
                    <a:pt x="4864" y="5115"/>
                  </a:lnTo>
                  <a:cubicBezTo>
                    <a:pt x="4803" y="5176"/>
                    <a:pt x="4742" y="5206"/>
                    <a:pt x="4651" y="5237"/>
                  </a:cubicBezTo>
                  <a:cubicBezTo>
                    <a:pt x="4560" y="5237"/>
                    <a:pt x="4499" y="5206"/>
                    <a:pt x="4438" y="5146"/>
                  </a:cubicBezTo>
                  <a:lnTo>
                    <a:pt x="365" y="1802"/>
                  </a:lnTo>
                  <a:cubicBezTo>
                    <a:pt x="304" y="1741"/>
                    <a:pt x="244" y="1681"/>
                    <a:pt x="244" y="1589"/>
                  </a:cubicBezTo>
                  <a:cubicBezTo>
                    <a:pt x="244" y="1498"/>
                    <a:pt x="274" y="1437"/>
                    <a:pt x="335" y="1346"/>
                  </a:cubicBezTo>
                  <a:lnTo>
                    <a:pt x="1156" y="374"/>
                  </a:lnTo>
                  <a:cubicBezTo>
                    <a:pt x="1209" y="285"/>
                    <a:pt x="1303" y="238"/>
                    <a:pt x="1397" y="238"/>
                  </a:cubicBezTo>
                  <a:close/>
                  <a:moveTo>
                    <a:pt x="1417" y="0"/>
                  </a:moveTo>
                  <a:cubicBezTo>
                    <a:pt x="1247" y="0"/>
                    <a:pt x="1079" y="80"/>
                    <a:pt x="973" y="222"/>
                  </a:cubicBezTo>
                  <a:lnTo>
                    <a:pt x="122" y="1194"/>
                  </a:lnTo>
                  <a:cubicBezTo>
                    <a:pt x="31" y="1316"/>
                    <a:pt x="1" y="1468"/>
                    <a:pt x="1" y="1620"/>
                  </a:cubicBezTo>
                  <a:cubicBezTo>
                    <a:pt x="31" y="1772"/>
                    <a:pt x="92" y="1893"/>
                    <a:pt x="213" y="1985"/>
                  </a:cubicBezTo>
                  <a:lnTo>
                    <a:pt x="4256" y="5358"/>
                  </a:lnTo>
                  <a:cubicBezTo>
                    <a:pt x="4378" y="5419"/>
                    <a:pt x="4499" y="5480"/>
                    <a:pt x="4621" y="5480"/>
                  </a:cubicBezTo>
                  <a:lnTo>
                    <a:pt x="4681" y="5480"/>
                  </a:lnTo>
                  <a:cubicBezTo>
                    <a:pt x="4833" y="5450"/>
                    <a:pt x="4955" y="5389"/>
                    <a:pt x="5046" y="5267"/>
                  </a:cubicBezTo>
                  <a:lnTo>
                    <a:pt x="5897" y="4264"/>
                  </a:lnTo>
                  <a:cubicBezTo>
                    <a:pt x="6080" y="4021"/>
                    <a:pt x="6049" y="3687"/>
                    <a:pt x="5806" y="3474"/>
                  </a:cubicBezTo>
                  <a:lnTo>
                    <a:pt x="1763" y="130"/>
                  </a:lnTo>
                  <a:cubicBezTo>
                    <a:pt x="1662" y="41"/>
                    <a:pt x="1539" y="0"/>
                    <a:pt x="14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455;p52">
              <a:extLst>
                <a:ext uri="{FF2B5EF4-FFF2-40B4-BE49-F238E27FC236}">
                  <a16:creationId xmlns:a16="http://schemas.microsoft.com/office/drawing/2014/main" id="{8AE0C8B9-F449-CD3A-4B52-CE1D5FAC3374}"/>
                </a:ext>
              </a:extLst>
            </p:cNvPr>
            <p:cNvSpPr/>
            <p:nvPr/>
          </p:nvSpPr>
          <p:spPr>
            <a:xfrm>
              <a:off x="1251922" y="1717175"/>
              <a:ext cx="153709" cy="85263"/>
            </a:xfrm>
            <a:custGeom>
              <a:avLst/>
              <a:gdLst/>
              <a:ahLst/>
              <a:cxnLst/>
              <a:rect l="l" t="t" r="r" b="b"/>
              <a:pathLst>
                <a:path w="5594" h="3103" extrusionOk="0">
                  <a:moveTo>
                    <a:pt x="417" y="1"/>
                  </a:moveTo>
                  <a:cubicBezTo>
                    <a:pt x="318" y="1"/>
                    <a:pt x="220" y="34"/>
                    <a:pt x="122" y="93"/>
                  </a:cubicBezTo>
                  <a:cubicBezTo>
                    <a:pt x="31" y="245"/>
                    <a:pt x="1" y="427"/>
                    <a:pt x="1" y="640"/>
                  </a:cubicBezTo>
                  <a:lnTo>
                    <a:pt x="1" y="2646"/>
                  </a:lnTo>
                  <a:cubicBezTo>
                    <a:pt x="1" y="2889"/>
                    <a:pt x="183" y="3102"/>
                    <a:pt x="426" y="3102"/>
                  </a:cubicBezTo>
                  <a:lnTo>
                    <a:pt x="5168" y="3102"/>
                  </a:lnTo>
                  <a:cubicBezTo>
                    <a:pt x="5411" y="3102"/>
                    <a:pt x="5593" y="2889"/>
                    <a:pt x="5593" y="2646"/>
                  </a:cubicBezTo>
                  <a:lnTo>
                    <a:pt x="5593" y="2099"/>
                  </a:lnTo>
                  <a:cubicBezTo>
                    <a:pt x="5593" y="2069"/>
                    <a:pt x="5563" y="2038"/>
                    <a:pt x="5472" y="2008"/>
                  </a:cubicBezTo>
                  <a:cubicBezTo>
                    <a:pt x="5381" y="1947"/>
                    <a:pt x="5289" y="1917"/>
                    <a:pt x="5168" y="1886"/>
                  </a:cubicBezTo>
                  <a:lnTo>
                    <a:pt x="578" y="32"/>
                  </a:lnTo>
                  <a:cubicBezTo>
                    <a:pt x="524" y="11"/>
                    <a:pt x="470" y="1"/>
                    <a:pt x="4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456;p52">
              <a:extLst>
                <a:ext uri="{FF2B5EF4-FFF2-40B4-BE49-F238E27FC236}">
                  <a16:creationId xmlns:a16="http://schemas.microsoft.com/office/drawing/2014/main" id="{609912B8-02AB-9F74-C018-5164342AACB0}"/>
                </a:ext>
              </a:extLst>
            </p:cNvPr>
            <p:cNvSpPr/>
            <p:nvPr/>
          </p:nvSpPr>
          <p:spPr>
            <a:xfrm>
              <a:off x="1248597" y="1714234"/>
              <a:ext cx="159534" cy="91528"/>
            </a:xfrm>
            <a:custGeom>
              <a:avLst/>
              <a:gdLst/>
              <a:ahLst/>
              <a:cxnLst/>
              <a:rect l="l" t="t" r="r" b="b"/>
              <a:pathLst>
                <a:path w="5806" h="3331" extrusionOk="0">
                  <a:moveTo>
                    <a:pt x="520" y="241"/>
                  </a:moveTo>
                  <a:cubicBezTo>
                    <a:pt x="568" y="241"/>
                    <a:pt x="618" y="248"/>
                    <a:pt x="669" y="261"/>
                  </a:cubicBezTo>
                  <a:lnTo>
                    <a:pt x="5258" y="2085"/>
                  </a:lnTo>
                  <a:cubicBezTo>
                    <a:pt x="5350" y="2115"/>
                    <a:pt x="5441" y="2176"/>
                    <a:pt x="5532" y="2237"/>
                  </a:cubicBezTo>
                  <a:lnTo>
                    <a:pt x="5593" y="2267"/>
                  </a:lnTo>
                  <a:lnTo>
                    <a:pt x="5593" y="2753"/>
                  </a:lnTo>
                  <a:cubicBezTo>
                    <a:pt x="5593" y="2936"/>
                    <a:pt x="5441" y="3088"/>
                    <a:pt x="5258" y="3088"/>
                  </a:cubicBezTo>
                  <a:lnTo>
                    <a:pt x="547" y="3088"/>
                  </a:lnTo>
                  <a:cubicBezTo>
                    <a:pt x="395" y="3088"/>
                    <a:pt x="243" y="2936"/>
                    <a:pt x="243" y="2753"/>
                  </a:cubicBezTo>
                  <a:lnTo>
                    <a:pt x="243" y="717"/>
                  </a:lnTo>
                  <a:cubicBezTo>
                    <a:pt x="243" y="565"/>
                    <a:pt x="274" y="413"/>
                    <a:pt x="334" y="291"/>
                  </a:cubicBezTo>
                  <a:cubicBezTo>
                    <a:pt x="388" y="256"/>
                    <a:pt x="452" y="241"/>
                    <a:pt x="520" y="241"/>
                  </a:cubicBezTo>
                  <a:close/>
                  <a:moveTo>
                    <a:pt x="540" y="1"/>
                  </a:moveTo>
                  <a:cubicBezTo>
                    <a:pt x="412" y="1"/>
                    <a:pt x="284" y="28"/>
                    <a:pt x="182" y="109"/>
                  </a:cubicBezTo>
                  <a:lnTo>
                    <a:pt x="152" y="109"/>
                  </a:lnTo>
                  <a:lnTo>
                    <a:pt x="152" y="139"/>
                  </a:lnTo>
                  <a:cubicBezTo>
                    <a:pt x="30" y="322"/>
                    <a:pt x="0" y="534"/>
                    <a:pt x="0" y="747"/>
                  </a:cubicBezTo>
                  <a:lnTo>
                    <a:pt x="0" y="2753"/>
                  </a:lnTo>
                  <a:cubicBezTo>
                    <a:pt x="0" y="3057"/>
                    <a:pt x="243" y="3331"/>
                    <a:pt x="547" y="3331"/>
                  </a:cubicBezTo>
                  <a:lnTo>
                    <a:pt x="5258" y="3331"/>
                  </a:lnTo>
                  <a:cubicBezTo>
                    <a:pt x="5562" y="3300"/>
                    <a:pt x="5806" y="3088"/>
                    <a:pt x="5806" y="2784"/>
                  </a:cubicBezTo>
                  <a:lnTo>
                    <a:pt x="5806" y="2206"/>
                  </a:lnTo>
                  <a:cubicBezTo>
                    <a:pt x="5806" y="2115"/>
                    <a:pt x="5714" y="2054"/>
                    <a:pt x="5623" y="2024"/>
                  </a:cubicBezTo>
                  <a:cubicBezTo>
                    <a:pt x="5562" y="1993"/>
                    <a:pt x="5441" y="1933"/>
                    <a:pt x="5319" y="1872"/>
                  </a:cubicBezTo>
                  <a:lnTo>
                    <a:pt x="729" y="18"/>
                  </a:lnTo>
                  <a:cubicBezTo>
                    <a:pt x="669" y="8"/>
                    <a:pt x="605" y="1"/>
                    <a:pt x="5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457;p52">
              <a:extLst>
                <a:ext uri="{FF2B5EF4-FFF2-40B4-BE49-F238E27FC236}">
                  <a16:creationId xmlns:a16="http://schemas.microsoft.com/office/drawing/2014/main" id="{A823F072-B411-36FB-1B3A-C077A84CA1A2}"/>
                </a:ext>
              </a:extLst>
            </p:cNvPr>
            <p:cNvSpPr/>
            <p:nvPr/>
          </p:nvSpPr>
          <p:spPr>
            <a:xfrm>
              <a:off x="1244420" y="1682690"/>
              <a:ext cx="168712" cy="97188"/>
            </a:xfrm>
            <a:custGeom>
              <a:avLst/>
              <a:gdLst/>
              <a:ahLst/>
              <a:cxnLst/>
              <a:rect l="l" t="t" r="r" b="b"/>
              <a:pathLst>
                <a:path w="6140" h="3537" extrusionOk="0">
                  <a:moveTo>
                    <a:pt x="1382" y="0"/>
                  </a:moveTo>
                  <a:cubicBezTo>
                    <a:pt x="1164" y="0"/>
                    <a:pt x="874" y="160"/>
                    <a:pt x="638" y="467"/>
                  </a:cubicBezTo>
                  <a:lnTo>
                    <a:pt x="0" y="1226"/>
                  </a:lnTo>
                  <a:lnTo>
                    <a:pt x="0" y="2746"/>
                  </a:lnTo>
                  <a:cubicBezTo>
                    <a:pt x="0" y="2959"/>
                    <a:pt x="30" y="3172"/>
                    <a:pt x="122" y="3354"/>
                  </a:cubicBezTo>
                  <a:cubicBezTo>
                    <a:pt x="122" y="3385"/>
                    <a:pt x="152" y="3415"/>
                    <a:pt x="182" y="3445"/>
                  </a:cubicBezTo>
                  <a:lnTo>
                    <a:pt x="243" y="3506"/>
                  </a:lnTo>
                  <a:cubicBezTo>
                    <a:pt x="304" y="3506"/>
                    <a:pt x="365" y="3537"/>
                    <a:pt x="426" y="3537"/>
                  </a:cubicBezTo>
                  <a:lnTo>
                    <a:pt x="5714" y="3537"/>
                  </a:lnTo>
                  <a:cubicBezTo>
                    <a:pt x="5775" y="3537"/>
                    <a:pt x="5836" y="3506"/>
                    <a:pt x="5866" y="3506"/>
                  </a:cubicBezTo>
                  <a:lnTo>
                    <a:pt x="5958" y="3445"/>
                  </a:lnTo>
                  <a:lnTo>
                    <a:pt x="6140" y="3445"/>
                  </a:lnTo>
                  <a:lnTo>
                    <a:pt x="6140" y="3415"/>
                  </a:lnTo>
                  <a:lnTo>
                    <a:pt x="5806" y="3141"/>
                  </a:lnTo>
                  <a:lnTo>
                    <a:pt x="1550" y="41"/>
                  </a:lnTo>
                  <a:cubicBezTo>
                    <a:pt x="1502" y="14"/>
                    <a:pt x="1445" y="0"/>
                    <a:pt x="13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458;p52">
              <a:extLst>
                <a:ext uri="{FF2B5EF4-FFF2-40B4-BE49-F238E27FC236}">
                  <a16:creationId xmlns:a16="http://schemas.microsoft.com/office/drawing/2014/main" id="{754D9266-C52E-6238-93CF-EC88116D0249}"/>
                </a:ext>
              </a:extLst>
            </p:cNvPr>
            <p:cNvSpPr/>
            <p:nvPr/>
          </p:nvSpPr>
          <p:spPr>
            <a:xfrm>
              <a:off x="1240244" y="1678019"/>
              <a:ext cx="177917" cy="105211"/>
            </a:xfrm>
            <a:custGeom>
              <a:avLst/>
              <a:gdLst/>
              <a:ahLst/>
              <a:cxnLst/>
              <a:rect l="l" t="t" r="r" b="b"/>
              <a:pathLst>
                <a:path w="6475" h="3829" extrusionOk="0">
                  <a:moveTo>
                    <a:pt x="1506" y="242"/>
                  </a:moveTo>
                  <a:cubicBezTo>
                    <a:pt x="1549" y="242"/>
                    <a:pt x="1585" y="252"/>
                    <a:pt x="1611" y="272"/>
                  </a:cubicBezTo>
                  <a:lnTo>
                    <a:pt x="5866" y="3372"/>
                  </a:lnTo>
                  <a:lnTo>
                    <a:pt x="6018" y="3494"/>
                  </a:lnTo>
                  <a:lnTo>
                    <a:pt x="5958" y="3524"/>
                  </a:lnTo>
                  <a:cubicBezTo>
                    <a:pt x="5927" y="3524"/>
                    <a:pt x="5897" y="3555"/>
                    <a:pt x="5836" y="3555"/>
                  </a:cubicBezTo>
                  <a:lnTo>
                    <a:pt x="578" y="3555"/>
                  </a:lnTo>
                  <a:cubicBezTo>
                    <a:pt x="547" y="3555"/>
                    <a:pt x="486" y="3524"/>
                    <a:pt x="456" y="3524"/>
                  </a:cubicBezTo>
                  <a:lnTo>
                    <a:pt x="426" y="3524"/>
                  </a:lnTo>
                  <a:cubicBezTo>
                    <a:pt x="395" y="3494"/>
                    <a:pt x="395" y="3494"/>
                    <a:pt x="395" y="3463"/>
                  </a:cubicBezTo>
                  <a:cubicBezTo>
                    <a:pt x="304" y="3281"/>
                    <a:pt x="274" y="3099"/>
                    <a:pt x="274" y="2886"/>
                  </a:cubicBezTo>
                  <a:lnTo>
                    <a:pt x="274" y="1396"/>
                  </a:lnTo>
                  <a:lnTo>
                    <a:pt x="851" y="637"/>
                  </a:lnTo>
                  <a:cubicBezTo>
                    <a:pt x="1090" y="374"/>
                    <a:pt x="1348" y="242"/>
                    <a:pt x="1506" y="242"/>
                  </a:cubicBezTo>
                  <a:close/>
                  <a:moveTo>
                    <a:pt x="6140" y="3615"/>
                  </a:moveTo>
                  <a:lnTo>
                    <a:pt x="6170" y="3707"/>
                  </a:lnTo>
                  <a:lnTo>
                    <a:pt x="6140" y="3676"/>
                  </a:lnTo>
                  <a:lnTo>
                    <a:pt x="6140" y="3615"/>
                  </a:lnTo>
                  <a:close/>
                  <a:moveTo>
                    <a:pt x="1508" y="1"/>
                  </a:moveTo>
                  <a:cubicBezTo>
                    <a:pt x="1256" y="1"/>
                    <a:pt x="931" y="187"/>
                    <a:pt x="669" y="515"/>
                  </a:cubicBezTo>
                  <a:lnTo>
                    <a:pt x="30" y="1305"/>
                  </a:lnTo>
                  <a:lnTo>
                    <a:pt x="30" y="2886"/>
                  </a:lnTo>
                  <a:cubicBezTo>
                    <a:pt x="0" y="3129"/>
                    <a:pt x="61" y="3372"/>
                    <a:pt x="152" y="3585"/>
                  </a:cubicBezTo>
                  <a:cubicBezTo>
                    <a:pt x="182" y="3646"/>
                    <a:pt x="213" y="3676"/>
                    <a:pt x="274" y="3707"/>
                  </a:cubicBezTo>
                  <a:cubicBezTo>
                    <a:pt x="304" y="3737"/>
                    <a:pt x="334" y="3767"/>
                    <a:pt x="365" y="3767"/>
                  </a:cubicBezTo>
                  <a:cubicBezTo>
                    <a:pt x="426" y="3798"/>
                    <a:pt x="517" y="3828"/>
                    <a:pt x="578" y="3828"/>
                  </a:cubicBezTo>
                  <a:lnTo>
                    <a:pt x="5836" y="3828"/>
                  </a:lnTo>
                  <a:cubicBezTo>
                    <a:pt x="5927" y="3828"/>
                    <a:pt x="5988" y="3798"/>
                    <a:pt x="6079" y="3767"/>
                  </a:cubicBezTo>
                  <a:cubicBezTo>
                    <a:pt x="6110" y="3767"/>
                    <a:pt x="6140" y="3737"/>
                    <a:pt x="6170" y="3737"/>
                  </a:cubicBezTo>
                  <a:lnTo>
                    <a:pt x="6231" y="3737"/>
                  </a:lnTo>
                  <a:cubicBezTo>
                    <a:pt x="6292" y="3737"/>
                    <a:pt x="6383" y="3676"/>
                    <a:pt x="6414" y="3615"/>
                  </a:cubicBezTo>
                  <a:lnTo>
                    <a:pt x="6474" y="3524"/>
                  </a:lnTo>
                  <a:lnTo>
                    <a:pt x="6383" y="3463"/>
                  </a:lnTo>
                  <a:lnTo>
                    <a:pt x="6018" y="3190"/>
                  </a:lnTo>
                  <a:lnTo>
                    <a:pt x="1763" y="89"/>
                  </a:lnTo>
                  <a:cubicBezTo>
                    <a:pt x="1695" y="30"/>
                    <a:pt x="1607" y="1"/>
                    <a:pt x="15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459;p52">
              <a:extLst>
                <a:ext uri="{FF2B5EF4-FFF2-40B4-BE49-F238E27FC236}">
                  <a16:creationId xmlns:a16="http://schemas.microsoft.com/office/drawing/2014/main" id="{9FAD8462-052B-0662-F17D-D6BCEE1AFC3D}"/>
                </a:ext>
              </a:extLst>
            </p:cNvPr>
            <p:cNvSpPr/>
            <p:nvPr/>
          </p:nvSpPr>
          <p:spPr>
            <a:xfrm>
              <a:off x="1251922" y="1831646"/>
              <a:ext cx="153709" cy="60148"/>
            </a:xfrm>
            <a:custGeom>
              <a:avLst/>
              <a:gdLst/>
              <a:ahLst/>
              <a:cxnLst/>
              <a:rect l="l" t="t" r="r" b="b"/>
              <a:pathLst>
                <a:path w="5594" h="2189" extrusionOk="0">
                  <a:moveTo>
                    <a:pt x="426" y="0"/>
                  </a:moveTo>
                  <a:cubicBezTo>
                    <a:pt x="183" y="0"/>
                    <a:pt x="1" y="182"/>
                    <a:pt x="1" y="456"/>
                  </a:cubicBezTo>
                  <a:lnTo>
                    <a:pt x="1" y="1733"/>
                  </a:lnTo>
                  <a:cubicBezTo>
                    <a:pt x="1" y="1976"/>
                    <a:pt x="183" y="2189"/>
                    <a:pt x="426" y="2189"/>
                  </a:cubicBezTo>
                  <a:lnTo>
                    <a:pt x="5137" y="2189"/>
                  </a:lnTo>
                  <a:cubicBezTo>
                    <a:pt x="5381" y="2189"/>
                    <a:pt x="5593" y="1976"/>
                    <a:pt x="5593" y="1733"/>
                  </a:cubicBezTo>
                  <a:lnTo>
                    <a:pt x="5593" y="456"/>
                  </a:lnTo>
                  <a:cubicBezTo>
                    <a:pt x="5593" y="182"/>
                    <a:pt x="5381" y="0"/>
                    <a:pt x="51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460;p52">
              <a:extLst>
                <a:ext uri="{FF2B5EF4-FFF2-40B4-BE49-F238E27FC236}">
                  <a16:creationId xmlns:a16="http://schemas.microsoft.com/office/drawing/2014/main" id="{E56C675D-0E3C-7BFA-C553-45E6917DAD0E}"/>
                </a:ext>
              </a:extLst>
            </p:cNvPr>
            <p:cNvSpPr/>
            <p:nvPr/>
          </p:nvSpPr>
          <p:spPr>
            <a:xfrm>
              <a:off x="1248597" y="1828294"/>
              <a:ext cx="160359" cy="66853"/>
            </a:xfrm>
            <a:custGeom>
              <a:avLst/>
              <a:gdLst/>
              <a:ahLst/>
              <a:cxnLst/>
              <a:rect l="l" t="t" r="r" b="b"/>
              <a:pathLst>
                <a:path w="5836" h="2433" extrusionOk="0">
                  <a:moveTo>
                    <a:pt x="5258" y="244"/>
                  </a:moveTo>
                  <a:cubicBezTo>
                    <a:pt x="5441" y="244"/>
                    <a:pt x="5593" y="396"/>
                    <a:pt x="5593" y="578"/>
                  </a:cubicBezTo>
                  <a:lnTo>
                    <a:pt x="5593" y="1855"/>
                  </a:lnTo>
                  <a:cubicBezTo>
                    <a:pt x="5593" y="2037"/>
                    <a:pt x="5441" y="2189"/>
                    <a:pt x="5258" y="2189"/>
                  </a:cubicBezTo>
                  <a:lnTo>
                    <a:pt x="547" y="2189"/>
                  </a:lnTo>
                  <a:cubicBezTo>
                    <a:pt x="395" y="2189"/>
                    <a:pt x="243" y="2037"/>
                    <a:pt x="243" y="1855"/>
                  </a:cubicBezTo>
                  <a:lnTo>
                    <a:pt x="243" y="578"/>
                  </a:lnTo>
                  <a:cubicBezTo>
                    <a:pt x="243" y="396"/>
                    <a:pt x="395" y="244"/>
                    <a:pt x="547" y="244"/>
                  </a:cubicBezTo>
                  <a:close/>
                  <a:moveTo>
                    <a:pt x="547" y="0"/>
                  </a:moveTo>
                  <a:cubicBezTo>
                    <a:pt x="243" y="0"/>
                    <a:pt x="0" y="244"/>
                    <a:pt x="0" y="578"/>
                  </a:cubicBezTo>
                  <a:lnTo>
                    <a:pt x="0" y="1855"/>
                  </a:lnTo>
                  <a:cubicBezTo>
                    <a:pt x="0" y="2159"/>
                    <a:pt x="243" y="2432"/>
                    <a:pt x="547" y="2432"/>
                  </a:cubicBezTo>
                  <a:lnTo>
                    <a:pt x="5258" y="2432"/>
                  </a:lnTo>
                  <a:cubicBezTo>
                    <a:pt x="5593" y="2432"/>
                    <a:pt x="5836" y="2159"/>
                    <a:pt x="5836" y="1855"/>
                  </a:cubicBezTo>
                  <a:lnTo>
                    <a:pt x="5836" y="578"/>
                  </a:lnTo>
                  <a:cubicBezTo>
                    <a:pt x="5836" y="244"/>
                    <a:pt x="5593" y="0"/>
                    <a:pt x="525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461;p52">
              <a:extLst>
                <a:ext uri="{FF2B5EF4-FFF2-40B4-BE49-F238E27FC236}">
                  <a16:creationId xmlns:a16="http://schemas.microsoft.com/office/drawing/2014/main" id="{C8CC3A02-208F-9DEF-A3EB-6BB01AB16C44}"/>
                </a:ext>
              </a:extLst>
            </p:cNvPr>
            <p:cNvSpPr/>
            <p:nvPr/>
          </p:nvSpPr>
          <p:spPr>
            <a:xfrm>
              <a:off x="1244420" y="1809087"/>
              <a:ext cx="168712" cy="60148"/>
            </a:xfrm>
            <a:custGeom>
              <a:avLst/>
              <a:gdLst/>
              <a:ahLst/>
              <a:cxnLst/>
              <a:rect l="l" t="t" r="r" b="b"/>
              <a:pathLst>
                <a:path w="6140" h="2189" extrusionOk="0">
                  <a:moveTo>
                    <a:pt x="426" y="0"/>
                  </a:moveTo>
                  <a:cubicBezTo>
                    <a:pt x="182" y="0"/>
                    <a:pt x="0" y="213"/>
                    <a:pt x="0" y="456"/>
                  </a:cubicBezTo>
                  <a:lnTo>
                    <a:pt x="0" y="1733"/>
                  </a:lnTo>
                  <a:cubicBezTo>
                    <a:pt x="0" y="1976"/>
                    <a:pt x="182" y="2189"/>
                    <a:pt x="426" y="2189"/>
                  </a:cubicBezTo>
                  <a:lnTo>
                    <a:pt x="5684" y="2189"/>
                  </a:lnTo>
                  <a:cubicBezTo>
                    <a:pt x="5927" y="2189"/>
                    <a:pt x="6140" y="1976"/>
                    <a:pt x="6140" y="1733"/>
                  </a:cubicBezTo>
                  <a:lnTo>
                    <a:pt x="6140" y="456"/>
                  </a:lnTo>
                  <a:cubicBezTo>
                    <a:pt x="6140" y="213"/>
                    <a:pt x="5927" y="0"/>
                    <a:pt x="56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462;p52">
              <a:extLst>
                <a:ext uri="{FF2B5EF4-FFF2-40B4-BE49-F238E27FC236}">
                  <a16:creationId xmlns:a16="http://schemas.microsoft.com/office/drawing/2014/main" id="{4B47ED8E-FA07-6E27-46E1-D58D2482E75B}"/>
                </a:ext>
              </a:extLst>
            </p:cNvPr>
            <p:cNvSpPr/>
            <p:nvPr/>
          </p:nvSpPr>
          <p:spPr>
            <a:xfrm>
              <a:off x="1240244" y="1805735"/>
              <a:ext cx="176241" cy="66853"/>
            </a:xfrm>
            <a:custGeom>
              <a:avLst/>
              <a:gdLst/>
              <a:ahLst/>
              <a:cxnLst/>
              <a:rect l="l" t="t" r="r" b="b"/>
              <a:pathLst>
                <a:path w="6414" h="2433" extrusionOk="0">
                  <a:moveTo>
                    <a:pt x="5836" y="244"/>
                  </a:moveTo>
                  <a:cubicBezTo>
                    <a:pt x="6018" y="244"/>
                    <a:pt x="6170" y="396"/>
                    <a:pt x="6170" y="578"/>
                  </a:cubicBezTo>
                  <a:lnTo>
                    <a:pt x="6170" y="1855"/>
                  </a:lnTo>
                  <a:cubicBezTo>
                    <a:pt x="6170" y="2037"/>
                    <a:pt x="6018" y="2189"/>
                    <a:pt x="5836" y="2189"/>
                  </a:cubicBezTo>
                  <a:lnTo>
                    <a:pt x="578" y="2189"/>
                  </a:lnTo>
                  <a:cubicBezTo>
                    <a:pt x="395" y="2189"/>
                    <a:pt x="274" y="2037"/>
                    <a:pt x="274" y="1855"/>
                  </a:cubicBezTo>
                  <a:lnTo>
                    <a:pt x="274" y="578"/>
                  </a:lnTo>
                  <a:cubicBezTo>
                    <a:pt x="274" y="396"/>
                    <a:pt x="395" y="244"/>
                    <a:pt x="578" y="244"/>
                  </a:cubicBezTo>
                  <a:close/>
                  <a:moveTo>
                    <a:pt x="578" y="1"/>
                  </a:moveTo>
                  <a:cubicBezTo>
                    <a:pt x="274" y="1"/>
                    <a:pt x="0" y="244"/>
                    <a:pt x="30" y="578"/>
                  </a:cubicBezTo>
                  <a:lnTo>
                    <a:pt x="30" y="1855"/>
                  </a:lnTo>
                  <a:cubicBezTo>
                    <a:pt x="0" y="2159"/>
                    <a:pt x="274" y="2432"/>
                    <a:pt x="578" y="2432"/>
                  </a:cubicBezTo>
                  <a:lnTo>
                    <a:pt x="5836" y="2432"/>
                  </a:lnTo>
                  <a:cubicBezTo>
                    <a:pt x="6170" y="2432"/>
                    <a:pt x="6414" y="2159"/>
                    <a:pt x="6414" y="1855"/>
                  </a:cubicBezTo>
                  <a:lnTo>
                    <a:pt x="6414" y="578"/>
                  </a:lnTo>
                  <a:cubicBezTo>
                    <a:pt x="6414" y="244"/>
                    <a:pt x="6170" y="1"/>
                    <a:pt x="58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463;p52">
              <a:extLst>
                <a:ext uri="{FF2B5EF4-FFF2-40B4-BE49-F238E27FC236}">
                  <a16:creationId xmlns:a16="http://schemas.microsoft.com/office/drawing/2014/main" id="{695DE909-3B0F-8EFC-76F3-8E57D6CC170B}"/>
                </a:ext>
              </a:extLst>
            </p:cNvPr>
            <p:cNvSpPr/>
            <p:nvPr/>
          </p:nvSpPr>
          <p:spPr>
            <a:xfrm>
              <a:off x="1251922" y="1921003"/>
              <a:ext cx="153709" cy="60148"/>
            </a:xfrm>
            <a:custGeom>
              <a:avLst/>
              <a:gdLst/>
              <a:ahLst/>
              <a:cxnLst/>
              <a:rect l="l" t="t" r="r" b="b"/>
              <a:pathLst>
                <a:path w="5594" h="2189" extrusionOk="0">
                  <a:moveTo>
                    <a:pt x="426" y="0"/>
                  </a:moveTo>
                  <a:cubicBezTo>
                    <a:pt x="183" y="0"/>
                    <a:pt x="1" y="183"/>
                    <a:pt x="1" y="426"/>
                  </a:cubicBezTo>
                  <a:lnTo>
                    <a:pt x="1" y="1733"/>
                  </a:lnTo>
                  <a:cubicBezTo>
                    <a:pt x="1" y="1976"/>
                    <a:pt x="183" y="2189"/>
                    <a:pt x="426" y="2189"/>
                  </a:cubicBezTo>
                  <a:lnTo>
                    <a:pt x="5137" y="2189"/>
                  </a:lnTo>
                  <a:cubicBezTo>
                    <a:pt x="5411" y="2189"/>
                    <a:pt x="5593" y="1976"/>
                    <a:pt x="5593" y="1733"/>
                  </a:cubicBezTo>
                  <a:lnTo>
                    <a:pt x="5593" y="426"/>
                  </a:lnTo>
                  <a:cubicBezTo>
                    <a:pt x="5593" y="183"/>
                    <a:pt x="5381" y="0"/>
                    <a:pt x="51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464;p52">
              <a:extLst>
                <a:ext uri="{FF2B5EF4-FFF2-40B4-BE49-F238E27FC236}">
                  <a16:creationId xmlns:a16="http://schemas.microsoft.com/office/drawing/2014/main" id="{28FBCBA7-B4B3-18B2-21FC-0AD902AEF908}"/>
                </a:ext>
              </a:extLst>
            </p:cNvPr>
            <p:cNvSpPr/>
            <p:nvPr/>
          </p:nvSpPr>
          <p:spPr>
            <a:xfrm>
              <a:off x="1248597" y="1917650"/>
              <a:ext cx="160359" cy="66853"/>
            </a:xfrm>
            <a:custGeom>
              <a:avLst/>
              <a:gdLst/>
              <a:ahLst/>
              <a:cxnLst/>
              <a:rect l="l" t="t" r="r" b="b"/>
              <a:pathLst>
                <a:path w="5836" h="2433" extrusionOk="0">
                  <a:moveTo>
                    <a:pt x="5258" y="244"/>
                  </a:moveTo>
                  <a:cubicBezTo>
                    <a:pt x="5441" y="244"/>
                    <a:pt x="5593" y="366"/>
                    <a:pt x="5593" y="548"/>
                  </a:cubicBezTo>
                  <a:lnTo>
                    <a:pt x="5593" y="1855"/>
                  </a:lnTo>
                  <a:cubicBezTo>
                    <a:pt x="5593" y="2037"/>
                    <a:pt x="5441" y="2159"/>
                    <a:pt x="5258" y="2159"/>
                  </a:cubicBezTo>
                  <a:lnTo>
                    <a:pt x="547" y="2159"/>
                  </a:lnTo>
                  <a:cubicBezTo>
                    <a:pt x="395" y="2159"/>
                    <a:pt x="243" y="2037"/>
                    <a:pt x="243" y="1855"/>
                  </a:cubicBezTo>
                  <a:lnTo>
                    <a:pt x="243" y="548"/>
                  </a:lnTo>
                  <a:cubicBezTo>
                    <a:pt x="243" y="366"/>
                    <a:pt x="395" y="244"/>
                    <a:pt x="547" y="244"/>
                  </a:cubicBezTo>
                  <a:close/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lnTo>
                    <a:pt x="0" y="1855"/>
                  </a:lnTo>
                  <a:cubicBezTo>
                    <a:pt x="0" y="2159"/>
                    <a:pt x="243" y="2402"/>
                    <a:pt x="547" y="2432"/>
                  </a:cubicBezTo>
                  <a:lnTo>
                    <a:pt x="5258" y="2432"/>
                  </a:lnTo>
                  <a:cubicBezTo>
                    <a:pt x="5593" y="2402"/>
                    <a:pt x="5836" y="2159"/>
                    <a:pt x="5836" y="1855"/>
                  </a:cubicBezTo>
                  <a:lnTo>
                    <a:pt x="5836" y="548"/>
                  </a:lnTo>
                  <a:cubicBezTo>
                    <a:pt x="5836" y="244"/>
                    <a:pt x="5593" y="1"/>
                    <a:pt x="52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465;p52">
              <a:extLst>
                <a:ext uri="{FF2B5EF4-FFF2-40B4-BE49-F238E27FC236}">
                  <a16:creationId xmlns:a16="http://schemas.microsoft.com/office/drawing/2014/main" id="{FE4D3480-B4B3-D09D-61DE-229553A7B5AF}"/>
                </a:ext>
              </a:extLst>
            </p:cNvPr>
            <p:cNvSpPr/>
            <p:nvPr/>
          </p:nvSpPr>
          <p:spPr>
            <a:xfrm>
              <a:off x="1244420" y="1898444"/>
              <a:ext cx="168712" cy="60176"/>
            </a:xfrm>
            <a:custGeom>
              <a:avLst/>
              <a:gdLst/>
              <a:ahLst/>
              <a:cxnLst/>
              <a:rect l="l" t="t" r="r" b="b"/>
              <a:pathLst>
                <a:path w="6140" h="2190" extrusionOk="0">
                  <a:moveTo>
                    <a:pt x="426" y="1"/>
                  </a:moveTo>
                  <a:cubicBezTo>
                    <a:pt x="182" y="1"/>
                    <a:pt x="0" y="213"/>
                    <a:pt x="0" y="426"/>
                  </a:cubicBezTo>
                  <a:lnTo>
                    <a:pt x="0" y="1733"/>
                  </a:lnTo>
                  <a:cubicBezTo>
                    <a:pt x="0" y="1976"/>
                    <a:pt x="182" y="2159"/>
                    <a:pt x="426" y="2189"/>
                  </a:cubicBezTo>
                  <a:lnTo>
                    <a:pt x="5684" y="2189"/>
                  </a:lnTo>
                  <a:cubicBezTo>
                    <a:pt x="5927" y="2189"/>
                    <a:pt x="6140" y="1976"/>
                    <a:pt x="6140" y="1733"/>
                  </a:cubicBezTo>
                  <a:lnTo>
                    <a:pt x="6140" y="426"/>
                  </a:lnTo>
                  <a:cubicBezTo>
                    <a:pt x="6140" y="213"/>
                    <a:pt x="5927" y="1"/>
                    <a:pt x="5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466;p52">
              <a:extLst>
                <a:ext uri="{FF2B5EF4-FFF2-40B4-BE49-F238E27FC236}">
                  <a16:creationId xmlns:a16="http://schemas.microsoft.com/office/drawing/2014/main" id="{8422C10B-E046-B453-09CE-0AA60D4A8C62}"/>
                </a:ext>
              </a:extLst>
            </p:cNvPr>
            <p:cNvSpPr/>
            <p:nvPr/>
          </p:nvSpPr>
          <p:spPr>
            <a:xfrm>
              <a:off x="1240244" y="1895119"/>
              <a:ext cx="176241" cy="66825"/>
            </a:xfrm>
            <a:custGeom>
              <a:avLst/>
              <a:gdLst/>
              <a:ahLst/>
              <a:cxnLst/>
              <a:rect l="l" t="t" r="r" b="b"/>
              <a:pathLst>
                <a:path w="6414" h="2432" extrusionOk="0">
                  <a:moveTo>
                    <a:pt x="5836" y="243"/>
                  </a:moveTo>
                  <a:cubicBezTo>
                    <a:pt x="6018" y="243"/>
                    <a:pt x="6170" y="395"/>
                    <a:pt x="6170" y="547"/>
                  </a:cubicBezTo>
                  <a:lnTo>
                    <a:pt x="6170" y="1854"/>
                  </a:lnTo>
                  <a:cubicBezTo>
                    <a:pt x="6170" y="2037"/>
                    <a:pt x="6018" y="2158"/>
                    <a:pt x="5836" y="2189"/>
                  </a:cubicBezTo>
                  <a:lnTo>
                    <a:pt x="578" y="2189"/>
                  </a:lnTo>
                  <a:cubicBezTo>
                    <a:pt x="395" y="2158"/>
                    <a:pt x="274" y="2037"/>
                    <a:pt x="274" y="1854"/>
                  </a:cubicBezTo>
                  <a:lnTo>
                    <a:pt x="274" y="547"/>
                  </a:lnTo>
                  <a:cubicBezTo>
                    <a:pt x="274" y="395"/>
                    <a:pt x="395" y="243"/>
                    <a:pt x="578" y="243"/>
                  </a:cubicBezTo>
                  <a:close/>
                  <a:moveTo>
                    <a:pt x="578" y="0"/>
                  </a:moveTo>
                  <a:cubicBezTo>
                    <a:pt x="274" y="0"/>
                    <a:pt x="0" y="243"/>
                    <a:pt x="30" y="547"/>
                  </a:cubicBezTo>
                  <a:lnTo>
                    <a:pt x="30" y="1854"/>
                  </a:lnTo>
                  <a:cubicBezTo>
                    <a:pt x="0" y="2158"/>
                    <a:pt x="274" y="2432"/>
                    <a:pt x="578" y="2432"/>
                  </a:cubicBezTo>
                  <a:lnTo>
                    <a:pt x="5836" y="2432"/>
                  </a:lnTo>
                  <a:cubicBezTo>
                    <a:pt x="6170" y="2432"/>
                    <a:pt x="6414" y="2158"/>
                    <a:pt x="6414" y="1854"/>
                  </a:cubicBezTo>
                  <a:lnTo>
                    <a:pt x="6414" y="547"/>
                  </a:lnTo>
                  <a:cubicBezTo>
                    <a:pt x="6414" y="243"/>
                    <a:pt x="6170" y="0"/>
                    <a:pt x="58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467;p52">
              <a:extLst>
                <a:ext uri="{FF2B5EF4-FFF2-40B4-BE49-F238E27FC236}">
                  <a16:creationId xmlns:a16="http://schemas.microsoft.com/office/drawing/2014/main" id="{A821D9AD-116A-4B60-439A-E88F80D870A7}"/>
                </a:ext>
              </a:extLst>
            </p:cNvPr>
            <p:cNvSpPr/>
            <p:nvPr/>
          </p:nvSpPr>
          <p:spPr>
            <a:xfrm>
              <a:off x="1251922" y="2010277"/>
              <a:ext cx="153709" cy="59406"/>
            </a:xfrm>
            <a:custGeom>
              <a:avLst/>
              <a:gdLst/>
              <a:ahLst/>
              <a:cxnLst/>
              <a:rect l="l" t="t" r="r" b="b"/>
              <a:pathLst>
                <a:path w="5594" h="2162" extrusionOk="0">
                  <a:moveTo>
                    <a:pt x="380" y="1"/>
                  </a:moveTo>
                  <a:cubicBezTo>
                    <a:pt x="160" y="1"/>
                    <a:pt x="1" y="202"/>
                    <a:pt x="1" y="429"/>
                  </a:cubicBezTo>
                  <a:lnTo>
                    <a:pt x="1" y="1736"/>
                  </a:lnTo>
                  <a:cubicBezTo>
                    <a:pt x="1" y="1979"/>
                    <a:pt x="183" y="2162"/>
                    <a:pt x="426" y="2162"/>
                  </a:cubicBezTo>
                  <a:lnTo>
                    <a:pt x="5137" y="2162"/>
                  </a:lnTo>
                  <a:cubicBezTo>
                    <a:pt x="5381" y="2162"/>
                    <a:pt x="5593" y="1979"/>
                    <a:pt x="5593" y="1736"/>
                  </a:cubicBezTo>
                  <a:lnTo>
                    <a:pt x="5593" y="429"/>
                  </a:lnTo>
                  <a:cubicBezTo>
                    <a:pt x="5593" y="202"/>
                    <a:pt x="5407" y="1"/>
                    <a:pt x="5184" y="1"/>
                  </a:cubicBezTo>
                  <a:cubicBezTo>
                    <a:pt x="5169" y="1"/>
                    <a:pt x="5153" y="2"/>
                    <a:pt x="5137" y="4"/>
                  </a:cubicBezTo>
                  <a:lnTo>
                    <a:pt x="426" y="4"/>
                  </a:lnTo>
                  <a:cubicBezTo>
                    <a:pt x="410" y="2"/>
                    <a:pt x="395" y="1"/>
                    <a:pt x="3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468;p52">
              <a:extLst>
                <a:ext uri="{FF2B5EF4-FFF2-40B4-BE49-F238E27FC236}">
                  <a16:creationId xmlns:a16="http://schemas.microsoft.com/office/drawing/2014/main" id="{F1239116-F62A-CBC7-F35B-98E117FAEE14}"/>
                </a:ext>
              </a:extLst>
            </p:cNvPr>
            <p:cNvSpPr/>
            <p:nvPr/>
          </p:nvSpPr>
          <p:spPr>
            <a:xfrm>
              <a:off x="1248597" y="2007035"/>
              <a:ext cx="160359" cy="66001"/>
            </a:xfrm>
            <a:custGeom>
              <a:avLst/>
              <a:gdLst/>
              <a:ahLst/>
              <a:cxnLst/>
              <a:rect l="l" t="t" r="r" b="b"/>
              <a:pathLst>
                <a:path w="5836" h="2402" extrusionOk="0">
                  <a:moveTo>
                    <a:pt x="5258" y="243"/>
                  </a:moveTo>
                  <a:cubicBezTo>
                    <a:pt x="5441" y="243"/>
                    <a:pt x="5593" y="365"/>
                    <a:pt x="5593" y="547"/>
                  </a:cubicBezTo>
                  <a:lnTo>
                    <a:pt x="5593" y="1854"/>
                  </a:lnTo>
                  <a:cubicBezTo>
                    <a:pt x="5593" y="2006"/>
                    <a:pt x="5441" y="2158"/>
                    <a:pt x="5258" y="2158"/>
                  </a:cubicBezTo>
                  <a:lnTo>
                    <a:pt x="547" y="2158"/>
                  </a:lnTo>
                  <a:cubicBezTo>
                    <a:pt x="395" y="2158"/>
                    <a:pt x="243" y="2006"/>
                    <a:pt x="243" y="1854"/>
                  </a:cubicBezTo>
                  <a:lnTo>
                    <a:pt x="243" y="547"/>
                  </a:lnTo>
                  <a:cubicBezTo>
                    <a:pt x="243" y="365"/>
                    <a:pt x="395" y="243"/>
                    <a:pt x="547" y="243"/>
                  </a:cubicBezTo>
                  <a:close/>
                  <a:moveTo>
                    <a:pt x="547" y="0"/>
                  </a:moveTo>
                  <a:cubicBezTo>
                    <a:pt x="243" y="0"/>
                    <a:pt x="0" y="243"/>
                    <a:pt x="0" y="547"/>
                  </a:cubicBezTo>
                  <a:lnTo>
                    <a:pt x="0" y="1854"/>
                  </a:lnTo>
                  <a:cubicBezTo>
                    <a:pt x="0" y="2158"/>
                    <a:pt x="243" y="2401"/>
                    <a:pt x="547" y="2401"/>
                  </a:cubicBezTo>
                  <a:lnTo>
                    <a:pt x="5258" y="2401"/>
                  </a:lnTo>
                  <a:cubicBezTo>
                    <a:pt x="5593" y="2401"/>
                    <a:pt x="5836" y="2158"/>
                    <a:pt x="5836" y="1854"/>
                  </a:cubicBezTo>
                  <a:lnTo>
                    <a:pt x="5836" y="547"/>
                  </a:lnTo>
                  <a:cubicBezTo>
                    <a:pt x="5836" y="243"/>
                    <a:pt x="5593" y="0"/>
                    <a:pt x="525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469;p52">
              <a:extLst>
                <a:ext uri="{FF2B5EF4-FFF2-40B4-BE49-F238E27FC236}">
                  <a16:creationId xmlns:a16="http://schemas.microsoft.com/office/drawing/2014/main" id="{CDD83311-BA90-67B7-37C0-68DED27807EE}"/>
                </a:ext>
              </a:extLst>
            </p:cNvPr>
            <p:cNvSpPr/>
            <p:nvPr/>
          </p:nvSpPr>
          <p:spPr>
            <a:xfrm>
              <a:off x="1244420" y="1987800"/>
              <a:ext cx="168712" cy="59351"/>
            </a:xfrm>
            <a:custGeom>
              <a:avLst/>
              <a:gdLst/>
              <a:ahLst/>
              <a:cxnLst/>
              <a:rect l="l" t="t" r="r" b="b"/>
              <a:pathLst>
                <a:path w="6140" h="2160" extrusionOk="0">
                  <a:moveTo>
                    <a:pt x="426" y="1"/>
                  </a:moveTo>
                  <a:cubicBezTo>
                    <a:pt x="182" y="1"/>
                    <a:pt x="0" y="183"/>
                    <a:pt x="0" y="427"/>
                  </a:cubicBezTo>
                  <a:lnTo>
                    <a:pt x="0" y="1734"/>
                  </a:lnTo>
                  <a:cubicBezTo>
                    <a:pt x="0" y="1977"/>
                    <a:pt x="182" y="2159"/>
                    <a:pt x="426" y="2159"/>
                  </a:cubicBezTo>
                  <a:lnTo>
                    <a:pt x="5684" y="2159"/>
                  </a:lnTo>
                  <a:cubicBezTo>
                    <a:pt x="5927" y="2159"/>
                    <a:pt x="6140" y="1977"/>
                    <a:pt x="6140" y="1734"/>
                  </a:cubicBezTo>
                  <a:lnTo>
                    <a:pt x="6140" y="427"/>
                  </a:lnTo>
                  <a:cubicBezTo>
                    <a:pt x="6140" y="183"/>
                    <a:pt x="5927" y="1"/>
                    <a:pt x="5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470;p52">
              <a:extLst>
                <a:ext uri="{FF2B5EF4-FFF2-40B4-BE49-F238E27FC236}">
                  <a16:creationId xmlns:a16="http://schemas.microsoft.com/office/drawing/2014/main" id="{8D1F92D3-D0DC-3E08-675B-D7F39EB9F53D}"/>
                </a:ext>
              </a:extLst>
            </p:cNvPr>
            <p:cNvSpPr/>
            <p:nvPr/>
          </p:nvSpPr>
          <p:spPr>
            <a:xfrm>
              <a:off x="1240244" y="1984476"/>
              <a:ext cx="176241" cy="66853"/>
            </a:xfrm>
            <a:custGeom>
              <a:avLst/>
              <a:gdLst/>
              <a:ahLst/>
              <a:cxnLst/>
              <a:rect l="l" t="t" r="r" b="b"/>
              <a:pathLst>
                <a:path w="6414" h="2433" extrusionOk="0">
                  <a:moveTo>
                    <a:pt x="5836" y="213"/>
                  </a:moveTo>
                  <a:cubicBezTo>
                    <a:pt x="6018" y="213"/>
                    <a:pt x="6170" y="365"/>
                    <a:pt x="6170" y="548"/>
                  </a:cubicBezTo>
                  <a:lnTo>
                    <a:pt x="6170" y="1824"/>
                  </a:lnTo>
                  <a:cubicBezTo>
                    <a:pt x="6170" y="2007"/>
                    <a:pt x="6018" y="2159"/>
                    <a:pt x="5836" y="2159"/>
                  </a:cubicBezTo>
                  <a:lnTo>
                    <a:pt x="578" y="2159"/>
                  </a:lnTo>
                  <a:cubicBezTo>
                    <a:pt x="395" y="2159"/>
                    <a:pt x="274" y="2007"/>
                    <a:pt x="274" y="1855"/>
                  </a:cubicBezTo>
                  <a:lnTo>
                    <a:pt x="274" y="548"/>
                  </a:lnTo>
                  <a:cubicBezTo>
                    <a:pt x="274" y="365"/>
                    <a:pt x="395" y="244"/>
                    <a:pt x="578" y="244"/>
                  </a:cubicBezTo>
                  <a:lnTo>
                    <a:pt x="5836" y="213"/>
                  </a:lnTo>
                  <a:close/>
                  <a:moveTo>
                    <a:pt x="578" y="0"/>
                  </a:moveTo>
                  <a:cubicBezTo>
                    <a:pt x="274" y="0"/>
                    <a:pt x="0" y="244"/>
                    <a:pt x="30" y="548"/>
                  </a:cubicBezTo>
                  <a:lnTo>
                    <a:pt x="30" y="1855"/>
                  </a:lnTo>
                  <a:cubicBezTo>
                    <a:pt x="0" y="2159"/>
                    <a:pt x="274" y="2402"/>
                    <a:pt x="578" y="2432"/>
                  </a:cubicBezTo>
                  <a:lnTo>
                    <a:pt x="5836" y="2432"/>
                  </a:lnTo>
                  <a:cubicBezTo>
                    <a:pt x="6170" y="2402"/>
                    <a:pt x="6414" y="2159"/>
                    <a:pt x="6414" y="1855"/>
                  </a:cubicBezTo>
                  <a:lnTo>
                    <a:pt x="6414" y="548"/>
                  </a:lnTo>
                  <a:cubicBezTo>
                    <a:pt x="6414" y="244"/>
                    <a:pt x="6170" y="0"/>
                    <a:pt x="58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471;p52">
              <a:extLst>
                <a:ext uri="{FF2B5EF4-FFF2-40B4-BE49-F238E27FC236}">
                  <a16:creationId xmlns:a16="http://schemas.microsoft.com/office/drawing/2014/main" id="{62986C46-17A3-0A74-D200-B08D4CC29C09}"/>
                </a:ext>
              </a:extLst>
            </p:cNvPr>
            <p:cNvSpPr/>
            <p:nvPr/>
          </p:nvSpPr>
          <p:spPr>
            <a:xfrm>
              <a:off x="1251922" y="2098892"/>
              <a:ext cx="153709" cy="60176"/>
            </a:xfrm>
            <a:custGeom>
              <a:avLst/>
              <a:gdLst/>
              <a:ahLst/>
              <a:cxnLst/>
              <a:rect l="l" t="t" r="r" b="b"/>
              <a:pathLst>
                <a:path w="5594" h="2190" extrusionOk="0">
                  <a:moveTo>
                    <a:pt x="426" y="1"/>
                  </a:moveTo>
                  <a:cubicBezTo>
                    <a:pt x="183" y="1"/>
                    <a:pt x="1" y="213"/>
                    <a:pt x="1" y="457"/>
                  </a:cubicBezTo>
                  <a:lnTo>
                    <a:pt x="1" y="1764"/>
                  </a:lnTo>
                  <a:cubicBezTo>
                    <a:pt x="1" y="2007"/>
                    <a:pt x="183" y="2189"/>
                    <a:pt x="426" y="2189"/>
                  </a:cubicBezTo>
                  <a:lnTo>
                    <a:pt x="5137" y="2189"/>
                  </a:lnTo>
                  <a:cubicBezTo>
                    <a:pt x="5381" y="2189"/>
                    <a:pt x="5593" y="2007"/>
                    <a:pt x="5593" y="1764"/>
                  </a:cubicBezTo>
                  <a:lnTo>
                    <a:pt x="5593" y="457"/>
                  </a:lnTo>
                  <a:cubicBezTo>
                    <a:pt x="5593" y="213"/>
                    <a:pt x="5381" y="1"/>
                    <a:pt x="51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472;p52">
              <a:extLst>
                <a:ext uri="{FF2B5EF4-FFF2-40B4-BE49-F238E27FC236}">
                  <a16:creationId xmlns:a16="http://schemas.microsoft.com/office/drawing/2014/main" id="{3990B0B8-E511-A1F5-E7CA-922D68CB96B3}"/>
                </a:ext>
              </a:extLst>
            </p:cNvPr>
            <p:cNvSpPr/>
            <p:nvPr/>
          </p:nvSpPr>
          <p:spPr>
            <a:xfrm>
              <a:off x="1248597" y="2096392"/>
              <a:ext cx="160359" cy="66001"/>
            </a:xfrm>
            <a:custGeom>
              <a:avLst/>
              <a:gdLst/>
              <a:ahLst/>
              <a:cxnLst/>
              <a:rect l="l" t="t" r="r" b="b"/>
              <a:pathLst>
                <a:path w="5836" h="2402" extrusionOk="0">
                  <a:moveTo>
                    <a:pt x="5258" y="213"/>
                  </a:moveTo>
                  <a:cubicBezTo>
                    <a:pt x="5441" y="213"/>
                    <a:pt x="5593" y="365"/>
                    <a:pt x="5593" y="548"/>
                  </a:cubicBezTo>
                  <a:lnTo>
                    <a:pt x="5593" y="1855"/>
                  </a:lnTo>
                  <a:cubicBezTo>
                    <a:pt x="5593" y="2007"/>
                    <a:pt x="5441" y="2159"/>
                    <a:pt x="5258" y="2159"/>
                  </a:cubicBezTo>
                  <a:lnTo>
                    <a:pt x="547" y="2159"/>
                  </a:lnTo>
                  <a:cubicBezTo>
                    <a:pt x="395" y="2159"/>
                    <a:pt x="243" y="2007"/>
                    <a:pt x="243" y="1855"/>
                  </a:cubicBezTo>
                  <a:lnTo>
                    <a:pt x="243" y="548"/>
                  </a:lnTo>
                  <a:cubicBezTo>
                    <a:pt x="243" y="365"/>
                    <a:pt x="395" y="213"/>
                    <a:pt x="547" y="213"/>
                  </a:cubicBezTo>
                  <a:close/>
                  <a:moveTo>
                    <a:pt x="547" y="0"/>
                  </a:moveTo>
                  <a:cubicBezTo>
                    <a:pt x="243" y="0"/>
                    <a:pt x="0" y="244"/>
                    <a:pt x="0" y="548"/>
                  </a:cubicBezTo>
                  <a:lnTo>
                    <a:pt x="0" y="1855"/>
                  </a:lnTo>
                  <a:cubicBezTo>
                    <a:pt x="0" y="2159"/>
                    <a:pt x="243" y="2402"/>
                    <a:pt x="547" y="2402"/>
                  </a:cubicBezTo>
                  <a:lnTo>
                    <a:pt x="5258" y="2402"/>
                  </a:lnTo>
                  <a:cubicBezTo>
                    <a:pt x="5593" y="2402"/>
                    <a:pt x="5836" y="2159"/>
                    <a:pt x="5836" y="1855"/>
                  </a:cubicBezTo>
                  <a:lnTo>
                    <a:pt x="5836" y="548"/>
                  </a:lnTo>
                  <a:cubicBezTo>
                    <a:pt x="5836" y="244"/>
                    <a:pt x="5593" y="0"/>
                    <a:pt x="525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473;p52">
              <a:extLst>
                <a:ext uri="{FF2B5EF4-FFF2-40B4-BE49-F238E27FC236}">
                  <a16:creationId xmlns:a16="http://schemas.microsoft.com/office/drawing/2014/main" id="{B54D691F-B94B-8FBB-7B56-B609CDB3CF2A}"/>
                </a:ext>
              </a:extLst>
            </p:cNvPr>
            <p:cNvSpPr/>
            <p:nvPr/>
          </p:nvSpPr>
          <p:spPr>
            <a:xfrm>
              <a:off x="1244420" y="2077185"/>
              <a:ext cx="168712" cy="59324"/>
            </a:xfrm>
            <a:custGeom>
              <a:avLst/>
              <a:gdLst/>
              <a:ahLst/>
              <a:cxnLst/>
              <a:rect l="l" t="t" r="r" b="b"/>
              <a:pathLst>
                <a:path w="6140" h="2159" extrusionOk="0">
                  <a:moveTo>
                    <a:pt x="426" y="0"/>
                  </a:moveTo>
                  <a:cubicBezTo>
                    <a:pt x="182" y="0"/>
                    <a:pt x="0" y="183"/>
                    <a:pt x="0" y="426"/>
                  </a:cubicBezTo>
                  <a:lnTo>
                    <a:pt x="0" y="1733"/>
                  </a:lnTo>
                  <a:cubicBezTo>
                    <a:pt x="0" y="1976"/>
                    <a:pt x="182" y="2158"/>
                    <a:pt x="426" y="2158"/>
                  </a:cubicBezTo>
                  <a:lnTo>
                    <a:pt x="5684" y="2158"/>
                  </a:lnTo>
                  <a:cubicBezTo>
                    <a:pt x="5927" y="2158"/>
                    <a:pt x="6140" y="1976"/>
                    <a:pt x="6140" y="1733"/>
                  </a:cubicBezTo>
                  <a:lnTo>
                    <a:pt x="6140" y="426"/>
                  </a:lnTo>
                  <a:cubicBezTo>
                    <a:pt x="6140" y="183"/>
                    <a:pt x="5927" y="0"/>
                    <a:pt x="56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474;p52">
              <a:extLst>
                <a:ext uri="{FF2B5EF4-FFF2-40B4-BE49-F238E27FC236}">
                  <a16:creationId xmlns:a16="http://schemas.microsoft.com/office/drawing/2014/main" id="{3BB93282-0FD5-4403-B605-42F9FDC157AA}"/>
                </a:ext>
              </a:extLst>
            </p:cNvPr>
            <p:cNvSpPr/>
            <p:nvPr/>
          </p:nvSpPr>
          <p:spPr>
            <a:xfrm>
              <a:off x="1240244" y="2073008"/>
              <a:ext cx="176241" cy="66825"/>
            </a:xfrm>
            <a:custGeom>
              <a:avLst/>
              <a:gdLst/>
              <a:ahLst/>
              <a:cxnLst/>
              <a:rect l="l" t="t" r="r" b="b"/>
              <a:pathLst>
                <a:path w="6414" h="2432" extrusionOk="0">
                  <a:moveTo>
                    <a:pt x="5836" y="274"/>
                  </a:moveTo>
                  <a:cubicBezTo>
                    <a:pt x="6018" y="274"/>
                    <a:pt x="6170" y="395"/>
                    <a:pt x="6170" y="578"/>
                  </a:cubicBezTo>
                  <a:lnTo>
                    <a:pt x="6170" y="1885"/>
                  </a:lnTo>
                  <a:cubicBezTo>
                    <a:pt x="6170" y="2037"/>
                    <a:pt x="6018" y="2189"/>
                    <a:pt x="5836" y="2189"/>
                  </a:cubicBezTo>
                  <a:lnTo>
                    <a:pt x="578" y="2189"/>
                  </a:lnTo>
                  <a:cubicBezTo>
                    <a:pt x="395" y="2189"/>
                    <a:pt x="274" y="2037"/>
                    <a:pt x="274" y="1885"/>
                  </a:cubicBezTo>
                  <a:lnTo>
                    <a:pt x="274" y="578"/>
                  </a:lnTo>
                  <a:cubicBezTo>
                    <a:pt x="274" y="395"/>
                    <a:pt x="395" y="274"/>
                    <a:pt x="578" y="274"/>
                  </a:cubicBezTo>
                  <a:close/>
                  <a:moveTo>
                    <a:pt x="578" y="0"/>
                  </a:moveTo>
                  <a:cubicBezTo>
                    <a:pt x="274" y="0"/>
                    <a:pt x="0" y="274"/>
                    <a:pt x="30" y="578"/>
                  </a:cubicBezTo>
                  <a:lnTo>
                    <a:pt x="30" y="1885"/>
                  </a:lnTo>
                  <a:cubicBezTo>
                    <a:pt x="0" y="2189"/>
                    <a:pt x="274" y="2432"/>
                    <a:pt x="578" y="2432"/>
                  </a:cubicBezTo>
                  <a:lnTo>
                    <a:pt x="5836" y="2432"/>
                  </a:lnTo>
                  <a:cubicBezTo>
                    <a:pt x="6170" y="2432"/>
                    <a:pt x="6414" y="2189"/>
                    <a:pt x="6414" y="1885"/>
                  </a:cubicBezTo>
                  <a:lnTo>
                    <a:pt x="6414" y="578"/>
                  </a:lnTo>
                  <a:cubicBezTo>
                    <a:pt x="6414" y="274"/>
                    <a:pt x="6170" y="0"/>
                    <a:pt x="58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2475;p52">
              <a:extLst>
                <a:ext uri="{FF2B5EF4-FFF2-40B4-BE49-F238E27FC236}">
                  <a16:creationId xmlns:a16="http://schemas.microsoft.com/office/drawing/2014/main" id="{1E95EF0B-1871-6C9E-900D-6D485CBA4A5B}"/>
                </a:ext>
              </a:extLst>
            </p:cNvPr>
            <p:cNvSpPr/>
            <p:nvPr/>
          </p:nvSpPr>
          <p:spPr>
            <a:xfrm>
              <a:off x="1251922" y="2188249"/>
              <a:ext cx="153709" cy="60176"/>
            </a:xfrm>
            <a:custGeom>
              <a:avLst/>
              <a:gdLst/>
              <a:ahLst/>
              <a:cxnLst/>
              <a:rect l="l" t="t" r="r" b="b"/>
              <a:pathLst>
                <a:path w="5594" h="2190" extrusionOk="0">
                  <a:moveTo>
                    <a:pt x="426" y="1"/>
                  </a:moveTo>
                  <a:cubicBezTo>
                    <a:pt x="183" y="1"/>
                    <a:pt x="1" y="183"/>
                    <a:pt x="1" y="457"/>
                  </a:cubicBezTo>
                  <a:lnTo>
                    <a:pt x="1" y="1733"/>
                  </a:lnTo>
                  <a:cubicBezTo>
                    <a:pt x="1" y="1977"/>
                    <a:pt x="183" y="2189"/>
                    <a:pt x="426" y="2189"/>
                  </a:cubicBezTo>
                  <a:lnTo>
                    <a:pt x="5137" y="2189"/>
                  </a:lnTo>
                  <a:cubicBezTo>
                    <a:pt x="5381" y="2189"/>
                    <a:pt x="5593" y="1977"/>
                    <a:pt x="5593" y="1733"/>
                  </a:cubicBezTo>
                  <a:lnTo>
                    <a:pt x="5593" y="457"/>
                  </a:lnTo>
                  <a:cubicBezTo>
                    <a:pt x="5593" y="183"/>
                    <a:pt x="5381" y="1"/>
                    <a:pt x="51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2476;p52">
              <a:extLst>
                <a:ext uri="{FF2B5EF4-FFF2-40B4-BE49-F238E27FC236}">
                  <a16:creationId xmlns:a16="http://schemas.microsoft.com/office/drawing/2014/main" id="{0971F080-10DA-495F-2909-F14D564A010F}"/>
                </a:ext>
              </a:extLst>
            </p:cNvPr>
            <p:cNvSpPr/>
            <p:nvPr/>
          </p:nvSpPr>
          <p:spPr>
            <a:xfrm>
              <a:off x="1248597" y="2184924"/>
              <a:ext cx="160359" cy="66825"/>
            </a:xfrm>
            <a:custGeom>
              <a:avLst/>
              <a:gdLst/>
              <a:ahLst/>
              <a:cxnLst/>
              <a:rect l="l" t="t" r="r" b="b"/>
              <a:pathLst>
                <a:path w="5836" h="2432" extrusionOk="0">
                  <a:moveTo>
                    <a:pt x="5258" y="244"/>
                  </a:moveTo>
                  <a:cubicBezTo>
                    <a:pt x="5441" y="244"/>
                    <a:pt x="5593" y="395"/>
                    <a:pt x="5593" y="578"/>
                  </a:cubicBezTo>
                  <a:lnTo>
                    <a:pt x="5593" y="1854"/>
                  </a:lnTo>
                  <a:cubicBezTo>
                    <a:pt x="5593" y="2037"/>
                    <a:pt x="5441" y="2189"/>
                    <a:pt x="5258" y="2189"/>
                  </a:cubicBezTo>
                  <a:lnTo>
                    <a:pt x="547" y="2189"/>
                  </a:lnTo>
                  <a:cubicBezTo>
                    <a:pt x="395" y="2189"/>
                    <a:pt x="243" y="2037"/>
                    <a:pt x="243" y="1854"/>
                  </a:cubicBezTo>
                  <a:lnTo>
                    <a:pt x="243" y="578"/>
                  </a:lnTo>
                  <a:cubicBezTo>
                    <a:pt x="243" y="395"/>
                    <a:pt x="395" y="244"/>
                    <a:pt x="547" y="244"/>
                  </a:cubicBezTo>
                  <a:close/>
                  <a:moveTo>
                    <a:pt x="547" y="0"/>
                  </a:moveTo>
                  <a:cubicBezTo>
                    <a:pt x="243" y="0"/>
                    <a:pt x="0" y="244"/>
                    <a:pt x="0" y="578"/>
                  </a:cubicBezTo>
                  <a:lnTo>
                    <a:pt x="0" y="1854"/>
                  </a:lnTo>
                  <a:cubicBezTo>
                    <a:pt x="0" y="2189"/>
                    <a:pt x="243" y="2432"/>
                    <a:pt x="547" y="2432"/>
                  </a:cubicBezTo>
                  <a:lnTo>
                    <a:pt x="5258" y="2432"/>
                  </a:lnTo>
                  <a:cubicBezTo>
                    <a:pt x="5593" y="2432"/>
                    <a:pt x="5836" y="2158"/>
                    <a:pt x="5836" y="1854"/>
                  </a:cubicBezTo>
                  <a:lnTo>
                    <a:pt x="5836" y="578"/>
                  </a:lnTo>
                  <a:cubicBezTo>
                    <a:pt x="5836" y="244"/>
                    <a:pt x="5593" y="0"/>
                    <a:pt x="525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2477;p52">
              <a:extLst>
                <a:ext uri="{FF2B5EF4-FFF2-40B4-BE49-F238E27FC236}">
                  <a16:creationId xmlns:a16="http://schemas.microsoft.com/office/drawing/2014/main" id="{2702CEAA-7896-FB7C-0C30-AF54DA167B24}"/>
                </a:ext>
              </a:extLst>
            </p:cNvPr>
            <p:cNvSpPr/>
            <p:nvPr/>
          </p:nvSpPr>
          <p:spPr>
            <a:xfrm>
              <a:off x="1244420" y="2165717"/>
              <a:ext cx="168712" cy="60148"/>
            </a:xfrm>
            <a:custGeom>
              <a:avLst/>
              <a:gdLst/>
              <a:ahLst/>
              <a:cxnLst/>
              <a:rect l="l" t="t" r="r" b="b"/>
              <a:pathLst>
                <a:path w="6140" h="2189" extrusionOk="0">
                  <a:moveTo>
                    <a:pt x="426" y="0"/>
                  </a:moveTo>
                  <a:cubicBezTo>
                    <a:pt x="182" y="31"/>
                    <a:pt x="0" y="213"/>
                    <a:pt x="0" y="456"/>
                  </a:cubicBezTo>
                  <a:lnTo>
                    <a:pt x="0" y="1763"/>
                  </a:lnTo>
                  <a:cubicBezTo>
                    <a:pt x="0" y="1976"/>
                    <a:pt x="182" y="2189"/>
                    <a:pt x="426" y="2189"/>
                  </a:cubicBezTo>
                  <a:lnTo>
                    <a:pt x="5684" y="2189"/>
                  </a:lnTo>
                  <a:cubicBezTo>
                    <a:pt x="5927" y="2189"/>
                    <a:pt x="6140" y="2006"/>
                    <a:pt x="6140" y="1763"/>
                  </a:cubicBezTo>
                  <a:lnTo>
                    <a:pt x="6140" y="456"/>
                  </a:lnTo>
                  <a:cubicBezTo>
                    <a:pt x="6140" y="213"/>
                    <a:pt x="5927" y="31"/>
                    <a:pt x="56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2478;p52">
              <a:extLst>
                <a:ext uri="{FF2B5EF4-FFF2-40B4-BE49-F238E27FC236}">
                  <a16:creationId xmlns:a16="http://schemas.microsoft.com/office/drawing/2014/main" id="{0B7ACD67-81A9-F865-D549-9DB646ADCAD9}"/>
                </a:ext>
              </a:extLst>
            </p:cNvPr>
            <p:cNvSpPr/>
            <p:nvPr/>
          </p:nvSpPr>
          <p:spPr>
            <a:xfrm>
              <a:off x="1240244" y="2162365"/>
              <a:ext cx="176241" cy="66853"/>
            </a:xfrm>
            <a:custGeom>
              <a:avLst/>
              <a:gdLst/>
              <a:ahLst/>
              <a:cxnLst/>
              <a:rect l="l" t="t" r="r" b="b"/>
              <a:pathLst>
                <a:path w="6414" h="2433" extrusionOk="0">
                  <a:moveTo>
                    <a:pt x="5836" y="244"/>
                  </a:moveTo>
                  <a:cubicBezTo>
                    <a:pt x="6018" y="244"/>
                    <a:pt x="6170" y="396"/>
                    <a:pt x="6170" y="578"/>
                  </a:cubicBezTo>
                  <a:lnTo>
                    <a:pt x="6170" y="1855"/>
                  </a:lnTo>
                  <a:cubicBezTo>
                    <a:pt x="6170" y="2037"/>
                    <a:pt x="6018" y="2189"/>
                    <a:pt x="5836" y="2189"/>
                  </a:cubicBezTo>
                  <a:lnTo>
                    <a:pt x="578" y="2189"/>
                  </a:lnTo>
                  <a:cubicBezTo>
                    <a:pt x="395" y="2189"/>
                    <a:pt x="274" y="2037"/>
                    <a:pt x="274" y="1855"/>
                  </a:cubicBezTo>
                  <a:lnTo>
                    <a:pt x="274" y="578"/>
                  </a:lnTo>
                  <a:cubicBezTo>
                    <a:pt x="274" y="396"/>
                    <a:pt x="395" y="244"/>
                    <a:pt x="578" y="244"/>
                  </a:cubicBezTo>
                  <a:close/>
                  <a:moveTo>
                    <a:pt x="578" y="1"/>
                  </a:moveTo>
                  <a:cubicBezTo>
                    <a:pt x="274" y="1"/>
                    <a:pt x="0" y="274"/>
                    <a:pt x="30" y="578"/>
                  </a:cubicBezTo>
                  <a:lnTo>
                    <a:pt x="30" y="1885"/>
                  </a:lnTo>
                  <a:cubicBezTo>
                    <a:pt x="0" y="2189"/>
                    <a:pt x="274" y="2432"/>
                    <a:pt x="578" y="2432"/>
                  </a:cubicBezTo>
                  <a:lnTo>
                    <a:pt x="5836" y="2432"/>
                  </a:lnTo>
                  <a:cubicBezTo>
                    <a:pt x="6170" y="2432"/>
                    <a:pt x="6414" y="2189"/>
                    <a:pt x="6414" y="1885"/>
                  </a:cubicBezTo>
                  <a:lnTo>
                    <a:pt x="6414" y="578"/>
                  </a:lnTo>
                  <a:cubicBezTo>
                    <a:pt x="6414" y="274"/>
                    <a:pt x="6170" y="1"/>
                    <a:pt x="58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2479;p52">
              <a:extLst>
                <a:ext uri="{FF2B5EF4-FFF2-40B4-BE49-F238E27FC236}">
                  <a16:creationId xmlns:a16="http://schemas.microsoft.com/office/drawing/2014/main" id="{47FC4D88-8CF8-1FDB-4203-14B51C4E0B66}"/>
                </a:ext>
              </a:extLst>
            </p:cNvPr>
            <p:cNvSpPr/>
            <p:nvPr/>
          </p:nvSpPr>
          <p:spPr>
            <a:xfrm>
              <a:off x="1251922" y="2277633"/>
              <a:ext cx="153709" cy="60148"/>
            </a:xfrm>
            <a:custGeom>
              <a:avLst/>
              <a:gdLst/>
              <a:ahLst/>
              <a:cxnLst/>
              <a:rect l="l" t="t" r="r" b="b"/>
              <a:pathLst>
                <a:path w="5594" h="2189" extrusionOk="0">
                  <a:moveTo>
                    <a:pt x="426" y="0"/>
                  </a:moveTo>
                  <a:cubicBezTo>
                    <a:pt x="183" y="0"/>
                    <a:pt x="1" y="213"/>
                    <a:pt x="1" y="456"/>
                  </a:cubicBezTo>
                  <a:lnTo>
                    <a:pt x="1" y="1763"/>
                  </a:lnTo>
                  <a:cubicBezTo>
                    <a:pt x="1" y="2006"/>
                    <a:pt x="183" y="2189"/>
                    <a:pt x="426" y="2189"/>
                  </a:cubicBezTo>
                  <a:lnTo>
                    <a:pt x="5137" y="2189"/>
                  </a:lnTo>
                  <a:cubicBezTo>
                    <a:pt x="5381" y="2189"/>
                    <a:pt x="5593" y="2006"/>
                    <a:pt x="5593" y="1763"/>
                  </a:cubicBezTo>
                  <a:lnTo>
                    <a:pt x="5593" y="456"/>
                  </a:lnTo>
                  <a:cubicBezTo>
                    <a:pt x="5593" y="213"/>
                    <a:pt x="5381" y="0"/>
                    <a:pt x="51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2480;p52">
              <a:extLst>
                <a:ext uri="{FF2B5EF4-FFF2-40B4-BE49-F238E27FC236}">
                  <a16:creationId xmlns:a16="http://schemas.microsoft.com/office/drawing/2014/main" id="{445775C6-61CA-B652-61C9-BFCF5C0BCF45}"/>
                </a:ext>
              </a:extLst>
            </p:cNvPr>
            <p:cNvSpPr/>
            <p:nvPr/>
          </p:nvSpPr>
          <p:spPr>
            <a:xfrm>
              <a:off x="1248597" y="2274281"/>
              <a:ext cx="160359" cy="66853"/>
            </a:xfrm>
            <a:custGeom>
              <a:avLst/>
              <a:gdLst/>
              <a:ahLst/>
              <a:cxnLst/>
              <a:rect l="l" t="t" r="r" b="b"/>
              <a:pathLst>
                <a:path w="5836" h="2433" extrusionOk="0">
                  <a:moveTo>
                    <a:pt x="5289" y="244"/>
                  </a:moveTo>
                  <a:cubicBezTo>
                    <a:pt x="5441" y="244"/>
                    <a:pt x="5593" y="396"/>
                    <a:pt x="5593" y="578"/>
                  </a:cubicBezTo>
                  <a:lnTo>
                    <a:pt x="5593" y="1885"/>
                  </a:lnTo>
                  <a:cubicBezTo>
                    <a:pt x="5593" y="2037"/>
                    <a:pt x="5441" y="2189"/>
                    <a:pt x="5258" y="2189"/>
                  </a:cubicBezTo>
                  <a:lnTo>
                    <a:pt x="547" y="2189"/>
                  </a:lnTo>
                  <a:cubicBezTo>
                    <a:pt x="395" y="2189"/>
                    <a:pt x="243" y="2037"/>
                    <a:pt x="243" y="1885"/>
                  </a:cubicBezTo>
                  <a:lnTo>
                    <a:pt x="243" y="578"/>
                  </a:lnTo>
                  <a:cubicBezTo>
                    <a:pt x="243" y="396"/>
                    <a:pt x="395" y="244"/>
                    <a:pt x="547" y="244"/>
                  </a:cubicBezTo>
                  <a:close/>
                  <a:moveTo>
                    <a:pt x="547" y="1"/>
                  </a:moveTo>
                  <a:cubicBezTo>
                    <a:pt x="243" y="1"/>
                    <a:pt x="0" y="274"/>
                    <a:pt x="0" y="578"/>
                  </a:cubicBezTo>
                  <a:lnTo>
                    <a:pt x="0" y="1885"/>
                  </a:lnTo>
                  <a:cubicBezTo>
                    <a:pt x="0" y="2189"/>
                    <a:pt x="243" y="2432"/>
                    <a:pt x="547" y="2432"/>
                  </a:cubicBezTo>
                  <a:lnTo>
                    <a:pt x="5258" y="2432"/>
                  </a:lnTo>
                  <a:cubicBezTo>
                    <a:pt x="5562" y="2432"/>
                    <a:pt x="5836" y="2189"/>
                    <a:pt x="5836" y="1885"/>
                  </a:cubicBezTo>
                  <a:lnTo>
                    <a:pt x="5836" y="578"/>
                  </a:lnTo>
                  <a:cubicBezTo>
                    <a:pt x="5836" y="274"/>
                    <a:pt x="5593" y="1"/>
                    <a:pt x="525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2481;p52">
              <a:extLst>
                <a:ext uri="{FF2B5EF4-FFF2-40B4-BE49-F238E27FC236}">
                  <a16:creationId xmlns:a16="http://schemas.microsoft.com/office/drawing/2014/main" id="{571AB16B-6681-A99B-040C-0D896A21F368}"/>
                </a:ext>
              </a:extLst>
            </p:cNvPr>
            <p:cNvSpPr/>
            <p:nvPr/>
          </p:nvSpPr>
          <p:spPr>
            <a:xfrm>
              <a:off x="1244420" y="2255074"/>
              <a:ext cx="168712" cy="60176"/>
            </a:xfrm>
            <a:custGeom>
              <a:avLst/>
              <a:gdLst/>
              <a:ahLst/>
              <a:cxnLst/>
              <a:rect l="l" t="t" r="r" b="b"/>
              <a:pathLst>
                <a:path w="6140" h="2190" extrusionOk="0">
                  <a:moveTo>
                    <a:pt x="426" y="1"/>
                  </a:moveTo>
                  <a:cubicBezTo>
                    <a:pt x="182" y="1"/>
                    <a:pt x="0" y="213"/>
                    <a:pt x="0" y="457"/>
                  </a:cubicBezTo>
                  <a:lnTo>
                    <a:pt x="0" y="1733"/>
                  </a:lnTo>
                  <a:cubicBezTo>
                    <a:pt x="0" y="1976"/>
                    <a:pt x="182" y="2189"/>
                    <a:pt x="426" y="2189"/>
                  </a:cubicBezTo>
                  <a:lnTo>
                    <a:pt x="5684" y="2189"/>
                  </a:lnTo>
                  <a:cubicBezTo>
                    <a:pt x="5927" y="2189"/>
                    <a:pt x="6140" y="1976"/>
                    <a:pt x="6140" y="1733"/>
                  </a:cubicBezTo>
                  <a:lnTo>
                    <a:pt x="6140" y="457"/>
                  </a:lnTo>
                  <a:cubicBezTo>
                    <a:pt x="6140" y="213"/>
                    <a:pt x="5927" y="1"/>
                    <a:pt x="5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2482;p52">
              <a:extLst>
                <a:ext uri="{FF2B5EF4-FFF2-40B4-BE49-F238E27FC236}">
                  <a16:creationId xmlns:a16="http://schemas.microsoft.com/office/drawing/2014/main" id="{EFB9DE50-7F0E-291C-DEF6-8AA3FEA4C0DA}"/>
                </a:ext>
              </a:extLst>
            </p:cNvPr>
            <p:cNvSpPr/>
            <p:nvPr/>
          </p:nvSpPr>
          <p:spPr>
            <a:xfrm>
              <a:off x="1240244" y="2251749"/>
              <a:ext cx="176241" cy="66825"/>
            </a:xfrm>
            <a:custGeom>
              <a:avLst/>
              <a:gdLst/>
              <a:ahLst/>
              <a:cxnLst/>
              <a:rect l="l" t="t" r="r" b="b"/>
              <a:pathLst>
                <a:path w="6414" h="2432" extrusionOk="0">
                  <a:moveTo>
                    <a:pt x="5836" y="243"/>
                  </a:moveTo>
                  <a:cubicBezTo>
                    <a:pt x="6018" y="243"/>
                    <a:pt x="6170" y="395"/>
                    <a:pt x="6170" y="578"/>
                  </a:cubicBezTo>
                  <a:lnTo>
                    <a:pt x="6170" y="1854"/>
                  </a:lnTo>
                  <a:cubicBezTo>
                    <a:pt x="6170" y="2037"/>
                    <a:pt x="6018" y="2188"/>
                    <a:pt x="5836" y="2188"/>
                  </a:cubicBezTo>
                  <a:lnTo>
                    <a:pt x="578" y="2188"/>
                  </a:lnTo>
                  <a:cubicBezTo>
                    <a:pt x="395" y="2188"/>
                    <a:pt x="274" y="2037"/>
                    <a:pt x="274" y="1854"/>
                  </a:cubicBezTo>
                  <a:lnTo>
                    <a:pt x="274" y="578"/>
                  </a:lnTo>
                  <a:cubicBezTo>
                    <a:pt x="274" y="395"/>
                    <a:pt x="395" y="243"/>
                    <a:pt x="578" y="243"/>
                  </a:cubicBezTo>
                  <a:close/>
                  <a:moveTo>
                    <a:pt x="578" y="0"/>
                  </a:moveTo>
                  <a:cubicBezTo>
                    <a:pt x="274" y="0"/>
                    <a:pt x="0" y="243"/>
                    <a:pt x="30" y="578"/>
                  </a:cubicBezTo>
                  <a:lnTo>
                    <a:pt x="30" y="1854"/>
                  </a:lnTo>
                  <a:cubicBezTo>
                    <a:pt x="0" y="2158"/>
                    <a:pt x="274" y="2432"/>
                    <a:pt x="578" y="2432"/>
                  </a:cubicBezTo>
                  <a:lnTo>
                    <a:pt x="5836" y="2432"/>
                  </a:lnTo>
                  <a:cubicBezTo>
                    <a:pt x="6170" y="2432"/>
                    <a:pt x="6414" y="2158"/>
                    <a:pt x="6414" y="1854"/>
                  </a:cubicBezTo>
                  <a:lnTo>
                    <a:pt x="6414" y="578"/>
                  </a:lnTo>
                  <a:cubicBezTo>
                    <a:pt x="6414" y="243"/>
                    <a:pt x="6170" y="0"/>
                    <a:pt x="58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2483;p52">
              <a:extLst>
                <a:ext uri="{FF2B5EF4-FFF2-40B4-BE49-F238E27FC236}">
                  <a16:creationId xmlns:a16="http://schemas.microsoft.com/office/drawing/2014/main" id="{C4780F0C-CB70-5E02-5A58-ACA242768295}"/>
                </a:ext>
              </a:extLst>
            </p:cNvPr>
            <p:cNvSpPr/>
            <p:nvPr/>
          </p:nvSpPr>
          <p:spPr>
            <a:xfrm>
              <a:off x="1251922" y="2367759"/>
              <a:ext cx="153709" cy="59406"/>
            </a:xfrm>
            <a:custGeom>
              <a:avLst/>
              <a:gdLst/>
              <a:ahLst/>
              <a:cxnLst/>
              <a:rect l="l" t="t" r="r" b="b"/>
              <a:pathLst>
                <a:path w="5594" h="2162" extrusionOk="0">
                  <a:moveTo>
                    <a:pt x="385" y="0"/>
                  </a:moveTo>
                  <a:cubicBezTo>
                    <a:pt x="187" y="0"/>
                    <a:pt x="1" y="199"/>
                    <a:pt x="1" y="398"/>
                  </a:cubicBezTo>
                  <a:lnTo>
                    <a:pt x="1" y="1705"/>
                  </a:lnTo>
                  <a:cubicBezTo>
                    <a:pt x="1" y="1948"/>
                    <a:pt x="183" y="2161"/>
                    <a:pt x="426" y="2161"/>
                  </a:cubicBezTo>
                  <a:lnTo>
                    <a:pt x="5137" y="2161"/>
                  </a:lnTo>
                  <a:cubicBezTo>
                    <a:pt x="5381" y="2161"/>
                    <a:pt x="5593" y="1979"/>
                    <a:pt x="5593" y="1736"/>
                  </a:cubicBezTo>
                  <a:lnTo>
                    <a:pt x="5593" y="429"/>
                  </a:lnTo>
                  <a:cubicBezTo>
                    <a:pt x="5593" y="185"/>
                    <a:pt x="5381" y="3"/>
                    <a:pt x="5137" y="3"/>
                  </a:cubicBezTo>
                  <a:lnTo>
                    <a:pt x="426" y="3"/>
                  </a:lnTo>
                  <a:cubicBezTo>
                    <a:pt x="412" y="1"/>
                    <a:pt x="399" y="0"/>
                    <a:pt x="3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2484;p52">
              <a:extLst>
                <a:ext uri="{FF2B5EF4-FFF2-40B4-BE49-F238E27FC236}">
                  <a16:creationId xmlns:a16="http://schemas.microsoft.com/office/drawing/2014/main" id="{84D7DAAF-8F16-32B3-A880-4EE029AF575B}"/>
                </a:ext>
              </a:extLst>
            </p:cNvPr>
            <p:cNvSpPr/>
            <p:nvPr/>
          </p:nvSpPr>
          <p:spPr>
            <a:xfrm>
              <a:off x="1248597" y="2363665"/>
              <a:ext cx="160359" cy="66825"/>
            </a:xfrm>
            <a:custGeom>
              <a:avLst/>
              <a:gdLst/>
              <a:ahLst/>
              <a:cxnLst/>
              <a:rect l="l" t="t" r="r" b="b"/>
              <a:pathLst>
                <a:path w="5836" h="2432" extrusionOk="0">
                  <a:moveTo>
                    <a:pt x="5258" y="243"/>
                  </a:moveTo>
                  <a:cubicBezTo>
                    <a:pt x="5441" y="243"/>
                    <a:pt x="5593" y="365"/>
                    <a:pt x="5593" y="547"/>
                  </a:cubicBezTo>
                  <a:lnTo>
                    <a:pt x="5593" y="1854"/>
                  </a:lnTo>
                  <a:cubicBezTo>
                    <a:pt x="5593" y="2037"/>
                    <a:pt x="5441" y="2158"/>
                    <a:pt x="5258" y="2158"/>
                  </a:cubicBezTo>
                  <a:lnTo>
                    <a:pt x="547" y="2158"/>
                  </a:lnTo>
                  <a:cubicBezTo>
                    <a:pt x="395" y="2158"/>
                    <a:pt x="243" y="2037"/>
                    <a:pt x="243" y="1854"/>
                  </a:cubicBezTo>
                  <a:lnTo>
                    <a:pt x="243" y="547"/>
                  </a:lnTo>
                  <a:cubicBezTo>
                    <a:pt x="243" y="365"/>
                    <a:pt x="395" y="243"/>
                    <a:pt x="547" y="243"/>
                  </a:cubicBezTo>
                  <a:close/>
                  <a:moveTo>
                    <a:pt x="547" y="0"/>
                  </a:moveTo>
                  <a:cubicBezTo>
                    <a:pt x="243" y="0"/>
                    <a:pt x="0" y="243"/>
                    <a:pt x="0" y="547"/>
                  </a:cubicBezTo>
                  <a:lnTo>
                    <a:pt x="0" y="1854"/>
                  </a:lnTo>
                  <a:cubicBezTo>
                    <a:pt x="0" y="2158"/>
                    <a:pt x="243" y="2401"/>
                    <a:pt x="547" y="2432"/>
                  </a:cubicBezTo>
                  <a:lnTo>
                    <a:pt x="5258" y="2432"/>
                  </a:lnTo>
                  <a:cubicBezTo>
                    <a:pt x="5593" y="2401"/>
                    <a:pt x="5836" y="2158"/>
                    <a:pt x="5836" y="1854"/>
                  </a:cubicBezTo>
                  <a:lnTo>
                    <a:pt x="5836" y="547"/>
                  </a:lnTo>
                  <a:cubicBezTo>
                    <a:pt x="5836" y="243"/>
                    <a:pt x="5593" y="0"/>
                    <a:pt x="525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2485;p52">
              <a:extLst>
                <a:ext uri="{FF2B5EF4-FFF2-40B4-BE49-F238E27FC236}">
                  <a16:creationId xmlns:a16="http://schemas.microsoft.com/office/drawing/2014/main" id="{B12013DC-568D-B6D4-41D9-64065F3BAE9F}"/>
                </a:ext>
              </a:extLst>
            </p:cNvPr>
            <p:cNvSpPr/>
            <p:nvPr/>
          </p:nvSpPr>
          <p:spPr>
            <a:xfrm>
              <a:off x="1244420" y="2344431"/>
              <a:ext cx="168712" cy="60176"/>
            </a:xfrm>
            <a:custGeom>
              <a:avLst/>
              <a:gdLst/>
              <a:ahLst/>
              <a:cxnLst/>
              <a:rect l="l" t="t" r="r" b="b"/>
              <a:pathLst>
                <a:path w="6140" h="2190" extrusionOk="0">
                  <a:moveTo>
                    <a:pt x="426" y="1"/>
                  </a:moveTo>
                  <a:cubicBezTo>
                    <a:pt x="182" y="1"/>
                    <a:pt x="0" y="214"/>
                    <a:pt x="0" y="457"/>
                  </a:cubicBezTo>
                  <a:lnTo>
                    <a:pt x="0" y="1733"/>
                  </a:lnTo>
                  <a:cubicBezTo>
                    <a:pt x="0" y="1977"/>
                    <a:pt x="182" y="2189"/>
                    <a:pt x="426" y="2189"/>
                  </a:cubicBezTo>
                  <a:lnTo>
                    <a:pt x="5684" y="2189"/>
                  </a:lnTo>
                  <a:cubicBezTo>
                    <a:pt x="5927" y="2189"/>
                    <a:pt x="6140" y="2007"/>
                    <a:pt x="6140" y="1764"/>
                  </a:cubicBezTo>
                  <a:lnTo>
                    <a:pt x="6140" y="457"/>
                  </a:lnTo>
                  <a:cubicBezTo>
                    <a:pt x="6140" y="214"/>
                    <a:pt x="5927" y="1"/>
                    <a:pt x="5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2486;p52">
              <a:extLst>
                <a:ext uri="{FF2B5EF4-FFF2-40B4-BE49-F238E27FC236}">
                  <a16:creationId xmlns:a16="http://schemas.microsoft.com/office/drawing/2014/main" id="{A5D09981-B501-422F-B7A6-67164B2764C6}"/>
                </a:ext>
              </a:extLst>
            </p:cNvPr>
            <p:cNvSpPr/>
            <p:nvPr/>
          </p:nvSpPr>
          <p:spPr>
            <a:xfrm>
              <a:off x="1240244" y="2341106"/>
              <a:ext cx="176241" cy="66825"/>
            </a:xfrm>
            <a:custGeom>
              <a:avLst/>
              <a:gdLst/>
              <a:ahLst/>
              <a:cxnLst/>
              <a:rect l="l" t="t" r="r" b="b"/>
              <a:pathLst>
                <a:path w="6414" h="2432" extrusionOk="0">
                  <a:moveTo>
                    <a:pt x="578" y="243"/>
                  </a:moveTo>
                  <a:lnTo>
                    <a:pt x="5836" y="274"/>
                  </a:lnTo>
                  <a:cubicBezTo>
                    <a:pt x="6018" y="274"/>
                    <a:pt x="6170" y="395"/>
                    <a:pt x="6170" y="578"/>
                  </a:cubicBezTo>
                  <a:lnTo>
                    <a:pt x="6170" y="1854"/>
                  </a:lnTo>
                  <a:cubicBezTo>
                    <a:pt x="6170" y="2037"/>
                    <a:pt x="6018" y="2189"/>
                    <a:pt x="5836" y="2189"/>
                  </a:cubicBezTo>
                  <a:lnTo>
                    <a:pt x="578" y="2189"/>
                  </a:lnTo>
                  <a:cubicBezTo>
                    <a:pt x="395" y="2189"/>
                    <a:pt x="274" y="2037"/>
                    <a:pt x="274" y="1854"/>
                  </a:cubicBezTo>
                  <a:lnTo>
                    <a:pt x="274" y="578"/>
                  </a:lnTo>
                  <a:cubicBezTo>
                    <a:pt x="274" y="395"/>
                    <a:pt x="395" y="243"/>
                    <a:pt x="578" y="243"/>
                  </a:cubicBezTo>
                  <a:close/>
                  <a:moveTo>
                    <a:pt x="578" y="0"/>
                  </a:moveTo>
                  <a:cubicBezTo>
                    <a:pt x="274" y="0"/>
                    <a:pt x="0" y="274"/>
                    <a:pt x="30" y="578"/>
                  </a:cubicBezTo>
                  <a:lnTo>
                    <a:pt x="30" y="1854"/>
                  </a:lnTo>
                  <a:cubicBezTo>
                    <a:pt x="0" y="2158"/>
                    <a:pt x="274" y="2432"/>
                    <a:pt x="578" y="2432"/>
                  </a:cubicBezTo>
                  <a:lnTo>
                    <a:pt x="5836" y="2432"/>
                  </a:lnTo>
                  <a:cubicBezTo>
                    <a:pt x="6140" y="2432"/>
                    <a:pt x="6414" y="2189"/>
                    <a:pt x="6414" y="1885"/>
                  </a:cubicBezTo>
                  <a:lnTo>
                    <a:pt x="6414" y="578"/>
                  </a:lnTo>
                  <a:cubicBezTo>
                    <a:pt x="6414" y="274"/>
                    <a:pt x="6170" y="0"/>
                    <a:pt x="58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2487;p52">
              <a:extLst>
                <a:ext uri="{FF2B5EF4-FFF2-40B4-BE49-F238E27FC236}">
                  <a16:creationId xmlns:a16="http://schemas.microsoft.com/office/drawing/2014/main" id="{644C6B8A-7611-2A65-7E99-2D5BE0F46436}"/>
                </a:ext>
              </a:extLst>
            </p:cNvPr>
            <p:cNvSpPr/>
            <p:nvPr/>
          </p:nvSpPr>
          <p:spPr>
            <a:xfrm>
              <a:off x="1251922" y="2456347"/>
              <a:ext cx="153709" cy="59324"/>
            </a:xfrm>
            <a:custGeom>
              <a:avLst/>
              <a:gdLst/>
              <a:ahLst/>
              <a:cxnLst/>
              <a:rect l="l" t="t" r="r" b="b"/>
              <a:pathLst>
                <a:path w="5594" h="2159" extrusionOk="0">
                  <a:moveTo>
                    <a:pt x="426" y="1"/>
                  </a:moveTo>
                  <a:cubicBezTo>
                    <a:pt x="183" y="1"/>
                    <a:pt x="1" y="183"/>
                    <a:pt x="1" y="426"/>
                  </a:cubicBezTo>
                  <a:lnTo>
                    <a:pt x="1" y="1733"/>
                  </a:lnTo>
                  <a:cubicBezTo>
                    <a:pt x="1" y="1977"/>
                    <a:pt x="183" y="2159"/>
                    <a:pt x="426" y="2159"/>
                  </a:cubicBezTo>
                  <a:lnTo>
                    <a:pt x="5137" y="2159"/>
                  </a:lnTo>
                  <a:cubicBezTo>
                    <a:pt x="5381" y="2159"/>
                    <a:pt x="5593" y="1977"/>
                    <a:pt x="5593" y="1733"/>
                  </a:cubicBezTo>
                  <a:lnTo>
                    <a:pt x="5593" y="426"/>
                  </a:lnTo>
                  <a:cubicBezTo>
                    <a:pt x="5593" y="183"/>
                    <a:pt x="5381" y="1"/>
                    <a:pt x="51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2488;p52">
              <a:extLst>
                <a:ext uri="{FF2B5EF4-FFF2-40B4-BE49-F238E27FC236}">
                  <a16:creationId xmlns:a16="http://schemas.microsoft.com/office/drawing/2014/main" id="{547F4425-21BC-5260-D3AE-6DFA0603600A}"/>
                </a:ext>
              </a:extLst>
            </p:cNvPr>
            <p:cNvSpPr/>
            <p:nvPr/>
          </p:nvSpPr>
          <p:spPr>
            <a:xfrm>
              <a:off x="1248597" y="2453022"/>
              <a:ext cx="160359" cy="66825"/>
            </a:xfrm>
            <a:custGeom>
              <a:avLst/>
              <a:gdLst/>
              <a:ahLst/>
              <a:cxnLst/>
              <a:rect l="l" t="t" r="r" b="b"/>
              <a:pathLst>
                <a:path w="5836" h="2432" extrusionOk="0">
                  <a:moveTo>
                    <a:pt x="5258" y="243"/>
                  </a:moveTo>
                  <a:cubicBezTo>
                    <a:pt x="5441" y="243"/>
                    <a:pt x="5593" y="365"/>
                    <a:pt x="5593" y="547"/>
                  </a:cubicBezTo>
                  <a:lnTo>
                    <a:pt x="5593" y="1854"/>
                  </a:lnTo>
                  <a:cubicBezTo>
                    <a:pt x="5593" y="2037"/>
                    <a:pt x="5441" y="2158"/>
                    <a:pt x="5258" y="2158"/>
                  </a:cubicBezTo>
                  <a:lnTo>
                    <a:pt x="547" y="2158"/>
                  </a:lnTo>
                  <a:cubicBezTo>
                    <a:pt x="395" y="2158"/>
                    <a:pt x="243" y="2037"/>
                    <a:pt x="243" y="1854"/>
                  </a:cubicBezTo>
                  <a:lnTo>
                    <a:pt x="243" y="547"/>
                  </a:lnTo>
                  <a:cubicBezTo>
                    <a:pt x="243" y="365"/>
                    <a:pt x="395" y="243"/>
                    <a:pt x="547" y="243"/>
                  </a:cubicBezTo>
                  <a:close/>
                  <a:moveTo>
                    <a:pt x="547" y="0"/>
                  </a:moveTo>
                  <a:cubicBezTo>
                    <a:pt x="243" y="0"/>
                    <a:pt x="0" y="243"/>
                    <a:pt x="0" y="547"/>
                  </a:cubicBezTo>
                  <a:lnTo>
                    <a:pt x="0" y="1854"/>
                  </a:lnTo>
                  <a:cubicBezTo>
                    <a:pt x="0" y="2158"/>
                    <a:pt x="243" y="2402"/>
                    <a:pt x="547" y="2432"/>
                  </a:cubicBezTo>
                  <a:lnTo>
                    <a:pt x="5258" y="2432"/>
                  </a:lnTo>
                  <a:cubicBezTo>
                    <a:pt x="5593" y="2402"/>
                    <a:pt x="5836" y="2158"/>
                    <a:pt x="5836" y="1854"/>
                  </a:cubicBezTo>
                  <a:lnTo>
                    <a:pt x="5836" y="547"/>
                  </a:lnTo>
                  <a:cubicBezTo>
                    <a:pt x="5836" y="243"/>
                    <a:pt x="5593" y="0"/>
                    <a:pt x="525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2489;p52">
              <a:extLst>
                <a:ext uri="{FF2B5EF4-FFF2-40B4-BE49-F238E27FC236}">
                  <a16:creationId xmlns:a16="http://schemas.microsoft.com/office/drawing/2014/main" id="{5A74AE09-4797-185D-AF04-FBAB5EB1936A}"/>
                </a:ext>
              </a:extLst>
            </p:cNvPr>
            <p:cNvSpPr/>
            <p:nvPr/>
          </p:nvSpPr>
          <p:spPr>
            <a:xfrm>
              <a:off x="1244420" y="2433815"/>
              <a:ext cx="168712" cy="60148"/>
            </a:xfrm>
            <a:custGeom>
              <a:avLst/>
              <a:gdLst/>
              <a:ahLst/>
              <a:cxnLst/>
              <a:rect l="l" t="t" r="r" b="b"/>
              <a:pathLst>
                <a:path w="6140" h="2189" extrusionOk="0">
                  <a:moveTo>
                    <a:pt x="426" y="0"/>
                  </a:moveTo>
                  <a:cubicBezTo>
                    <a:pt x="182" y="0"/>
                    <a:pt x="0" y="183"/>
                    <a:pt x="0" y="426"/>
                  </a:cubicBezTo>
                  <a:lnTo>
                    <a:pt x="0" y="1733"/>
                  </a:lnTo>
                  <a:cubicBezTo>
                    <a:pt x="0" y="1976"/>
                    <a:pt x="182" y="2158"/>
                    <a:pt x="426" y="2189"/>
                  </a:cubicBezTo>
                  <a:lnTo>
                    <a:pt x="5684" y="2189"/>
                  </a:lnTo>
                  <a:cubicBezTo>
                    <a:pt x="5927" y="2189"/>
                    <a:pt x="6140" y="1976"/>
                    <a:pt x="6140" y="1733"/>
                  </a:cubicBezTo>
                  <a:lnTo>
                    <a:pt x="6140" y="426"/>
                  </a:lnTo>
                  <a:cubicBezTo>
                    <a:pt x="6140" y="183"/>
                    <a:pt x="5927" y="0"/>
                    <a:pt x="56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2490;p52">
              <a:extLst>
                <a:ext uri="{FF2B5EF4-FFF2-40B4-BE49-F238E27FC236}">
                  <a16:creationId xmlns:a16="http://schemas.microsoft.com/office/drawing/2014/main" id="{4D519E62-6F91-1104-2965-CBC34AE4CB22}"/>
                </a:ext>
              </a:extLst>
            </p:cNvPr>
            <p:cNvSpPr/>
            <p:nvPr/>
          </p:nvSpPr>
          <p:spPr>
            <a:xfrm>
              <a:off x="1240244" y="2430463"/>
              <a:ext cx="176241" cy="66853"/>
            </a:xfrm>
            <a:custGeom>
              <a:avLst/>
              <a:gdLst/>
              <a:ahLst/>
              <a:cxnLst/>
              <a:rect l="l" t="t" r="r" b="b"/>
              <a:pathLst>
                <a:path w="6414" h="2433" extrusionOk="0">
                  <a:moveTo>
                    <a:pt x="5836" y="244"/>
                  </a:moveTo>
                  <a:cubicBezTo>
                    <a:pt x="6018" y="244"/>
                    <a:pt x="6170" y="396"/>
                    <a:pt x="6170" y="548"/>
                  </a:cubicBezTo>
                  <a:lnTo>
                    <a:pt x="6170" y="1855"/>
                  </a:lnTo>
                  <a:cubicBezTo>
                    <a:pt x="6170" y="2037"/>
                    <a:pt x="6018" y="2159"/>
                    <a:pt x="5836" y="2189"/>
                  </a:cubicBezTo>
                  <a:lnTo>
                    <a:pt x="578" y="2189"/>
                  </a:lnTo>
                  <a:cubicBezTo>
                    <a:pt x="395" y="2159"/>
                    <a:pt x="274" y="2037"/>
                    <a:pt x="274" y="1855"/>
                  </a:cubicBezTo>
                  <a:lnTo>
                    <a:pt x="274" y="548"/>
                  </a:lnTo>
                  <a:cubicBezTo>
                    <a:pt x="274" y="396"/>
                    <a:pt x="395" y="244"/>
                    <a:pt x="578" y="244"/>
                  </a:cubicBezTo>
                  <a:close/>
                  <a:moveTo>
                    <a:pt x="578" y="1"/>
                  </a:moveTo>
                  <a:cubicBezTo>
                    <a:pt x="274" y="1"/>
                    <a:pt x="0" y="244"/>
                    <a:pt x="30" y="548"/>
                  </a:cubicBezTo>
                  <a:lnTo>
                    <a:pt x="30" y="1855"/>
                  </a:lnTo>
                  <a:cubicBezTo>
                    <a:pt x="0" y="2159"/>
                    <a:pt x="274" y="2432"/>
                    <a:pt x="578" y="2432"/>
                  </a:cubicBezTo>
                  <a:lnTo>
                    <a:pt x="5836" y="2432"/>
                  </a:lnTo>
                  <a:cubicBezTo>
                    <a:pt x="6170" y="2432"/>
                    <a:pt x="6414" y="2159"/>
                    <a:pt x="6414" y="1855"/>
                  </a:cubicBezTo>
                  <a:lnTo>
                    <a:pt x="6414" y="548"/>
                  </a:lnTo>
                  <a:cubicBezTo>
                    <a:pt x="6414" y="244"/>
                    <a:pt x="6170" y="1"/>
                    <a:pt x="58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2491;p52">
              <a:extLst>
                <a:ext uri="{FF2B5EF4-FFF2-40B4-BE49-F238E27FC236}">
                  <a16:creationId xmlns:a16="http://schemas.microsoft.com/office/drawing/2014/main" id="{EE05AADF-BA8F-96D0-4865-DF7692B0BC94}"/>
                </a:ext>
              </a:extLst>
            </p:cNvPr>
            <p:cNvSpPr/>
            <p:nvPr/>
          </p:nvSpPr>
          <p:spPr>
            <a:xfrm>
              <a:off x="1251097" y="2544879"/>
              <a:ext cx="155358" cy="74574"/>
            </a:xfrm>
            <a:custGeom>
              <a:avLst/>
              <a:gdLst/>
              <a:ahLst/>
              <a:cxnLst/>
              <a:rect l="l" t="t" r="r" b="b"/>
              <a:pathLst>
                <a:path w="5654" h="2714" extrusionOk="0">
                  <a:moveTo>
                    <a:pt x="456" y="1"/>
                  </a:moveTo>
                  <a:cubicBezTo>
                    <a:pt x="213" y="1"/>
                    <a:pt x="31" y="214"/>
                    <a:pt x="31" y="457"/>
                  </a:cubicBezTo>
                  <a:cubicBezTo>
                    <a:pt x="0" y="1034"/>
                    <a:pt x="61" y="1581"/>
                    <a:pt x="122" y="2159"/>
                  </a:cubicBezTo>
                  <a:cubicBezTo>
                    <a:pt x="152" y="2311"/>
                    <a:pt x="213" y="2463"/>
                    <a:pt x="335" y="2584"/>
                  </a:cubicBezTo>
                  <a:cubicBezTo>
                    <a:pt x="410" y="2660"/>
                    <a:pt x="505" y="2714"/>
                    <a:pt x="604" y="2714"/>
                  </a:cubicBezTo>
                  <a:cubicBezTo>
                    <a:pt x="626" y="2714"/>
                    <a:pt x="647" y="2711"/>
                    <a:pt x="669" y="2706"/>
                  </a:cubicBezTo>
                  <a:lnTo>
                    <a:pt x="5259" y="1642"/>
                  </a:lnTo>
                  <a:cubicBezTo>
                    <a:pt x="5380" y="1612"/>
                    <a:pt x="5471" y="1581"/>
                    <a:pt x="5532" y="1521"/>
                  </a:cubicBezTo>
                  <a:cubicBezTo>
                    <a:pt x="5623" y="1460"/>
                    <a:pt x="5654" y="1399"/>
                    <a:pt x="5654" y="1338"/>
                  </a:cubicBezTo>
                  <a:cubicBezTo>
                    <a:pt x="5623" y="1217"/>
                    <a:pt x="5623" y="1095"/>
                    <a:pt x="5623" y="1004"/>
                  </a:cubicBezTo>
                  <a:lnTo>
                    <a:pt x="5623" y="457"/>
                  </a:lnTo>
                  <a:cubicBezTo>
                    <a:pt x="5623" y="183"/>
                    <a:pt x="5411" y="1"/>
                    <a:pt x="5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2492;p52">
              <a:extLst>
                <a:ext uri="{FF2B5EF4-FFF2-40B4-BE49-F238E27FC236}">
                  <a16:creationId xmlns:a16="http://schemas.microsoft.com/office/drawing/2014/main" id="{582BDB55-28D1-140D-1F91-38BD7D03F12F}"/>
                </a:ext>
              </a:extLst>
            </p:cNvPr>
            <p:cNvSpPr/>
            <p:nvPr/>
          </p:nvSpPr>
          <p:spPr>
            <a:xfrm>
              <a:off x="1247745" y="2541555"/>
              <a:ext cx="162062" cy="81031"/>
            </a:xfrm>
            <a:custGeom>
              <a:avLst/>
              <a:gdLst/>
              <a:ahLst/>
              <a:cxnLst/>
              <a:rect l="l" t="t" r="r" b="b"/>
              <a:pathLst>
                <a:path w="5898" h="2949" extrusionOk="0">
                  <a:moveTo>
                    <a:pt x="5320" y="274"/>
                  </a:moveTo>
                  <a:cubicBezTo>
                    <a:pt x="5472" y="274"/>
                    <a:pt x="5624" y="426"/>
                    <a:pt x="5624" y="608"/>
                  </a:cubicBezTo>
                  <a:lnTo>
                    <a:pt x="5624" y="760"/>
                  </a:lnTo>
                  <a:lnTo>
                    <a:pt x="5624" y="1155"/>
                  </a:lnTo>
                  <a:lnTo>
                    <a:pt x="5624" y="1186"/>
                  </a:lnTo>
                  <a:cubicBezTo>
                    <a:pt x="5624" y="1307"/>
                    <a:pt x="5624" y="1398"/>
                    <a:pt x="5654" y="1490"/>
                  </a:cubicBezTo>
                  <a:cubicBezTo>
                    <a:pt x="5654" y="1520"/>
                    <a:pt x="5624" y="1550"/>
                    <a:pt x="5593" y="1550"/>
                  </a:cubicBezTo>
                  <a:cubicBezTo>
                    <a:pt x="5533" y="1611"/>
                    <a:pt x="5441" y="1642"/>
                    <a:pt x="5350" y="1672"/>
                  </a:cubicBezTo>
                  <a:lnTo>
                    <a:pt x="760" y="2736"/>
                  </a:lnTo>
                  <a:cubicBezTo>
                    <a:pt x="669" y="2736"/>
                    <a:pt x="578" y="2705"/>
                    <a:pt x="548" y="2645"/>
                  </a:cubicBezTo>
                  <a:cubicBezTo>
                    <a:pt x="426" y="2523"/>
                    <a:pt x="365" y="2402"/>
                    <a:pt x="365" y="2250"/>
                  </a:cubicBezTo>
                  <a:cubicBezTo>
                    <a:pt x="305" y="1733"/>
                    <a:pt x="274" y="1186"/>
                    <a:pt x="274" y="669"/>
                  </a:cubicBezTo>
                  <a:lnTo>
                    <a:pt x="274" y="578"/>
                  </a:lnTo>
                  <a:cubicBezTo>
                    <a:pt x="274" y="395"/>
                    <a:pt x="426" y="274"/>
                    <a:pt x="578" y="274"/>
                  </a:cubicBezTo>
                  <a:close/>
                  <a:moveTo>
                    <a:pt x="578" y="0"/>
                  </a:moveTo>
                  <a:cubicBezTo>
                    <a:pt x="274" y="0"/>
                    <a:pt x="1" y="274"/>
                    <a:pt x="1" y="578"/>
                  </a:cubicBezTo>
                  <a:lnTo>
                    <a:pt x="1" y="669"/>
                  </a:lnTo>
                  <a:cubicBezTo>
                    <a:pt x="1" y="1216"/>
                    <a:pt x="31" y="1763"/>
                    <a:pt x="122" y="2310"/>
                  </a:cubicBezTo>
                  <a:cubicBezTo>
                    <a:pt x="122" y="2493"/>
                    <a:pt x="213" y="2675"/>
                    <a:pt x="365" y="2797"/>
                  </a:cubicBezTo>
                  <a:cubicBezTo>
                    <a:pt x="457" y="2918"/>
                    <a:pt x="578" y="2949"/>
                    <a:pt x="730" y="2949"/>
                  </a:cubicBezTo>
                  <a:lnTo>
                    <a:pt x="791" y="2949"/>
                  </a:lnTo>
                  <a:lnTo>
                    <a:pt x="5381" y="1915"/>
                  </a:lnTo>
                  <a:cubicBezTo>
                    <a:pt x="5502" y="1885"/>
                    <a:pt x="5624" y="1824"/>
                    <a:pt x="5715" y="1763"/>
                  </a:cubicBezTo>
                  <a:cubicBezTo>
                    <a:pt x="5837" y="1672"/>
                    <a:pt x="5897" y="1581"/>
                    <a:pt x="5867" y="1459"/>
                  </a:cubicBezTo>
                  <a:cubicBezTo>
                    <a:pt x="5867" y="1368"/>
                    <a:pt x="5837" y="1277"/>
                    <a:pt x="5837" y="1186"/>
                  </a:cubicBezTo>
                  <a:lnTo>
                    <a:pt x="5837" y="1125"/>
                  </a:lnTo>
                  <a:lnTo>
                    <a:pt x="5837" y="730"/>
                  </a:lnTo>
                  <a:lnTo>
                    <a:pt x="5837" y="578"/>
                  </a:lnTo>
                  <a:cubicBezTo>
                    <a:pt x="5837" y="274"/>
                    <a:pt x="5593" y="0"/>
                    <a:pt x="52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2493;p52">
              <a:extLst>
                <a:ext uri="{FF2B5EF4-FFF2-40B4-BE49-F238E27FC236}">
                  <a16:creationId xmlns:a16="http://schemas.microsoft.com/office/drawing/2014/main" id="{CCE87F7F-60F4-8F19-A7D2-82FE2DF33DC0}"/>
                </a:ext>
              </a:extLst>
            </p:cNvPr>
            <p:cNvSpPr/>
            <p:nvPr/>
          </p:nvSpPr>
          <p:spPr>
            <a:xfrm>
              <a:off x="1244420" y="2523172"/>
              <a:ext cx="168712" cy="66001"/>
            </a:xfrm>
            <a:custGeom>
              <a:avLst/>
              <a:gdLst/>
              <a:ahLst/>
              <a:cxnLst/>
              <a:rect l="l" t="t" r="r" b="b"/>
              <a:pathLst>
                <a:path w="6140" h="2402" extrusionOk="0">
                  <a:moveTo>
                    <a:pt x="426" y="1"/>
                  </a:moveTo>
                  <a:cubicBezTo>
                    <a:pt x="182" y="1"/>
                    <a:pt x="0" y="183"/>
                    <a:pt x="0" y="426"/>
                  </a:cubicBezTo>
                  <a:lnTo>
                    <a:pt x="0" y="1764"/>
                  </a:lnTo>
                  <a:cubicBezTo>
                    <a:pt x="0" y="2128"/>
                    <a:pt x="243" y="2402"/>
                    <a:pt x="456" y="2402"/>
                  </a:cubicBezTo>
                  <a:lnTo>
                    <a:pt x="5714" y="1946"/>
                  </a:lnTo>
                  <a:cubicBezTo>
                    <a:pt x="5958" y="1915"/>
                    <a:pt x="6140" y="1824"/>
                    <a:pt x="6140" y="1703"/>
                  </a:cubicBezTo>
                  <a:lnTo>
                    <a:pt x="6140" y="426"/>
                  </a:lnTo>
                  <a:cubicBezTo>
                    <a:pt x="6140" y="183"/>
                    <a:pt x="5927" y="1"/>
                    <a:pt x="5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2494;p52">
              <a:extLst>
                <a:ext uri="{FF2B5EF4-FFF2-40B4-BE49-F238E27FC236}">
                  <a16:creationId xmlns:a16="http://schemas.microsoft.com/office/drawing/2014/main" id="{87F85C7F-D8A0-3E8F-4D54-CAA5AF60B24A}"/>
                </a:ext>
              </a:extLst>
            </p:cNvPr>
            <p:cNvSpPr/>
            <p:nvPr/>
          </p:nvSpPr>
          <p:spPr>
            <a:xfrm>
              <a:off x="1240244" y="2519820"/>
              <a:ext cx="176241" cy="72705"/>
            </a:xfrm>
            <a:custGeom>
              <a:avLst/>
              <a:gdLst/>
              <a:ahLst/>
              <a:cxnLst/>
              <a:rect l="l" t="t" r="r" b="b"/>
              <a:pathLst>
                <a:path w="6414" h="2646" extrusionOk="0">
                  <a:moveTo>
                    <a:pt x="5836" y="244"/>
                  </a:moveTo>
                  <a:cubicBezTo>
                    <a:pt x="6018" y="244"/>
                    <a:pt x="6140" y="396"/>
                    <a:pt x="6140" y="578"/>
                  </a:cubicBezTo>
                  <a:lnTo>
                    <a:pt x="6140" y="1825"/>
                  </a:lnTo>
                  <a:cubicBezTo>
                    <a:pt x="6079" y="1916"/>
                    <a:pt x="5958" y="1946"/>
                    <a:pt x="5836" y="1946"/>
                  </a:cubicBezTo>
                  <a:lnTo>
                    <a:pt x="578" y="2402"/>
                  </a:lnTo>
                  <a:cubicBezTo>
                    <a:pt x="547" y="2402"/>
                    <a:pt x="486" y="2372"/>
                    <a:pt x="426" y="2341"/>
                  </a:cubicBezTo>
                  <a:cubicBezTo>
                    <a:pt x="334" y="2220"/>
                    <a:pt x="243" y="2037"/>
                    <a:pt x="274" y="1886"/>
                  </a:cubicBezTo>
                  <a:lnTo>
                    <a:pt x="274" y="548"/>
                  </a:lnTo>
                  <a:cubicBezTo>
                    <a:pt x="274" y="396"/>
                    <a:pt x="395" y="244"/>
                    <a:pt x="578" y="244"/>
                  </a:cubicBezTo>
                  <a:close/>
                  <a:moveTo>
                    <a:pt x="578" y="1"/>
                  </a:moveTo>
                  <a:cubicBezTo>
                    <a:pt x="274" y="1"/>
                    <a:pt x="0" y="244"/>
                    <a:pt x="0" y="548"/>
                  </a:cubicBezTo>
                  <a:lnTo>
                    <a:pt x="0" y="1886"/>
                  </a:lnTo>
                  <a:cubicBezTo>
                    <a:pt x="0" y="2129"/>
                    <a:pt x="122" y="2341"/>
                    <a:pt x="274" y="2524"/>
                  </a:cubicBezTo>
                  <a:cubicBezTo>
                    <a:pt x="365" y="2585"/>
                    <a:pt x="456" y="2645"/>
                    <a:pt x="578" y="2645"/>
                  </a:cubicBezTo>
                  <a:lnTo>
                    <a:pt x="638" y="2645"/>
                  </a:lnTo>
                  <a:lnTo>
                    <a:pt x="5866" y="2189"/>
                  </a:lnTo>
                  <a:cubicBezTo>
                    <a:pt x="6049" y="2189"/>
                    <a:pt x="6231" y="2129"/>
                    <a:pt x="6353" y="2007"/>
                  </a:cubicBezTo>
                  <a:cubicBezTo>
                    <a:pt x="6383" y="1946"/>
                    <a:pt x="6414" y="1886"/>
                    <a:pt x="6414" y="1825"/>
                  </a:cubicBezTo>
                  <a:lnTo>
                    <a:pt x="6414" y="548"/>
                  </a:lnTo>
                  <a:cubicBezTo>
                    <a:pt x="6414" y="244"/>
                    <a:pt x="6170" y="1"/>
                    <a:pt x="58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2495;p52">
              <a:extLst>
                <a:ext uri="{FF2B5EF4-FFF2-40B4-BE49-F238E27FC236}">
                  <a16:creationId xmlns:a16="http://schemas.microsoft.com/office/drawing/2014/main" id="{A58B453A-0A21-B76A-69C8-3AB2D512B462}"/>
                </a:ext>
              </a:extLst>
            </p:cNvPr>
            <p:cNvSpPr/>
            <p:nvPr/>
          </p:nvSpPr>
          <p:spPr>
            <a:xfrm>
              <a:off x="1275305" y="2605192"/>
              <a:ext cx="152033" cy="125242"/>
            </a:xfrm>
            <a:custGeom>
              <a:avLst/>
              <a:gdLst/>
              <a:ahLst/>
              <a:cxnLst/>
              <a:rect l="l" t="t" r="r" b="b"/>
              <a:pathLst>
                <a:path w="5533" h="4558" extrusionOk="0">
                  <a:moveTo>
                    <a:pt x="4856" y="0"/>
                  </a:moveTo>
                  <a:cubicBezTo>
                    <a:pt x="4774" y="0"/>
                    <a:pt x="4680" y="17"/>
                    <a:pt x="4590" y="55"/>
                  </a:cubicBezTo>
                  <a:lnTo>
                    <a:pt x="274" y="1940"/>
                  </a:lnTo>
                  <a:cubicBezTo>
                    <a:pt x="31" y="2031"/>
                    <a:pt x="1" y="2426"/>
                    <a:pt x="153" y="2700"/>
                  </a:cubicBezTo>
                  <a:cubicBezTo>
                    <a:pt x="305" y="3003"/>
                    <a:pt x="426" y="3277"/>
                    <a:pt x="639" y="3520"/>
                  </a:cubicBezTo>
                  <a:cubicBezTo>
                    <a:pt x="852" y="3794"/>
                    <a:pt x="1004" y="4067"/>
                    <a:pt x="1216" y="4280"/>
                  </a:cubicBezTo>
                  <a:cubicBezTo>
                    <a:pt x="1374" y="4457"/>
                    <a:pt x="1569" y="4557"/>
                    <a:pt x="1736" y="4557"/>
                  </a:cubicBezTo>
                  <a:cubicBezTo>
                    <a:pt x="1828" y="4557"/>
                    <a:pt x="1912" y="4527"/>
                    <a:pt x="1976" y="4462"/>
                  </a:cubicBezTo>
                  <a:lnTo>
                    <a:pt x="5320" y="1119"/>
                  </a:lnTo>
                  <a:cubicBezTo>
                    <a:pt x="5472" y="967"/>
                    <a:pt x="5533" y="724"/>
                    <a:pt x="5472" y="633"/>
                  </a:cubicBezTo>
                  <a:cubicBezTo>
                    <a:pt x="5381" y="572"/>
                    <a:pt x="5320" y="481"/>
                    <a:pt x="5259" y="389"/>
                  </a:cubicBezTo>
                  <a:cubicBezTo>
                    <a:pt x="5198" y="298"/>
                    <a:pt x="5138" y="207"/>
                    <a:pt x="5077" y="86"/>
                  </a:cubicBezTo>
                  <a:cubicBezTo>
                    <a:pt x="5059" y="33"/>
                    <a:pt x="4970" y="0"/>
                    <a:pt x="48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2496;p52">
              <a:extLst>
                <a:ext uri="{FF2B5EF4-FFF2-40B4-BE49-F238E27FC236}">
                  <a16:creationId xmlns:a16="http://schemas.microsoft.com/office/drawing/2014/main" id="{66207B9C-41EB-8547-D554-EE16F34E4E3A}"/>
                </a:ext>
              </a:extLst>
            </p:cNvPr>
            <p:cNvSpPr/>
            <p:nvPr/>
          </p:nvSpPr>
          <p:spPr>
            <a:xfrm>
              <a:off x="1272804" y="2601813"/>
              <a:ext cx="159562" cy="131865"/>
            </a:xfrm>
            <a:custGeom>
              <a:avLst/>
              <a:gdLst/>
              <a:ahLst/>
              <a:cxnLst/>
              <a:rect l="l" t="t" r="r" b="b"/>
              <a:pathLst>
                <a:path w="5807" h="4799" extrusionOk="0">
                  <a:moveTo>
                    <a:pt x="4955" y="239"/>
                  </a:moveTo>
                  <a:cubicBezTo>
                    <a:pt x="5016" y="239"/>
                    <a:pt x="5077" y="269"/>
                    <a:pt x="5077" y="269"/>
                  </a:cubicBezTo>
                  <a:lnTo>
                    <a:pt x="5168" y="421"/>
                  </a:lnTo>
                  <a:lnTo>
                    <a:pt x="5259" y="573"/>
                  </a:lnTo>
                  <a:cubicBezTo>
                    <a:pt x="5289" y="604"/>
                    <a:pt x="5320" y="664"/>
                    <a:pt x="5320" y="695"/>
                  </a:cubicBezTo>
                  <a:cubicBezTo>
                    <a:pt x="5381" y="756"/>
                    <a:pt x="5411" y="786"/>
                    <a:pt x="5472" y="847"/>
                  </a:cubicBezTo>
                  <a:cubicBezTo>
                    <a:pt x="5472" y="968"/>
                    <a:pt x="5411" y="1090"/>
                    <a:pt x="5320" y="1151"/>
                  </a:cubicBezTo>
                  <a:lnTo>
                    <a:pt x="1976" y="4494"/>
                  </a:lnTo>
                  <a:cubicBezTo>
                    <a:pt x="1946" y="4525"/>
                    <a:pt x="1885" y="4555"/>
                    <a:pt x="1824" y="4555"/>
                  </a:cubicBezTo>
                  <a:cubicBezTo>
                    <a:pt x="1672" y="4525"/>
                    <a:pt x="1520" y="4464"/>
                    <a:pt x="1399" y="4312"/>
                  </a:cubicBezTo>
                  <a:cubicBezTo>
                    <a:pt x="1247" y="4160"/>
                    <a:pt x="1125" y="3947"/>
                    <a:pt x="973" y="3765"/>
                  </a:cubicBezTo>
                  <a:lnTo>
                    <a:pt x="821" y="3582"/>
                  </a:lnTo>
                  <a:cubicBezTo>
                    <a:pt x="669" y="3339"/>
                    <a:pt x="487" y="3066"/>
                    <a:pt x="335" y="2762"/>
                  </a:cubicBezTo>
                  <a:cubicBezTo>
                    <a:pt x="274" y="2640"/>
                    <a:pt x="244" y="2458"/>
                    <a:pt x="274" y="2306"/>
                  </a:cubicBezTo>
                  <a:cubicBezTo>
                    <a:pt x="304" y="2245"/>
                    <a:pt x="335" y="2184"/>
                    <a:pt x="396" y="2184"/>
                  </a:cubicBezTo>
                  <a:lnTo>
                    <a:pt x="4712" y="300"/>
                  </a:lnTo>
                  <a:cubicBezTo>
                    <a:pt x="4803" y="269"/>
                    <a:pt x="4864" y="239"/>
                    <a:pt x="4955" y="239"/>
                  </a:cubicBezTo>
                  <a:close/>
                  <a:moveTo>
                    <a:pt x="4968" y="1"/>
                  </a:moveTo>
                  <a:cubicBezTo>
                    <a:pt x="4869" y="1"/>
                    <a:pt x="4758" y="28"/>
                    <a:pt x="4651" y="87"/>
                  </a:cubicBezTo>
                  <a:lnTo>
                    <a:pt x="304" y="1941"/>
                  </a:lnTo>
                  <a:cubicBezTo>
                    <a:pt x="213" y="2002"/>
                    <a:pt x="122" y="2093"/>
                    <a:pt x="61" y="2215"/>
                  </a:cubicBezTo>
                  <a:cubicBezTo>
                    <a:pt x="0" y="2458"/>
                    <a:pt x="31" y="2671"/>
                    <a:pt x="122" y="2883"/>
                  </a:cubicBezTo>
                  <a:cubicBezTo>
                    <a:pt x="304" y="3187"/>
                    <a:pt x="487" y="3491"/>
                    <a:pt x="639" y="3734"/>
                  </a:cubicBezTo>
                  <a:cubicBezTo>
                    <a:pt x="700" y="3795"/>
                    <a:pt x="730" y="3856"/>
                    <a:pt x="791" y="3917"/>
                  </a:cubicBezTo>
                  <a:cubicBezTo>
                    <a:pt x="912" y="4130"/>
                    <a:pt x="1064" y="4312"/>
                    <a:pt x="1247" y="4494"/>
                  </a:cubicBezTo>
                  <a:cubicBezTo>
                    <a:pt x="1368" y="4677"/>
                    <a:pt x="1611" y="4798"/>
                    <a:pt x="1824" y="4798"/>
                  </a:cubicBezTo>
                  <a:cubicBezTo>
                    <a:pt x="1946" y="4798"/>
                    <a:pt x="2067" y="4768"/>
                    <a:pt x="2159" y="4677"/>
                  </a:cubicBezTo>
                  <a:lnTo>
                    <a:pt x="5502" y="1333"/>
                  </a:lnTo>
                  <a:cubicBezTo>
                    <a:pt x="5684" y="1151"/>
                    <a:pt x="5806" y="847"/>
                    <a:pt x="5654" y="664"/>
                  </a:cubicBezTo>
                  <a:cubicBezTo>
                    <a:pt x="5624" y="634"/>
                    <a:pt x="5593" y="604"/>
                    <a:pt x="5563" y="543"/>
                  </a:cubicBezTo>
                  <a:cubicBezTo>
                    <a:pt x="5532" y="512"/>
                    <a:pt x="5502" y="482"/>
                    <a:pt x="5472" y="452"/>
                  </a:cubicBezTo>
                  <a:lnTo>
                    <a:pt x="5381" y="300"/>
                  </a:lnTo>
                  <a:cubicBezTo>
                    <a:pt x="5350" y="269"/>
                    <a:pt x="5320" y="209"/>
                    <a:pt x="5289" y="178"/>
                  </a:cubicBezTo>
                  <a:cubicBezTo>
                    <a:pt x="5252" y="67"/>
                    <a:pt x="5125" y="1"/>
                    <a:pt x="49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2497;p52">
              <a:extLst>
                <a:ext uri="{FF2B5EF4-FFF2-40B4-BE49-F238E27FC236}">
                  <a16:creationId xmlns:a16="http://schemas.microsoft.com/office/drawing/2014/main" id="{DD1B361A-C1CF-E639-19D8-47F232BA93CA}"/>
                </a:ext>
              </a:extLst>
            </p:cNvPr>
            <p:cNvSpPr/>
            <p:nvPr/>
          </p:nvSpPr>
          <p:spPr>
            <a:xfrm>
              <a:off x="1255274" y="2591646"/>
              <a:ext cx="171240" cy="118758"/>
            </a:xfrm>
            <a:custGeom>
              <a:avLst/>
              <a:gdLst/>
              <a:ahLst/>
              <a:cxnLst/>
              <a:rect l="l" t="t" r="r" b="b"/>
              <a:pathLst>
                <a:path w="6232" h="4322" extrusionOk="0">
                  <a:moveTo>
                    <a:pt x="5638" y="1"/>
                  </a:moveTo>
                  <a:cubicBezTo>
                    <a:pt x="5569" y="1"/>
                    <a:pt x="5492" y="11"/>
                    <a:pt x="5411" y="31"/>
                  </a:cubicBezTo>
                  <a:lnTo>
                    <a:pt x="335" y="1430"/>
                  </a:lnTo>
                  <a:cubicBezTo>
                    <a:pt x="122" y="1490"/>
                    <a:pt x="0" y="1825"/>
                    <a:pt x="122" y="2189"/>
                  </a:cubicBezTo>
                  <a:lnTo>
                    <a:pt x="304" y="2645"/>
                  </a:lnTo>
                  <a:lnTo>
                    <a:pt x="517" y="3101"/>
                  </a:lnTo>
                  <a:cubicBezTo>
                    <a:pt x="669" y="3405"/>
                    <a:pt x="821" y="3679"/>
                    <a:pt x="1003" y="3952"/>
                  </a:cubicBezTo>
                  <a:cubicBezTo>
                    <a:pt x="1133" y="4191"/>
                    <a:pt x="1356" y="4321"/>
                    <a:pt x="1550" y="4321"/>
                  </a:cubicBezTo>
                  <a:cubicBezTo>
                    <a:pt x="1629" y="4321"/>
                    <a:pt x="1702" y="4300"/>
                    <a:pt x="1763" y="4256"/>
                  </a:cubicBezTo>
                  <a:lnTo>
                    <a:pt x="5927" y="1095"/>
                  </a:lnTo>
                  <a:cubicBezTo>
                    <a:pt x="6140" y="943"/>
                    <a:pt x="6231" y="761"/>
                    <a:pt x="6170" y="639"/>
                  </a:cubicBezTo>
                  <a:cubicBezTo>
                    <a:pt x="6110" y="579"/>
                    <a:pt x="6079" y="487"/>
                    <a:pt x="6019" y="396"/>
                  </a:cubicBezTo>
                  <a:lnTo>
                    <a:pt x="5958" y="244"/>
                  </a:lnTo>
                  <a:lnTo>
                    <a:pt x="5897" y="123"/>
                  </a:lnTo>
                  <a:cubicBezTo>
                    <a:pt x="5877" y="42"/>
                    <a:pt x="5775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2498;p52">
              <a:extLst>
                <a:ext uri="{FF2B5EF4-FFF2-40B4-BE49-F238E27FC236}">
                  <a16:creationId xmlns:a16="http://schemas.microsoft.com/office/drawing/2014/main" id="{F6984471-36A1-FC60-5700-85DA4EDF08BE}"/>
                </a:ext>
              </a:extLst>
            </p:cNvPr>
            <p:cNvSpPr/>
            <p:nvPr/>
          </p:nvSpPr>
          <p:spPr>
            <a:xfrm>
              <a:off x="1253598" y="2587991"/>
              <a:ext cx="177092" cy="125627"/>
            </a:xfrm>
            <a:custGeom>
              <a:avLst/>
              <a:gdLst/>
              <a:ahLst/>
              <a:cxnLst/>
              <a:rect l="l" t="t" r="r" b="b"/>
              <a:pathLst>
                <a:path w="6445" h="4572" extrusionOk="0">
                  <a:moveTo>
                    <a:pt x="5715" y="256"/>
                  </a:moveTo>
                  <a:cubicBezTo>
                    <a:pt x="5745" y="256"/>
                    <a:pt x="5806" y="256"/>
                    <a:pt x="5836" y="286"/>
                  </a:cubicBezTo>
                  <a:lnTo>
                    <a:pt x="5897" y="438"/>
                  </a:lnTo>
                  <a:cubicBezTo>
                    <a:pt x="5928" y="499"/>
                    <a:pt x="5958" y="529"/>
                    <a:pt x="5958" y="560"/>
                  </a:cubicBezTo>
                  <a:cubicBezTo>
                    <a:pt x="5988" y="620"/>
                    <a:pt x="6019" y="712"/>
                    <a:pt x="6080" y="772"/>
                  </a:cubicBezTo>
                  <a:lnTo>
                    <a:pt x="6110" y="833"/>
                  </a:lnTo>
                  <a:cubicBezTo>
                    <a:pt x="6140" y="863"/>
                    <a:pt x="6080" y="985"/>
                    <a:pt x="5928" y="1107"/>
                  </a:cubicBezTo>
                  <a:lnTo>
                    <a:pt x="1733" y="4298"/>
                  </a:lnTo>
                  <a:cubicBezTo>
                    <a:pt x="1672" y="4329"/>
                    <a:pt x="1611" y="4329"/>
                    <a:pt x="1551" y="4329"/>
                  </a:cubicBezTo>
                  <a:cubicBezTo>
                    <a:pt x="1368" y="4268"/>
                    <a:pt x="1247" y="4177"/>
                    <a:pt x="1155" y="4025"/>
                  </a:cubicBezTo>
                  <a:lnTo>
                    <a:pt x="1125" y="3964"/>
                  </a:lnTo>
                  <a:cubicBezTo>
                    <a:pt x="973" y="3721"/>
                    <a:pt x="821" y="3447"/>
                    <a:pt x="699" y="3174"/>
                  </a:cubicBezTo>
                  <a:lnTo>
                    <a:pt x="487" y="2748"/>
                  </a:lnTo>
                  <a:lnTo>
                    <a:pt x="304" y="2262"/>
                  </a:lnTo>
                  <a:cubicBezTo>
                    <a:pt x="244" y="2110"/>
                    <a:pt x="244" y="1958"/>
                    <a:pt x="304" y="1806"/>
                  </a:cubicBezTo>
                  <a:cubicBezTo>
                    <a:pt x="335" y="1745"/>
                    <a:pt x="365" y="1684"/>
                    <a:pt x="426" y="1684"/>
                  </a:cubicBezTo>
                  <a:lnTo>
                    <a:pt x="5502" y="286"/>
                  </a:lnTo>
                  <a:cubicBezTo>
                    <a:pt x="5563" y="256"/>
                    <a:pt x="5624" y="256"/>
                    <a:pt x="5715" y="256"/>
                  </a:cubicBezTo>
                  <a:close/>
                  <a:moveTo>
                    <a:pt x="5709" y="1"/>
                  </a:moveTo>
                  <a:cubicBezTo>
                    <a:pt x="5626" y="1"/>
                    <a:pt x="5535" y="15"/>
                    <a:pt x="5441" y="43"/>
                  </a:cubicBezTo>
                  <a:lnTo>
                    <a:pt x="396" y="1441"/>
                  </a:lnTo>
                  <a:cubicBezTo>
                    <a:pt x="244" y="1471"/>
                    <a:pt x="152" y="1563"/>
                    <a:pt x="92" y="1684"/>
                  </a:cubicBezTo>
                  <a:cubicBezTo>
                    <a:pt x="0" y="1897"/>
                    <a:pt x="0" y="2140"/>
                    <a:pt x="92" y="2353"/>
                  </a:cubicBezTo>
                  <a:lnTo>
                    <a:pt x="274" y="2839"/>
                  </a:lnTo>
                  <a:lnTo>
                    <a:pt x="487" y="3295"/>
                  </a:lnTo>
                  <a:cubicBezTo>
                    <a:pt x="608" y="3569"/>
                    <a:pt x="760" y="3842"/>
                    <a:pt x="943" y="4116"/>
                  </a:cubicBezTo>
                  <a:lnTo>
                    <a:pt x="973" y="4177"/>
                  </a:lnTo>
                  <a:cubicBezTo>
                    <a:pt x="1095" y="4359"/>
                    <a:pt x="1277" y="4511"/>
                    <a:pt x="1520" y="4572"/>
                  </a:cubicBezTo>
                  <a:lnTo>
                    <a:pt x="1611" y="4572"/>
                  </a:lnTo>
                  <a:cubicBezTo>
                    <a:pt x="1703" y="4572"/>
                    <a:pt x="1794" y="4541"/>
                    <a:pt x="1885" y="4481"/>
                  </a:cubicBezTo>
                  <a:lnTo>
                    <a:pt x="6080" y="1319"/>
                  </a:lnTo>
                  <a:cubicBezTo>
                    <a:pt x="6353" y="1137"/>
                    <a:pt x="6444" y="894"/>
                    <a:pt x="6353" y="712"/>
                  </a:cubicBezTo>
                  <a:cubicBezTo>
                    <a:pt x="6323" y="681"/>
                    <a:pt x="6292" y="651"/>
                    <a:pt x="6292" y="620"/>
                  </a:cubicBezTo>
                  <a:cubicBezTo>
                    <a:pt x="6262" y="590"/>
                    <a:pt x="6231" y="529"/>
                    <a:pt x="6201" y="468"/>
                  </a:cubicBezTo>
                  <a:cubicBezTo>
                    <a:pt x="6171" y="408"/>
                    <a:pt x="6171" y="377"/>
                    <a:pt x="6140" y="347"/>
                  </a:cubicBezTo>
                  <a:lnTo>
                    <a:pt x="6080" y="195"/>
                  </a:lnTo>
                  <a:cubicBezTo>
                    <a:pt x="6038" y="69"/>
                    <a:pt x="5894" y="1"/>
                    <a:pt x="57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2499;p52">
              <a:extLst>
                <a:ext uri="{FF2B5EF4-FFF2-40B4-BE49-F238E27FC236}">
                  <a16:creationId xmlns:a16="http://schemas.microsoft.com/office/drawing/2014/main" id="{46A3B7B9-7129-3B79-3C2E-30913BA3F4A3}"/>
                </a:ext>
              </a:extLst>
            </p:cNvPr>
            <p:cNvSpPr/>
            <p:nvPr/>
          </p:nvSpPr>
          <p:spPr>
            <a:xfrm>
              <a:off x="1357160" y="2639677"/>
              <a:ext cx="111119" cy="155797"/>
            </a:xfrm>
            <a:custGeom>
              <a:avLst/>
              <a:gdLst/>
              <a:ahLst/>
              <a:cxnLst/>
              <a:rect l="l" t="t" r="r" b="b"/>
              <a:pathLst>
                <a:path w="4044" h="5670" extrusionOk="0">
                  <a:moveTo>
                    <a:pt x="3194" y="0"/>
                  </a:moveTo>
                  <a:cubicBezTo>
                    <a:pt x="3089" y="0"/>
                    <a:pt x="2927" y="109"/>
                    <a:pt x="2827" y="259"/>
                  </a:cubicBezTo>
                  <a:lnTo>
                    <a:pt x="152" y="4150"/>
                  </a:lnTo>
                  <a:cubicBezTo>
                    <a:pt x="0" y="4363"/>
                    <a:pt x="152" y="4697"/>
                    <a:pt x="456" y="4879"/>
                  </a:cubicBezTo>
                  <a:cubicBezTo>
                    <a:pt x="730" y="5031"/>
                    <a:pt x="1034" y="5183"/>
                    <a:pt x="1307" y="5305"/>
                  </a:cubicBezTo>
                  <a:cubicBezTo>
                    <a:pt x="1611" y="5426"/>
                    <a:pt x="1915" y="5548"/>
                    <a:pt x="2219" y="5639"/>
                  </a:cubicBezTo>
                  <a:cubicBezTo>
                    <a:pt x="2301" y="5660"/>
                    <a:pt x="2382" y="5669"/>
                    <a:pt x="2458" y="5669"/>
                  </a:cubicBezTo>
                  <a:cubicBezTo>
                    <a:pt x="2719" y="5669"/>
                    <a:pt x="2925" y="5554"/>
                    <a:pt x="2949" y="5366"/>
                  </a:cubicBezTo>
                  <a:lnTo>
                    <a:pt x="3982" y="776"/>
                  </a:lnTo>
                  <a:cubicBezTo>
                    <a:pt x="4043" y="533"/>
                    <a:pt x="3982" y="320"/>
                    <a:pt x="3861" y="290"/>
                  </a:cubicBezTo>
                  <a:lnTo>
                    <a:pt x="3557" y="168"/>
                  </a:lnTo>
                  <a:cubicBezTo>
                    <a:pt x="3466" y="138"/>
                    <a:pt x="3344" y="77"/>
                    <a:pt x="3253" y="16"/>
                  </a:cubicBezTo>
                  <a:cubicBezTo>
                    <a:pt x="3237" y="5"/>
                    <a:pt x="3217" y="0"/>
                    <a:pt x="31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2500;p52">
              <a:extLst>
                <a:ext uri="{FF2B5EF4-FFF2-40B4-BE49-F238E27FC236}">
                  <a16:creationId xmlns:a16="http://schemas.microsoft.com/office/drawing/2014/main" id="{A3B5C555-C725-8912-279D-42F77C7E864E}"/>
                </a:ext>
              </a:extLst>
            </p:cNvPr>
            <p:cNvSpPr/>
            <p:nvPr/>
          </p:nvSpPr>
          <p:spPr>
            <a:xfrm>
              <a:off x="1356336" y="2635692"/>
              <a:ext cx="115268" cy="163134"/>
            </a:xfrm>
            <a:custGeom>
              <a:avLst/>
              <a:gdLst/>
              <a:ahLst/>
              <a:cxnLst/>
              <a:rect l="l" t="t" r="r" b="b"/>
              <a:pathLst>
                <a:path w="4195" h="5937" extrusionOk="0">
                  <a:moveTo>
                    <a:pt x="3222" y="283"/>
                  </a:moveTo>
                  <a:cubicBezTo>
                    <a:pt x="3283" y="313"/>
                    <a:pt x="3344" y="343"/>
                    <a:pt x="3404" y="374"/>
                  </a:cubicBezTo>
                  <a:cubicBezTo>
                    <a:pt x="3435" y="404"/>
                    <a:pt x="3496" y="404"/>
                    <a:pt x="3526" y="435"/>
                  </a:cubicBezTo>
                  <a:lnTo>
                    <a:pt x="3708" y="495"/>
                  </a:lnTo>
                  <a:lnTo>
                    <a:pt x="3860" y="556"/>
                  </a:lnTo>
                  <a:cubicBezTo>
                    <a:pt x="3921" y="678"/>
                    <a:pt x="3921" y="799"/>
                    <a:pt x="3891" y="890"/>
                  </a:cubicBezTo>
                  <a:lnTo>
                    <a:pt x="2857" y="5511"/>
                  </a:lnTo>
                  <a:cubicBezTo>
                    <a:pt x="2857" y="5541"/>
                    <a:pt x="2796" y="5602"/>
                    <a:pt x="2766" y="5632"/>
                  </a:cubicBezTo>
                  <a:cubicBezTo>
                    <a:pt x="2672" y="5670"/>
                    <a:pt x="2567" y="5696"/>
                    <a:pt x="2464" y="5696"/>
                  </a:cubicBezTo>
                  <a:cubicBezTo>
                    <a:pt x="2400" y="5696"/>
                    <a:pt x="2338" y="5686"/>
                    <a:pt x="2280" y="5663"/>
                  </a:cubicBezTo>
                  <a:cubicBezTo>
                    <a:pt x="1976" y="5571"/>
                    <a:pt x="1672" y="5450"/>
                    <a:pt x="1398" y="5359"/>
                  </a:cubicBezTo>
                  <a:lnTo>
                    <a:pt x="1155" y="5237"/>
                  </a:lnTo>
                  <a:cubicBezTo>
                    <a:pt x="942" y="5146"/>
                    <a:pt x="760" y="5055"/>
                    <a:pt x="547" y="4933"/>
                  </a:cubicBezTo>
                  <a:cubicBezTo>
                    <a:pt x="426" y="4842"/>
                    <a:pt x="304" y="4720"/>
                    <a:pt x="243" y="4538"/>
                  </a:cubicBezTo>
                  <a:cubicBezTo>
                    <a:pt x="243" y="4477"/>
                    <a:pt x="243" y="4416"/>
                    <a:pt x="274" y="4386"/>
                  </a:cubicBezTo>
                  <a:lnTo>
                    <a:pt x="2948" y="495"/>
                  </a:lnTo>
                  <a:cubicBezTo>
                    <a:pt x="3040" y="343"/>
                    <a:pt x="3222" y="283"/>
                    <a:pt x="3222" y="283"/>
                  </a:cubicBezTo>
                  <a:close/>
                  <a:moveTo>
                    <a:pt x="3243" y="1"/>
                  </a:moveTo>
                  <a:cubicBezTo>
                    <a:pt x="3076" y="1"/>
                    <a:pt x="2878" y="153"/>
                    <a:pt x="2736" y="343"/>
                  </a:cubicBezTo>
                  <a:lnTo>
                    <a:pt x="91" y="4204"/>
                  </a:lnTo>
                  <a:cubicBezTo>
                    <a:pt x="0" y="4325"/>
                    <a:pt x="0" y="4477"/>
                    <a:pt x="30" y="4599"/>
                  </a:cubicBezTo>
                  <a:cubicBezTo>
                    <a:pt x="91" y="4811"/>
                    <a:pt x="243" y="5024"/>
                    <a:pt x="426" y="5115"/>
                  </a:cubicBezTo>
                  <a:cubicBezTo>
                    <a:pt x="638" y="5237"/>
                    <a:pt x="851" y="5359"/>
                    <a:pt x="1064" y="5450"/>
                  </a:cubicBezTo>
                  <a:lnTo>
                    <a:pt x="1307" y="5571"/>
                  </a:lnTo>
                  <a:cubicBezTo>
                    <a:pt x="1611" y="5693"/>
                    <a:pt x="1915" y="5784"/>
                    <a:pt x="2219" y="5906"/>
                  </a:cubicBezTo>
                  <a:cubicBezTo>
                    <a:pt x="2310" y="5936"/>
                    <a:pt x="2401" y="5936"/>
                    <a:pt x="2492" y="5936"/>
                  </a:cubicBezTo>
                  <a:cubicBezTo>
                    <a:pt x="2644" y="5936"/>
                    <a:pt x="2766" y="5906"/>
                    <a:pt x="2888" y="5815"/>
                  </a:cubicBezTo>
                  <a:cubicBezTo>
                    <a:pt x="3009" y="5754"/>
                    <a:pt x="3100" y="5663"/>
                    <a:pt x="3131" y="5541"/>
                  </a:cubicBezTo>
                  <a:lnTo>
                    <a:pt x="4134" y="921"/>
                  </a:lnTo>
                  <a:cubicBezTo>
                    <a:pt x="4195" y="769"/>
                    <a:pt x="4164" y="586"/>
                    <a:pt x="4073" y="435"/>
                  </a:cubicBezTo>
                  <a:cubicBezTo>
                    <a:pt x="4073" y="374"/>
                    <a:pt x="4012" y="343"/>
                    <a:pt x="3951" y="313"/>
                  </a:cubicBezTo>
                  <a:lnTo>
                    <a:pt x="3800" y="252"/>
                  </a:lnTo>
                  <a:cubicBezTo>
                    <a:pt x="3739" y="252"/>
                    <a:pt x="3708" y="222"/>
                    <a:pt x="3648" y="191"/>
                  </a:cubicBezTo>
                  <a:cubicBezTo>
                    <a:pt x="3617" y="161"/>
                    <a:pt x="3556" y="161"/>
                    <a:pt x="3496" y="131"/>
                  </a:cubicBezTo>
                  <a:cubicBezTo>
                    <a:pt x="3465" y="100"/>
                    <a:pt x="3404" y="100"/>
                    <a:pt x="3374" y="39"/>
                  </a:cubicBezTo>
                  <a:cubicBezTo>
                    <a:pt x="3334" y="13"/>
                    <a:pt x="3290" y="1"/>
                    <a:pt x="32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2501;p52">
              <a:extLst>
                <a:ext uri="{FF2B5EF4-FFF2-40B4-BE49-F238E27FC236}">
                  <a16:creationId xmlns:a16="http://schemas.microsoft.com/office/drawing/2014/main" id="{0D8129B0-F73F-72B7-7FB9-CBAEDF105CAB}"/>
                </a:ext>
              </a:extLst>
            </p:cNvPr>
            <p:cNvSpPr/>
            <p:nvPr/>
          </p:nvSpPr>
          <p:spPr>
            <a:xfrm>
              <a:off x="1327924" y="2627779"/>
              <a:ext cx="132002" cy="163931"/>
            </a:xfrm>
            <a:custGeom>
              <a:avLst/>
              <a:gdLst/>
              <a:ahLst/>
              <a:cxnLst/>
              <a:rect l="l" t="t" r="r" b="b"/>
              <a:pathLst>
                <a:path w="4804" h="5966" extrusionOk="0">
                  <a:moveTo>
                    <a:pt x="4081" y="1"/>
                  </a:moveTo>
                  <a:cubicBezTo>
                    <a:pt x="3982" y="1"/>
                    <a:pt x="3846" y="69"/>
                    <a:pt x="3709" y="206"/>
                  </a:cubicBezTo>
                  <a:lnTo>
                    <a:pt x="153" y="4096"/>
                  </a:lnTo>
                  <a:cubicBezTo>
                    <a:pt x="1" y="4248"/>
                    <a:pt x="61" y="4613"/>
                    <a:pt x="365" y="4856"/>
                  </a:cubicBezTo>
                  <a:cubicBezTo>
                    <a:pt x="639" y="5039"/>
                    <a:pt x="912" y="5221"/>
                    <a:pt x="1186" y="5403"/>
                  </a:cubicBezTo>
                  <a:lnTo>
                    <a:pt x="1581" y="5677"/>
                  </a:lnTo>
                  <a:lnTo>
                    <a:pt x="2037" y="5890"/>
                  </a:lnTo>
                  <a:cubicBezTo>
                    <a:pt x="2151" y="5942"/>
                    <a:pt x="2269" y="5965"/>
                    <a:pt x="2378" y="5965"/>
                  </a:cubicBezTo>
                  <a:cubicBezTo>
                    <a:pt x="2589" y="5965"/>
                    <a:pt x="2767" y="5878"/>
                    <a:pt x="2827" y="5738"/>
                  </a:cubicBezTo>
                  <a:lnTo>
                    <a:pt x="4712" y="814"/>
                  </a:lnTo>
                  <a:cubicBezTo>
                    <a:pt x="4803" y="601"/>
                    <a:pt x="4773" y="388"/>
                    <a:pt x="4682" y="327"/>
                  </a:cubicBezTo>
                  <a:lnTo>
                    <a:pt x="4530" y="267"/>
                  </a:lnTo>
                  <a:lnTo>
                    <a:pt x="4408" y="175"/>
                  </a:lnTo>
                  <a:cubicBezTo>
                    <a:pt x="4317" y="145"/>
                    <a:pt x="4226" y="84"/>
                    <a:pt x="4165" y="23"/>
                  </a:cubicBezTo>
                  <a:cubicBezTo>
                    <a:pt x="4142" y="8"/>
                    <a:pt x="4114" y="1"/>
                    <a:pt x="40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2502;p52">
              <a:extLst>
                <a:ext uri="{FF2B5EF4-FFF2-40B4-BE49-F238E27FC236}">
                  <a16:creationId xmlns:a16="http://schemas.microsoft.com/office/drawing/2014/main" id="{953A763F-9FEE-F1ED-A815-C3FC5E3D9D79}"/>
                </a:ext>
              </a:extLst>
            </p:cNvPr>
            <p:cNvSpPr/>
            <p:nvPr/>
          </p:nvSpPr>
          <p:spPr>
            <a:xfrm>
              <a:off x="1325424" y="2624097"/>
              <a:ext cx="137003" cy="171377"/>
            </a:xfrm>
            <a:custGeom>
              <a:avLst/>
              <a:gdLst/>
              <a:ahLst/>
              <a:cxnLst/>
              <a:rect l="l" t="t" r="r" b="b"/>
              <a:pathLst>
                <a:path w="4986" h="6237" extrusionOk="0">
                  <a:moveTo>
                    <a:pt x="4143" y="254"/>
                  </a:moveTo>
                  <a:lnTo>
                    <a:pt x="4225" y="309"/>
                  </a:lnTo>
                  <a:cubicBezTo>
                    <a:pt x="4256" y="370"/>
                    <a:pt x="4317" y="401"/>
                    <a:pt x="4408" y="431"/>
                  </a:cubicBezTo>
                  <a:lnTo>
                    <a:pt x="4560" y="522"/>
                  </a:lnTo>
                  <a:lnTo>
                    <a:pt x="4681" y="583"/>
                  </a:lnTo>
                  <a:cubicBezTo>
                    <a:pt x="4712" y="583"/>
                    <a:pt x="4742" y="735"/>
                    <a:pt x="4681" y="917"/>
                  </a:cubicBezTo>
                  <a:lnTo>
                    <a:pt x="2797" y="5841"/>
                  </a:lnTo>
                  <a:cubicBezTo>
                    <a:pt x="2766" y="5872"/>
                    <a:pt x="2736" y="5933"/>
                    <a:pt x="2675" y="5963"/>
                  </a:cubicBezTo>
                  <a:cubicBezTo>
                    <a:pt x="2608" y="5974"/>
                    <a:pt x="2546" y="5981"/>
                    <a:pt x="2486" y="5981"/>
                  </a:cubicBezTo>
                  <a:cubicBezTo>
                    <a:pt x="2382" y="5981"/>
                    <a:pt x="2285" y="5960"/>
                    <a:pt x="2189" y="5902"/>
                  </a:cubicBezTo>
                  <a:lnTo>
                    <a:pt x="1733" y="5689"/>
                  </a:lnTo>
                  <a:lnTo>
                    <a:pt x="1307" y="5446"/>
                  </a:lnTo>
                  <a:cubicBezTo>
                    <a:pt x="1034" y="5264"/>
                    <a:pt x="760" y="5081"/>
                    <a:pt x="517" y="4869"/>
                  </a:cubicBezTo>
                  <a:cubicBezTo>
                    <a:pt x="396" y="4778"/>
                    <a:pt x="304" y="4626"/>
                    <a:pt x="274" y="4474"/>
                  </a:cubicBezTo>
                  <a:cubicBezTo>
                    <a:pt x="244" y="4413"/>
                    <a:pt x="274" y="4352"/>
                    <a:pt x="335" y="4291"/>
                  </a:cubicBezTo>
                  <a:lnTo>
                    <a:pt x="3861" y="431"/>
                  </a:lnTo>
                  <a:cubicBezTo>
                    <a:pt x="3946" y="345"/>
                    <a:pt x="4032" y="286"/>
                    <a:pt x="4143" y="254"/>
                  </a:cubicBezTo>
                  <a:close/>
                  <a:moveTo>
                    <a:pt x="4151" y="1"/>
                  </a:moveTo>
                  <a:cubicBezTo>
                    <a:pt x="4009" y="1"/>
                    <a:pt x="3835" y="91"/>
                    <a:pt x="3678" y="249"/>
                  </a:cubicBezTo>
                  <a:lnTo>
                    <a:pt x="122" y="4139"/>
                  </a:lnTo>
                  <a:cubicBezTo>
                    <a:pt x="31" y="4230"/>
                    <a:pt x="0" y="4382"/>
                    <a:pt x="0" y="4504"/>
                  </a:cubicBezTo>
                  <a:cubicBezTo>
                    <a:pt x="31" y="4747"/>
                    <a:pt x="183" y="4960"/>
                    <a:pt x="396" y="5112"/>
                  </a:cubicBezTo>
                  <a:cubicBezTo>
                    <a:pt x="639" y="5294"/>
                    <a:pt x="912" y="5477"/>
                    <a:pt x="1186" y="5659"/>
                  </a:cubicBezTo>
                  <a:lnTo>
                    <a:pt x="1642" y="5933"/>
                  </a:lnTo>
                  <a:lnTo>
                    <a:pt x="2067" y="6145"/>
                  </a:lnTo>
                  <a:cubicBezTo>
                    <a:pt x="2189" y="6206"/>
                    <a:pt x="2341" y="6237"/>
                    <a:pt x="2493" y="6237"/>
                  </a:cubicBezTo>
                  <a:cubicBezTo>
                    <a:pt x="2584" y="6237"/>
                    <a:pt x="2645" y="6206"/>
                    <a:pt x="2736" y="6176"/>
                  </a:cubicBezTo>
                  <a:cubicBezTo>
                    <a:pt x="2858" y="6115"/>
                    <a:pt x="2949" y="6024"/>
                    <a:pt x="3010" y="5902"/>
                  </a:cubicBezTo>
                  <a:lnTo>
                    <a:pt x="4894" y="978"/>
                  </a:lnTo>
                  <a:cubicBezTo>
                    <a:pt x="4985" y="705"/>
                    <a:pt x="4955" y="431"/>
                    <a:pt x="4803" y="340"/>
                  </a:cubicBezTo>
                  <a:cubicBezTo>
                    <a:pt x="4742" y="309"/>
                    <a:pt x="4712" y="309"/>
                    <a:pt x="4651" y="279"/>
                  </a:cubicBezTo>
                  <a:lnTo>
                    <a:pt x="4529" y="188"/>
                  </a:lnTo>
                  <a:cubicBezTo>
                    <a:pt x="4469" y="157"/>
                    <a:pt x="4408" y="127"/>
                    <a:pt x="4377" y="97"/>
                  </a:cubicBezTo>
                  <a:lnTo>
                    <a:pt x="4286" y="36"/>
                  </a:lnTo>
                  <a:cubicBezTo>
                    <a:pt x="4246" y="12"/>
                    <a:pt x="4201" y="1"/>
                    <a:pt x="41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2503;p52">
              <a:extLst>
                <a:ext uri="{FF2B5EF4-FFF2-40B4-BE49-F238E27FC236}">
                  <a16:creationId xmlns:a16="http://schemas.microsoft.com/office/drawing/2014/main" id="{FCA69AD1-F1B0-CAEB-BF9C-6FBA205D93AD}"/>
                </a:ext>
              </a:extLst>
            </p:cNvPr>
            <p:cNvSpPr/>
            <p:nvPr/>
          </p:nvSpPr>
          <p:spPr>
            <a:xfrm>
              <a:off x="1478254" y="2651794"/>
              <a:ext cx="63501" cy="153709"/>
            </a:xfrm>
            <a:custGeom>
              <a:avLst/>
              <a:gdLst/>
              <a:ahLst/>
              <a:cxnLst/>
              <a:rect l="l" t="t" r="r" b="b"/>
              <a:pathLst>
                <a:path w="2311" h="5594" extrusionOk="0">
                  <a:moveTo>
                    <a:pt x="578" y="0"/>
                  </a:moveTo>
                  <a:cubicBezTo>
                    <a:pt x="274" y="0"/>
                    <a:pt x="244" y="183"/>
                    <a:pt x="214" y="426"/>
                  </a:cubicBezTo>
                  <a:lnTo>
                    <a:pt x="31" y="5137"/>
                  </a:lnTo>
                  <a:cubicBezTo>
                    <a:pt x="1" y="5381"/>
                    <a:pt x="366" y="5593"/>
                    <a:pt x="578" y="5593"/>
                  </a:cubicBezTo>
                  <a:lnTo>
                    <a:pt x="1855" y="5593"/>
                  </a:lnTo>
                  <a:cubicBezTo>
                    <a:pt x="2098" y="5593"/>
                    <a:pt x="2311" y="5381"/>
                    <a:pt x="2311" y="5137"/>
                  </a:cubicBezTo>
                  <a:lnTo>
                    <a:pt x="2311" y="426"/>
                  </a:lnTo>
                  <a:cubicBezTo>
                    <a:pt x="2311" y="183"/>
                    <a:pt x="2098" y="0"/>
                    <a:pt x="18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2504;p52">
              <a:extLst>
                <a:ext uri="{FF2B5EF4-FFF2-40B4-BE49-F238E27FC236}">
                  <a16:creationId xmlns:a16="http://schemas.microsoft.com/office/drawing/2014/main" id="{1FE2E15D-1B13-53C5-845B-6578313F9248}"/>
                </a:ext>
              </a:extLst>
            </p:cNvPr>
            <p:cNvSpPr/>
            <p:nvPr/>
          </p:nvSpPr>
          <p:spPr>
            <a:xfrm>
              <a:off x="1475753" y="2648387"/>
              <a:ext cx="69353" cy="160441"/>
            </a:xfrm>
            <a:custGeom>
              <a:avLst/>
              <a:gdLst/>
              <a:ahLst/>
              <a:cxnLst/>
              <a:rect l="l" t="t" r="r" b="b"/>
              <a:pathLst>
                <a:path w="2524" h="5839" extrusionOk="0">
                  <a:moveTo>
                    <a:pt x="1946" y="246"/>
                  </a:moveTo>
                  <a:cubicBezTo>
                    <a:pt x="2128" y="246"/>
                    <a:pt x="2250" y="368"/>
                    <a:pt x="2250" y="550"/>
                  </a:cubicBezTo>
                  <a:lnTo>
                    <a:pt x="2250" y="5261"/>
                  </a:lnTo>
                  <a:cubicBezTo>
                    <a:pt x="2250" y="5444"/>
                    <a:pt x="2128" y="5565"/>
                    <a:pt x="1946" y="5565"/>
                  </a:cubicBezTo>
                  <a:lnTo>
                    <a:pt x="639" y="5565"/>
                  </a:lnTo>
                  <a:cubicBezTo>
                    <a:pt x="517" y="5565"/>
                    <a:pt x="396" y="5505"/>
                    <a:pt x="305" y="5413"/>
                  </a:cubicBezTo>
                  <a:cubicBezTo>
                    <a:pt x="244" y="5383"/>
                    <a:pt x="244" y="5322"/>
                    <a:pt x="244" y="5261"/>
                  </a:cubicBezTo>
                  <a:lnTo>
                    <a:pt x="426" y="550"/>
                  </a:lnTo>
                  <a:cubicBezTo>
                    <a:pt x="426" y="307"/>
                    <a:pt x="487" y="246"/>
                    <a:pt x="639" y="246"/>
                  </a:cubicBezTo>
                  <a:close/>
                  <a:moveTo>
                    <a:pt x="1992" y="1"/>
                  </a:moveTo>
                  <a:cubicBezTo>
                    <a:pt x="1977" y="1"/>
                    <a:pt x="1962" y="1"/>
                    <a:pt x="1946" y="3"/>
                  </a:cubicBezTo>
                  <a:lnTo>
                    <a:pt x="669" y="3"/>
                  </a:lnTo>
                  <a:cubicBezTo>
                    <a:pt x="244" y="3"/>
                    <a:pt x="183" y="337"/>
                    <a:pt x="183" y="550"/>
                  </a:cubicBezTo>
                  <a:lnTo>
                    <a:pt x="1" y="5231"/>
                  </a:lnTo>
                  <a:cubicBezTo>
                    <a:pt x="1" y="5353"/>
                    <a:pt x="31" y="5505"/>
                    <a:pt x="122" y="5596"/>
                  </a:cubicBezTo>
                  <a:cubicBezTo>
                    <a:pt x="274" y="5717"/>
                    <a:pt x="457" y="5808"/>
                    <a:pt x="639" y="5839"/>
                  </a:cubicBezTo>
                  <a:lnTo>
                    <a:pt x="1946" y="5839"/>
                  </a:lnTo>
                  <a:cubicBezTo>
                    <a:pt x="2250" y="5839"/>
                    <a:pt x="2523" y="5565"/>
                    <a:pt x="2523" y="5261"/>
                  </a:cubicBezTo>
                  <a:lnTo>
                    <a:pt x="2523" y="550"/>
                  </a:lnTo>
                  <a:cubicBezTo>
                    <a:pt x="2523" y="262"/>
                    <a:pt x="2277" y="1"/>
                    <a:pt x="199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2505;p52">
              <a:extLst>
                <a:ext uri="{FF2B5EF4-FFF2-40B4-BE49-F238E27FC236}">
                  <a16:creationId xmlns:a16="http://schemas.microsoft.com/office/drawing/2014/main" id="{2837848A-C282-3F35-0A34-F05E50C30C96}"/>
                </a:ext>
              </a:extLst>
            </p:cNvPr>
            <p:cNvSpPr/>
            <p:nvPr/>
          </p:nvSpPr>
          <p:spPr>
            <a:xfrm>
              <a:off x="1444841" y="2644183"/>
              <a:ext cx="74382" cy="168822"/>
            </a:xfrm>
            <a:custGeom>
              <a:avLst/>
              <a:gdLst/>
              <a:ahLst/>
              <a:cxnLst/>
              <a:rect l="l" t="t" r="r" b="b"/>
              <a:pathLst>
                <a:path w="2707" h="6144" extrusionOk="0">
                  <a:moveTo>
                    <a:pt x="1251" y="1"/>
                  </a:moveTo>
                  <a:cubicBezTo>
                    <a:pt x="1139" y="1"/>
                    <a:pt x="1032" y="174"/>
                    <a:pt x="1004" y="399"/>
                  </a:cubicBezTo>
                  <a:lnTo>
                    <a:pt x="62" y="5566"/>
                  </a:lnTo>
                  <a:cubicBezTo>
                    <a:pt x="1" y="5809"/>
                    <a:pt x="275" y="6053"/>
                    <a:pt x="670" y="6113"/>
                  </a:cubicBezTo>
                  <a:lnTo>
                    <a:pt x="1156" y="6144"/>
                  </a:lnTo>
                  <a:lnTo>
                    <a:pt x="2250" y="6144"/>
                  </a:lnTo>
                  <a:cubicBezTo>
                    <a:pt x="2493" y="6144"/>
                    <a:pt x="2676" y="5931"/>
                    <a:pt x="2706" y="5718"/>
                  </a:cubicBezTo>
                  <a:lnTo>
                    <a:pt x="2706" y="460"/>
                  </a:lnTo>
                  <a:cubicBezTo>
                    <a:pt x="2706" y="217"/>
                    <a:pt x="2493" y="4"/>
                    <a:pt x="2250" y="4"/>
                  </a:cubicBezTo>
                  <a:lnTo>
                    <a:pt x="1278" y="4"/>
                  </a:lnTo>
                  <a:cubicBezTo>
                    <a:pt x="1269" y="2"/>
                    <a:pt x="1260" y="1"/>
                    <a:pt x="12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2506;p52">
              <a:extLst>
                <a:ext uri="{FF2B5EF4-FFF2-40B4-BE49-F238E27FC236}">
                  <a16:creationId xmlns:a16="http://schemas.microsoft.com/office/drawing/2014/main" id="{163E2D04-C72D-0F41-B7C8-0B8B33B9928A}"/>
                </a:ext>
              </a:extLst>
            </p:cNvPr>
            <p:cNvSpPr/>
            <p:nvPr/>
          </p:nvSpPr>
          <p:spPr>
            <a:xfrm>
              <a:off x="1442341" y="2640089"/>
              <a:ext cx="80207" cy="176268"/>
            </a:xfrm>
            <a:custGeom>
              <a:avLst/>
              <a:gdLst/>
              <a:ahLst/>
              <a:cxnLst/>
              <a:rect l="l" t="t" r="r" b="b"/>
              <a:pathLst>
                <a:path w="2919" h="6415" extrusionOk="0">
                  <a:moveTo>
                    <a:pt x="2341" y="275"/>
                  </a:moveTo>
                  <a:cubicBezTo>
                    <a:pt x="2524" y="275"/>
                    <a:pt x="2645" y="396"/>
                    <a:pt x="2676" y="578"/>
                  </a:cubicBezTo>
                  <a:lnTo>
                    <a:pt x="2676" y="5867"/>
                  </a:lnTo>
                  <a:cubicBezTo>
                    <a:pt x="2645" y="6019"/>
                    <a:pt x="2524" y="6171"/>
                    <a:pt x="2341" y="6171"/>
                  </a:cubicBezTo>
                  <a:lnTo>
                    <a:pt x="1703" y="6171"/>
                  </a:lnTo>
                  <a:lnTo>
                    <a:pt x="761" y="6110"/>
                  </a:lnTo>
                  <a:cubicBezTo>
                    <a:pt x="578" y="6110"/>
                    <a:pt x="426" y="6019"/>
                    <a:pt x="305" y="5898"/>
                  </a:cubicBezTo>
                  <a:cubicBezTo>
                    <a:pt x="274" y="5837"/>
                    <a:pt x="244" y="5776"/>
                    <a:pt x="274" y="5746"/>
                  </a:cubicBezTo>
                  <a:lnTo>
                    <a:pt x="1186" y="548"/>
                  </a:lnTo>
                  <a:cubicBezTo>
                    <a:pt x="1247" y="366"/>
                    <a:pt x="1308" y="275"/>
                    <a:pt x="1369" y="275"/>
                  </a:cubicBezTo>
                  <a:close/>
                  <a:moveTo>
                    <a:pt x="1369" y="1"/>
                  </a:moveTo>
                  <a:cubicBezTo>
                    <a:pt x="1308" y="1"/>
                    <a:pt x="1247" y="31"/>
                    <a:pt x="1217" y="62"/>
                  </a:cubicBezTo>
                  <a:cubicBezTo>
                    <a:pt x="1065" y="183"/>
                    <a:pt x="973" y="335"/>
                    <a:pt x="943" y="518"/>
                  </a:cubicBezTo>
                  <a:lnTo>
                    <a:pt x="31" y="5685"/>
                  </a:lnTo>
                  <a:cubicBezTo>
                    <a:pt x="1" y="5807"/>
                    <a:pt x="31" y="5928"/>
                    <a:pt x="122" y="6050"/>
                  </a:cubicBezTo>
                  <a:cubicBezTo>
                    <a:pt x="274" y="6232"/>
                    <a:pt x="487" y="6354"/>
                    <a:pt x="730" y="6384"/>
                  </a:cubicBezTo>
                  <a:lnTo>
                    <a:pt x="1217" y="6384"/>
                  </a:lnTo>
                  <a:lnTo>
                    <a:pt x="2341" y="6414"/>
                  </a:lnTo>
                  <a:cubicBezTo>
                    <a:pt x="2676" y="6414"/>
                    <a:pt x="2919" y="6171"/>
                    <a:pt x="2919" y="5837"/>
                  </a:cubicBezTo>
                  <a:lnTo>
                    <a:pt x="2919" y="578"/>
                  </a:lnTo>
                  <a:cubicBezTo>
                    <a:pt x="2919" y="275"/>
                    <a:pt x="2676" y="1"/>
                    <a:pt x="23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2507;p52">
              <a:extLst>
                <a:ext uri="{FF2B5EF4-FFF2-40B4-BE49-F238E27FC236}">
                  <a16:creationId xmlns:a16="http://schemas.microsoft.com/office/drawing/2014/main" id="{23FDA0EF-39D8-2D3F-5DB7-3111143C2E06}"/>
                </a:ext>
              </a:extLst>
            </p:cNvPr>
            <p:cNvSpPr/>
            <p:nvPr/>
          </p:nvSpPr>
          <p:spPr>
            <a:xfrm>
              <a:off x="1570963" y="2651712"/>
              <a:ext cx="60176" cy="153792"/>
            </a:xfrm>
            <a:custGeom>
              <a:avLst/>
              <a:gdLst/>
              <a:ahLst/>
              <a:cxnLst/>
              <a:rect l="l" t="t" r="r" b="b"/>
              <a:pathLst>
                <a:path w="2190" h="5597" extrusionOk="0">
                  <a:moveTo>
                    <a:pt x="380" y="1"/>
                  </a:moveTo>
                  <a:cubicBezTo>
                    <a:pt x="160" y="1"/>
                    <a:pt x="1" y="201"/>
                    <a:pt x="1" y="429"/>
                  </a:cubicBezTo>
                  <a:lnTo>
                    <a:pt x="1" y="5140"/>
                  </a:lnTo>
                  <a:cubicBezTo>
                    <a:pt x="1" y="5384"/>
                    <a:pt x="183" y="5596"/>
                    <a:pt x="426" y="5596"/>
                  </a:cubicBezTo>
                  <a:lnTo>
                    <a:pt x="1733" y="5596"/>
                  </a:lnTo>
                  <a:cubicBezTo>
                    <a:pt x="1976" y="5596"/>
                    <a:pt x="2189" y="5384"/>
                    <a:pt x="2189" y="5140"/>
                  </a:cubicBezTo>
                  <a:lnTo>
                    <a:pt x="2189" y="429"/>
                  </a:lnTo>
                  <a:cubicBezTo>
                    <a:pt x="2189" y="201"/>
                    <a:pt x="2003" y="1"/>
                    <a:pt x="1780" y="1"/>
                  </a:cubicBezTo>
                  <a:cubicBezTo>
                    <a:pt x="1764" y="1"/>
                    <a:pt x="1749" y="2"/>
                    <a:pt x="1733" y="3"/>
                  </a:cubicBezTo>
                  <a:lnTo>
                    <a:pt x="426" y="3"/>
                  </a:lnTo>
                  <a:cubicBezTo>
                    <a:pt x="411" y="2"/>
                    <a:pt x="395" y="1"/>
                    <a:pt x="3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2508;p52">
              <a:extLst>
                <a:ext uri="{FF2B5EF4-FFF2-40B4-BE49-F238E27FC236}">
                  <a16:creationId xmlns:a16="http://schemas.microsoft.com/office/drawing/2014/main" id="{DB05F8FF-AA12-FCD7-492B-E9F0A871A876}"/>
                </a:ext>
              </a:extLst>
            </p:cNvPr>
            <p:cNvSpPr/>
            <p:nvPr/>
          </p:nvSpPr>
          <p:spPr>
            <a:xfrm>
              <a:off x="1567638" y="2648387"/>
              <a:ext cx="66001" cy="160441"/>
            </a:xfrm>
            <a:custGeom>
              <a:avLst/>
              <a:gdLst/>
              <a:ahLst/>
              <a:cxnLst/>
              <a:rect l="l" t="t" r="r" b="b"/>
              <a:pathLst>
                <a:path w="2402" h="5839" extrusionOk="0">
                  <a:moveTo>
                    <a:pt x="1854" y="246"/>
                  </a:moveTo>
                  <a:cubicBezTo>
                    <a:pt x="2037" y="246"/>
                    <a:pt x="2158" y="368"/>
                    <a:pt x="2158" y="550"/>
                  </a:cubicBezTo>
                  <a:lnTo>
                    <a:pt x="2158" y="5261"/>
                  </a:lnTo>
                  <a:cubicBezTo>
                    <a:pt x="2158" y="5444"/>
                    <a:pt x="2037" y="5565"/>
                    <a:pt x="1854" y="5565"/>
                  </a:cubicBezTo>
                  <a:lnTo>
                    <a:pt x="547" y="5565"/>
                  </a:lnTo>
                  <a:cubicBezTo>
                    <a:pt x="534" y="5568"/>
                    <a:pt x="521" y="5569"/>
                    <a:pt x="508" y="5569"/>
                  </a:cubicBezTo>
                  <a:cubicBezTo>
                    <a:pt x="370" y="5569"/>
                    <a:pt x="243" y="5428"/>
                    <a:pt x="243" y="5261"/>
                  </a:cubicBezTo>
                  <a:lnTo>
                    <a:pt x="243" y="550"/>
                  </a:lnTo>
                  <a:cubicBezTo>
                    <a:pt x="243" y="368"/>
                    <a:pt x="395" y="246"/>
                    <a:pt x="547" y="246"/>
                  </a:cubicBezTo>
                  <a:close/>
                  <a:moveTo>
                    <a:pt x="501" y="1"/>
                  </a:moveTo>
                  <a:cubicBezTo>
                    <a:pt x="219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43" y="5839"/>
                    <a:pt x="547" y="5839"/>
                  </a:cubicBezTo>
                  <a:lnTo>
                    <a:pt x="1854" y="5839"/>
                  </a:lnTo>
                  <a:cubicBezTo>
                    <a:pt x="2158" y="5839"/>
                    <a:pt x="2401" y="5565"/>
                    <a:pt x="2401" y="5261"/>
                  </a:cubicBezTo>
                  <a:lnTo>
                    <a:pt x="2401" y="550"/>
                  </a:lnTo>
                  <a:cubicBezTo>
                    <a:pt x="2401" y="262"/>
                    <a:pt x="2183" y="1"/>
                    <a:pt x="1900" y="1"/>
                  </a:cubicBezTo>
                  <a:cubicBezTo>
                    <a:pt x="1885" y="1"/>
                    <a:pt x="1870" y="1"/>
                    <a:pt x="1854" y="3"/>
                  </a:cubicBezTo>
                  <a:lnTo>
                    <a:pt x="547" y="3"/>
                  </a:lnTo>
                  <a:cubicBezTo>
                    <a:pt x="532" y="1"/>
                    <a:pt x="516" y="1"/>
                    <a:pt x="5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2509;p52">
              <a:extLst>
                <a:ext uri="{FF2B5EF4-FFF2-40B4-BE49-F238E27FC236}">
                  <a16:creationId xmlns:a16="http://schemas.microsoft.com/office/drawing/2014/main" id="{F3113D92-7674-5F00-78A6-7CF9561B3E72}"/>
                </a:ext>
              </a:extLst>
            </p:cNvPr>
            <p:cNvSpPr/>
            <p:nvPr/>
          </p:nvSpPr>
          <p:spPr>
            <a:xfrm>
              <a:off x="1548431" y="2643441"/>
              <a:ext cx="60148" cy="169564"/>
            </a:xfrm>
            <a:custGeom>
              <a:avLst/>
              <a:gdLst/>
              <a:ahLst/>
              <a:cxnLst/>
              <a:rect l="l" t="t" r="r" b="b"/>
              <a:pathLst>
                <a:path w="2189" h="6171" extrusionOk="0">
                  <a:moveTo>
                    <a:pt x="456" y="1"/>
                  </a:moveTo>
                  <a:cubicBezTo>
                    <a:pt x="213" y="1"/>
                    <a:pt x="0" y="213"/>
                    <a:pt x="0" y="456"/>
                  </a:cubicBezTo>
                  <a:lnTo>
                    <a:pt x="0" y="5715"/>
                  </a:lnTo>
                  <a:cubicBezTo>
                    <a:pt x="0" y="5958"/>
                    <a:pt x="213" y="6171"/>
                    <a:pt x="456" y="6171"/>
                  </a:cubicBezTo>
                  <a:lnTo>
                    <a:pt x="1733" y="6171"/>
                  </a:lnTo>
                  <a:cubicBezTo>
                    <a:pt x="1976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2510;p52">
              <a:extLst>
                <a:ext uri="{FF2B5EF4-FFF2-40B4-BE49-F238E27FC236}">
                  <a16:creationId xmlns:a16="http://schemas.microsoft.com/office/drawing/2014/main" id="{05417D6C-ACE4-49D4-52D0-CD1E42351C89}"/>
                </a:ext>
              </a:extLst>
            </p:cNvPr>
            <p:cNvSpPr/>
            <p:nvPr/>
          </p:nvSpPr>
          <p:spPr>
            <a:xfrm>
              <a:off x="1545079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5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55" y="6171"/>
                  </a:cubicBezTo>
                  <a:lnTo>
                    <a:pt x="578" y="6171"/>
                  </a:lnTo>
                  <a:cubicBezTo>
                    <a:pt x="39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44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4" y="6414"/>
                    <a:pt x="578" y="6414"/>
                  </a:cubicBezTo>
                  <a:lnTo>
                    <a:pt x="1855" y="6414"/>
                  </a:lnTo>
                  <a:cubicBezTo>
                    <a:pt x="215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2511;p52">
              <a:extLst>
                <a:ext uri="{FF2B5EF4-FFF2-40B4-BE49-F238E27FC236}">
                  <a16:creationId xmlns:a16="http://schemas.microsoft.com/office/drawing/2014/main" id="{5F8EB100-32A7-995A-3DE4-CDDA6FF03819}"/>
                </a:ext>
              </a:extLst>
            </p:cNvPr>
            <p:cNvSpPr/>
            <p:nvPr/>
          </p:nvSpPr>
          <p:spPr>
            <a:xfrm>
              <a:off x="1660347" y="2651794"/>
              <a:ext cx="59324" cy="153709"/>
            </a:xfrm>
            <a:custGeom>
              <a:avLst/>
              <a:gdLst/>
              <a:ahLst/>
              <a:cxnLst/>
              <a:rect l="l" t="t" r="r" b="b"/>
              <a:pathLst>
                <a:path w="2159" h="5594" extrusionOk="0">
                  <a:moveTo>
                    <a:pt x="426" y="0"/>
                  </a:moveTo>
                  <a:cubicBezTo>
                    <a:pt x="182" y="0"/>
                    <a:pt x="0" y="183"/>
                    <a:pt x="0" y="426"/>
                  </a:cubicBezTo>
                  <a:lnTo>
                    <a:pt x="0" y="5137"/>
                  </a:lnTo>
                  <a:cubicBezTo>
                    <a:pt x="0" y="5381"/>
                    <a:pt x="182" y="5593"/>
                    <a:pt x="426" y="5593"/>
                  </a:cubicBezTo>
                  <a:lnTo>
                    <a:pt x="1733" y="5593"/>
                  </a:lnTo>
                  <a:cubicBezTo>
                    <a:pt x="1976" y="5593"/>
                    <a:pt x="2158" y="5381"/>
                    <a:pt x="2158" y="5137"/>
                  </a:cubicBezTo>
                  <a:lnTo>
                    <a:pt x="2158" y="426"/>
                  </a:lnTo>
                  <a:cubicBezTo>
                    <a:pt x="2158" y="183"/>
                    <a:pt x="1976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2512;p52">
              <a:extLst>
                <a:ext uri="{FF2B5EF4-FFF2-40B4-BE49-F238E27FC236}">
                  <a16:creationId xmlns:a16="http://schemas.microsoft.com/office/drawing/2014/main" id="{C9442130-26CF-D90F-83F1-6FC2A9E7EE23}"/>
                </a:ext>
              </a:extLst>
            </p:cNvPr>
            <p:cNvSpPr/>
            <p:nvPr/>
          </p:nvSpPr>
          <p:spPr>
            <a:xfrm>
              <a:off x="1656995" y="2648387"/>
              <a:ext cx="66001" cy="160441"/>
            </a:xfrm>
            <a:custGeom>
              <a:avLst/>
              <a:gdLst/>
              <a:ahLst/>
              <a:cxnLst/>
              <a:rect l="l" t="t" r="r" b="b"/>
              <a:pathLst>
                <a:path w="2402" h="5839" extrusionOk="0">
                  <a:moveTo>
                    <a:pt x="1855" y="246"/>
                  </a:moveTo>
                  <a:cubicBezTo>
                    <a:pt x="2037" y="246"/>
                    <a:pt x="2159" y="368"/>
                    <a:pt x="2159" y="550"/>
                  </a:cubicBezTo>
                  <a:lnTo>
                    <a:pt x="2159" y="5261"/>
                  </a:lnTo>
                  <a:cubicBezTo>
                    <a:pt x="2159" y="5444"/>
                    <a:pt x="2037" y="5565"/>
                    <a:pt x="1855" y="5565"/>
                  </a:cubicBezTo>
                  <a:lnTo>
                    <a:pt x="548" y="5565"/>
                  </a:lnTo>
                  <a:cubicBezTo>
                    <a:pt x="365" y="5565"/>
                    <a:pt x="244" y="5444"/>
                    <a:pt x="244" y="5261"/>
                  </a:cubicBezTo>
                  <a:lnTo>
                    <a:pt x="244" y="550"/>
                  </a:lnTo>
                  <a:cubicBezTo>
                    <a:pt x="244" y="368"/>
                    <a:pt x="365" y="246"/>
                    <a:pt x="548" y="246"/>
                  </a:cubicBezTo>
                  <a:close/>
                  <a:moveTo>
                    <a:pt x="501" y="1"/>
                  </a:moveTo>
                  <a:cubicBezTo>
                    <a:pt x="219" y="1"/>
                    <a:pt x="1" y="262"/>
                    <a:pt x="1" y="550"/>
                  </a:cubicBezTo>
                  <a:lnTo>
                    <a:pt x="1" y="5261"/>
                  </a:lnTo>
                  <a:cubicBezTo>
                    <a:pt x="1" y="5565"/>
                    <a:pt x="244" y="5839"/>
                    <a:pt x="548" y="5839"/>
                  </a:cubicBezTo>
                  <a:lnTo>
                    <a:pt x="1855" y="5839"/>
                  </a:lnTo>
                  <a:cubicBezTo>
                    <a:pt x="2159" y="5839"/>
                    <a:pt x="2402" y="5565"/>
                    <a:pt x="2402" y="5261"/>
                  </a:cubicBezTo>
                  <a:lnTo>
                    <a:pt x="2402" y="550"/>
                  </a:lnTo>
                  <a:cubicBezTo>
                    <a:pt x="2402" y="262"/>
                    <a:pt x="2183" y="1"/>
                    <a:pt x="1901" y="1"/>
                  </a:cubicBezTo>
                  <a:cubicBezTo>
                    <a:pt x="1886" y="1"/>
                    <a:pt x="1870" y="1"/>
                    <a:pt x="1855" y="3"/>
                  </a:cubicBezTo>
                  <a:lnTo>
                    <a:pt x="548" y="3"/>
                  </a:lnTo>
                  <a:cubicBezTo>
                    <a:pt x="532" y="1"/>
                    <a:pt x="517" y="1"/>
                    <a:pt x="5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2513;p52">
              <a:extLst>
                <a:ext uri="{FF2B5EF4-FFF2-40B4-BE49-F238E27FC236}">
                  <a16:creationId xmlns:a16="http://schemas.microsoft.com/office/drawing/2014/main" id="{D0CF98F5-C3CC-F94B-34F3-E413EEF986E8}"/>
                </a:ext>
              </a:extLst>
            </p:cNvPr>
            <p:cNvSpPr/>
            <p:nvPr/>
          </p:nvSpPr>
          <p:spPr>
            <a:xfrm>
              <a:off x="1637788" y="2643441"/>
              <a:ext cx="60148" cy="169564"/>
            </a:xfrm>
            <a:custGeom>
              <a:avLst/>
              <a:gdLst/>
              <a:ahLst/>
              <a:cxnLst/>
              <a:rect l="l" t="t" r="r" b="b"/>
              <a:pathLst>
                <a:path w="2189" h="6171" extrusionOk="0">
                  <a:moveTo>
                    <a:pt x="426" y="1"/>
                  </a:moveTo>
                  <a:cubicBezTo>
                    <a:pt x="183" y="1"/>
                    <a:pt x="0" y="213"/>
                    <a:pt x="0" y="456"/>
                  </a:cubicBezTo>
                  <a:lnTo>
                    <a:pt x="0" y="5715"/>
                  </a:lnTo>
                  <a:cubicBezTo>
                    <a:pt x="0" y="5958"/>
                    <a:pt x="183" y="6171"/>
                    <a:pt x="426" y="6171"/>
                  </a:cubicBezTo>
                  <a:lnTo>
                    <a:pt x="1733" y="6171"/>
                  </a:lnTo>
                  <a:cubicBezTo>
                    <a:pt x="1976" y="6171"/>
                    <a:pt x="2158" y="5958"/>
                    <a:pt x="2189" y="5715"/>
                  </a:cubicBezTo>
                  <a:lnTo>
                    <a:pt x="2189" y="456"/>
                  </a:lnTo>
                  <a:cubicBezTo>
                    <a:pt x="2158" y="21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2514;p52">
              <a:extLst>
                <a:ext uri="{FF2B5EF4-FFF2-40B4-BE49-F238E27FC236}">
                  <a16:creationId xmlns:a16="http://schemas.microsoft.com/office/drawing/2014/main" id="{D282AE65-6F9C-0D79-F0AE-0EAE56AE5E9D}"/>
                </a:ext>
              </a:extLst>
            </p:cNvPr>
            <p:cNvSpPr/>
            <p:nvPr/>
          </p:nvSpPr>
          <p:spPr>
            <a:xfrm>
              <a:off x="1634436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55" y="275"/>
                  </a:moveTo>
                  <a:cubicBezTo>
                    <a:pt x="2037" y="275"/>
                    <a:pt x="2159" y="396"/>
                    <a:pt x="2159" y="578"/>
                  </a:cubicBezTo>
                  <a:lnTo>
                    <a:pt x="2159" y="5867"/>
                  </a:lnTo>
                  <a:cubicBezTo>
                    <a:pt x="2159" y="6019"/>
                    <a:pt x="2037" y="6171"/>
                    <a:pt x="1855" y="6171"/>
                  </a:cubicBezTo>
                  <a:lnTo>
                    <a:pt x="548" y="6171"/>
                  </a:lnTo>
                  <a:cubicBezTo>
                    <a:pt x="36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66" y="275"/>
                    <a:pt x="548" y="275"/>
                  </a:cubicBezTo>
                  <a:close/>
                  <a:moveTo>
                    <a:pt x="548" y="1"/>
                  </a:moveTo>
                  <a:cubicBezTo>
                    <a:pt x="244" y="1"/>
                    <a:pt x="1" y="275"/>
                    <a:pt x="1" y="578"/>
                  </a:cubicBezTo>
                  <a:lnTo>
                    <a:pt x="1" y="5867"/>
                  </a:lnTo>
                  <a:cubicBezTo>
                    <a:pt x="1" y="6171"/>
                    <a:pt x="244" y="6414"/>
                    <a:pt x="548" y="6414"/>
                  </a:cubicBezTo>
                  <a:lnTo>
                    <a:pt x="1855" y="6414"/>
                  </a:lnTo>
                  <a:cubicBezTo>
                    <a:pt x="215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02" y="275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2515;p52">
              <a:extLst>
                <a:ext uri="{FF2B5EF4-FFF2-40B4-BE49-F238E27FC236}">
                  <a16:creationId xmlns:a16="http://schemas.microsoft.com/office/drawing/2014/main" id="{21BE351D-0118-BFA5-400A-BE6B500B39B7}"/>
                </a:ext>
              </a:extLst>
            </p:cNvPr>
            <p:cNvSpPr/>
            <p:nvPr/>
          </p:nvSpPr>
          <p:spPr>
            <a:xfrm>
              <a:off x="1748880" y="2651712"/>
              <a:ext cx="60148" cy="153792"/>
            </a:xfrm>
            <a:custGeom>
              <a:avLst/>
              <a:gdLst/>
              <a:ahLst/>
              <a:cxnLst/>
              <a:rect l="l" t="t" r="r" b="b"/>
              <a:pathLst>
                <a:path w="2189" h="5597" extrusionOk="0">
                  <a:moveTo>
                    <a:pt x="409" y="1"/>
                  </a:moveTo>
                  <a:cubicBezTo>
                    <a:pt x="186" y="1"/>
                    <a:pt x="0" y="201"/>
                    <a:pt x="0" y="429"/>
                  </a:cubicBezTo>
                  <a:lnTo>
                    <a:pt x="0" y="5140"/>
                  </a:lnTo>
                  <a:cubicBezTo>
                    <a:pt x="0" y="5384"/>
                    <a:pt x="213" y="5596"/>
                    <a:pt x="456" y="5596"/>
                  </a:cubicBezTo>
                  <a:lnTo>
                    <a:pt x="1763" y="5596"/>
                  </a:lnTo>
                  <a:cubicBezTo>
                    <a:pt x="2006" y="5596"/>
                    <a:pt x="2189" y="5384"/>
                    <a:pt x="2189" y="5140"/>
                  </a:cubicBezTo>
                  <a:lnTo>
                    <a:pt x="2189" y="429"/>
                  </a:lnTo>
                  <a:cubicBezTo>
                    <a:pt x="2189" y="201"/>
                    <a:pt x="2029" y="1"/>
                    <a:pt x="1809" y="1"/>
                  </a:cubicBezTo>
                  <a:cubicBezTo>
                    <a:pt x="1794" y="1"/>
                    <a:pt x="1779" y="2"/>
                    <a:pt x="1763" y="3"/>
                  </a:cubicBezTo>
                  <a:lnTo>
                    <a:pt x="456" y="3"/>
                  </a:lnTo>
                  <a:cubicBezTo>
                    <a:pt x="440" y="2"/>
                    <a:pt x="425" y="1"/>
                    <a:pt x="4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2516;p52">
              <a:extLst>
                <a:ext uri="{FF2B5EF4-FFF2-40B4-BE49-F238E27FC236}">
                  <a16:creationId xmlns:a16="http://schemas.microsoft.com/office/drawing/2014/main" id="{FE46C777-F5C5-6E9B-D537-1DB216392914}"/>
                </a:ext>
              </a:extLst>
            </p:cNvPr>
            <p:cNvSpPr/>
            <p:nvPr/>
          </p:nvSpPr>
          <p:spPr>
            <a:xfrm>
              <a:off x="1745527" y="2648387"/>
              <a:ext cx="66853" cy="160441"/>
            </a:xfrm>
            <a:custGeom>
              <a:avLst/>
              <a:gdLst/>
              <a:ahLst/>
              <a:cxnLst/>
              <a:rect l="l" t="t" r="r" b="b"/>
              <a:pathLst>
                <a:path w="2433" h="5839" extrusionOk="0">
                  <a:moveTo>
                    <a:pt x="1885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28"/>
                    <a:pt x="2062" y="5569"/>
                    <a:pt x="1924" y="5569"/>
                  </a:cubicBezTo>
                  <a:cubicBezTo>
                    <a:pt x="1911" y="5569"/>
                    <a:pt x="1898" y="5568"/>
                    <a:pt x="1885" y="5565"/>
                  </a:cubicBezTo>
                  <a:lnTo>
                    <a:pt x="578" y="5565"/>
                  </a:lnTo>
                  <a:cubicBezTo>
                    <a:pt x="396" y="5565"/>
                    <a:pt x="244" y="5444"/>
                    <a:pt x="244" y="5261"/>
                  </a:cubicBezTo>
                  <a:lnTo>
                    <a:pt x="244" y="550"/>
                  </a:lnTo>
                  <a:cubicBezTo>
                    <a:pt x="244" y="368"/>
                    <a:pt x="396" y="246"/>
                    <a:pt x="578" y="246"/>
                  </a:cubicBezTo>
                  <a:close/>
                  <a:moveTo>
                    <a:pt x="532" y="1"/>
                  </a:moveTo>
                  <a:cubicBezTo>
                    <a:pt x="247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74" y="5839"/>
                    <a:pt x="578" y="5839"/>
                  </a:cubicBezTo>
                  <a:lnTo>
                    <a:pt x="1885" y="5839"/>
                  </a:lnTo>
                  <a:cubicBezTo>
                    <a:pt x="2189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213" y="1"/>
                    <a:pt x="1931" y="1"/>
                  </a:cubicBezTo>
                  <a:cubicBezTo>
                    <a:pt x="1916" y="1"/>
                    <a:pt x="1901" y="1"/>
                    <a:pt x="1885" y="3"/>
                  </a:cubicBezTo>
                  <a:lnTo>
                    <a:pt x="578" y="3"/>
                  </a:lnTo>
                  <a:cubicBezTo>
                    <a:pt x="562" y="1"/>
                    <a:pt x="547" y="1"/>
                    <a:pt x="5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2517;p52">
              <a:extLst>
                <a:ext uri="{FF2B5EF4-FFF2-40B4-BE49-F238E27FC236}">
                  <a16:creationId xmlns:a16="http://schemas.microsoft.com/office/drawing/2014/main" id="{810BE632-B67C-71D0-FA76-264C5763F360}"/>
                </a:ext>
              </a:extLst>
            </p:cNvPr>
            <p:cNvSpPr/>
            <p:nvPr/>
          </p:nvSpPr>
          <p:spPr>
            <a:xfrm>
              <a:off x="1726321" y="2643441"/>
              <a:ext cx="60148" cy="169564"/>
            </a:xfrm>
            <a:custGeom>
              <a:avLst/>
              <a:gdLst/>
              <a:ahLst/>
              <a:cxnLst/>
              <a:rect l="l" t="t" r="r" b="b"/>
              <a:pathLst>
                <a:path w="2189" h="6171" extrusionOk="0">
                  <a:moveTo>
                    <a:pt x="456" y="1"/>
                  </a:moveTo>
                  <a:cubicBezTo>
                    <a:pt x="213" y="1"/>
                    <a:pt x="0" y="213"/>
                    <a:pt x="31" y="456"/>
                  </a:cubicBezTo>
                  <a:lnTo>
                    <a:pt x="31" y="5715"/>
                  </a:lnTo>
                  <a:cubicBezTo>
                    <a:pt x="0" y="5958"/>
                    <a:pt x="213" y="6171"/>
                    <a:pt x="456" y="6171"/>
                  </a:cubicBezTo>
                  <a:lnTo>
                    <a:pt x="1763" y="6171"/>
                  </a:lnTo>
                  <a:cubicBezTo>
                    <a:pt x="2006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2006" y="1"/>
                    <a:pt x="17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2518;p52">
              <a:extLst>
                <a:ext uri="{FF2B5EF4-FFF2-40B4-BE49-F238E27FC236}">
                  <a16:creationId xmlns:a16="http://schemas.microsoft.com/office/drawing/2014/main" id="{BB9D6399-6D4F-5B5A-7176-F9142624203E}"/>
                </a:ext>
              </a:extLst>
            </p:cNvPr>
            <p:cNvSpPr/>
            <p:nvPr/>
          </p:nvSpPr>
          <p:spPr>
            <a:xfrm>
              <a:off x="1723820" y="2640089"/>
              <a:ext cx="66825" cy="176268"/>
            </a:xfrm>
            <a:custGeom>
              <a:avLst/>
              <a:gdLst/>
              <a:ahLst/>
              <a:cxnLst/>
              <a:rect l="l" t="t" r="r" b="b"/>
              <a:pathLst>
                <a:path w="2432" h="6415" extrusionOk="0">
                  <a:moveTo>
                    <a:pt x="1854" y="275"/>
                  </a:moveTo>
                  <a:cubicBezTo>
                    <a:pt x="2006" y="275"/>
                    <a:pt x="2158" y="396"/>
                    <a:pt x="2158" y="578"/>
                  </a:cubicBezTo>
                  <a:lnTo>
                    <a:pt x="2158" y="5867"/>
                  </a:lnTo>
                  <a:cubicBezTo>
                    <a:pt x="2158" y="6019"/>
                    <a:pt x="2006" y="6171"/>
                    <a:pt x="1854" y="6171"/>
                  </a:cubicBezTo>
                  <a:lnTo>
                    <a:pt x="547" y="6171"/>
                  </a:lnTo>
                  <a:cubicBezTo>
                    <a:pt x="365" y="6171"/>
                    <a:pt x="243" y="6019"/>
                    <a:pt x="243" y="5867"/>
                  </a:cubicBezTo>
                  <a:lnTo>
                    <a:pt x="243" y="578"/>
                  </a:lnTo>
                  <a:cubicBezTo>
                    <a:pt x="243" y="426"/>
                    <a:pt x="365" y="275"/>
                    <a:pt x="547" y="275"/>
                  </a:cubicBezTo>
                  <a:close/>
                  <a:moveTo>
                    <a:pt x="547" y="1"/>
                  </a:moveTo>
                  <a:cubicBezTo>
                    <a:pt x="243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3" y="6414"/>
                    <a:pt x="547" y="6414"/>
                  </a:cubicBezTo>
                  <a:lnTo>
                    <a:pt x="1854" y="6414"/>
                  </a:lnTo>
                  <a:cubicBezTo>
                    <a:pt x="2158" y="6414"/>
                    <a:pt x="2432" y="6171"/>
                    <a:pt x="2401" y="5837"/>
                  </a:cubicBezTo>
                  <a:lnTo>
                    <a:pt x="2401" y="578"/>
                  </a:lnTo>
                  <a:cubicBezTo>
                    <a:pt x="2401" y="275"/>
                    <a:pt x="2158" y="1"/>
                    <a:pt x="18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2519;p52">
              <a:extLst>
                <a:ext uri="{FF2B5EF4-FFF2-40B4-BE49-F238E27FC236}">
                  <a16:creationId xmlns:a16="http://schemas.microsoft.com/office/drawing/2014/main" id="{DCBA3E72-5B0B-353E-1F5C-576DDD71BFAE}"/>
                </a:ext>
              </a:extLst>
            </p:cNvPr>
            <p:cNvSpPr/>
            <p:nvPr/>
          </p:nvSpPr>
          <p:spPr>
            <a:xfrm>
              <a:off x="1838236" y="2651794"/>
              <a:ext cx="60148" cy="153709"/>
            </a:xfrm>
            <a:custGeom>
              <a:avLst/>
              <a:gdLst/>
              <a:ahLst/>
              <a:cxnLst/>
              <a:rect l="l" t="t" r="r" b="b"/>
              <a:pathLst>
                <a:path w="2189" h="5594" extrusionOk="0">
                  <a:moveTo>
                    <a:pt x="456" y="0"/>
                  </a:moveTo>
                  <a:cubicBezTo>
                    <a:pt x="213" y="0"/>
                    <a:pt x="0" y="183"/>
                    <a:pt x="0" y="426"/>
                  </a:cubicBezTo>
                  <a:lnTo>
                    <a:pt x="0" y="5137"/>
                  </a:lnTo>
                  <a:cubicBezTo>
                    <a:pt x="0" y="5381"/>
                    <a:pt x="213" y="5593"/>
                    <a:pt x="456" y="5593"/>
                  </a:cubicBezTo>
                  <a:lnTo>
                    <a:pt x="1733" y="5593"/>
                  </a:lnTo>
                  <a:cubicBezTo>
                    <a:pt x="1976" y="5593"/>
                    <a:pt x="2189" y="5381"/>
                    <a:pt x="2189" y="5137"/>
                  </a:cubicBezTo>
                  <a:lnTo>
                    <a:pt x="2189" y="426"/>
                  </a:lnTo>
                  <a:cubicBezTo>
                    <a:pt x="2189" y="183"/>
                    <a:pt x="1976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2520;p52">
              <a:extLst>
                <a:ext uri="{FF2B5EF4-FFF2-40B4-BE49-F238E27FC236}">
                  <a16:creationId xmlns:a16="http://schemas.microsoft.com/office/drawing/2014/main" id="{C2957006-0F15-E28E-0524-63A86B127B23}"/>
                </a:ext>
              </a:extLst>
            </p:cNvPr>
            <p:cNvSpPr/>
            <p:nvPr/>
          </p:nvSpPr>
          <p:spPr>
            <a:xfrm>
              <a:off x="1834884" y="2648387"/>
              <a:ext cx="66853" cy="160441"/>
            </a:xfrm>
            <a:custGeom>
              <a:avLst/>
              <a:gdLst/>
              <a:ahLst/>
              <a:cxnLst/>
              <a:rect l="l" t="t" r="r" b="b"/>
              <a:pathLst>
                <a:path w="2433" h="5839" extrusionOk="0">
                  <a:moveTo>
                    <a:pt x="1855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44"/>
                    <a:pt x="2037" y="5565"/>
                    <a:pt x="1855" y="5565"/>
                  </a:cubicBezTo>
                  <a:lnTo>
                    <a:pt x="578" y="5565"/>
                  </a:lnTo>
                  <a:cubicBezTo>
                    <a:pt x="396" y="5565"/>
                    <a:pt x="244" y="5444"/>
                    <a:pt x="244" y="5261"/>
                  </a:cubicBezTo>
                  <a:lnTo>
                    <a:pt x="244" y="550"/>
                  </a:lnTo>
                  <a:cubicBezTo>
                    <a:pt x="244" y="368"/>
                    <a:pt x="396" y="246"/>
                    <a:pt x="578" y="246"/>
                  </a:cubicBezTo>
                  <a:close/>
                  <a:moveTo>
                    <a:pt x="532" y="1"/>
                  </a:moveTo>
                  <a:cubicBezTo>
                    <a:pt x="247" y="1"/>
                    <a:pt x="1" y="262"/>
                    <a:pt x="1" y="550"/>
                  </a:cubicBezTo>
                  <a:lnTo>
                    <a:pt x="1" y="5261"/>
                  </a:lnTo>
                  <a:cubicBezTo>
                    <a:pt x="1" y="5565"/>
                    <a:pt x="244" y="5839"/>
                    <a:pt x="578" y="5839"/>
                  </a:cubicBezTo>
                  <a:lnTo>
                    <a:pt x="1855" y="5839"/>
                  </a:lnTo>
                  <a:cubicBezTo>
                    <a:pt x="2189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214" y="1"/>
                    <a:pt x="1906" y="1"/>
                  </a:cubicBezTo>
                  <a:cubicBezTo>
                    <a:pt x="1889" y="1"/>
                    <a:pt x="1872" y="1"/>
                    <a:pt x="1855" y="3"/>
                  </a:cubicBezTo>
                  <a:lnTo>
                    <a:pt x="578" y="3"/>
                  </a:lnTo>
                  <a:cubicBezTo>
                    <a:pt x="563" y="1"/>
                    <a:pt x="547" y="1"/>
                    <a:pt x="5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2521;p52">
              <a:extLst>
                <a:ext uri="{FF2B5EF4-FFF2-40B4-BE49-F238E27FC236}">
                  <a16:creationId xmlns:a16="http://schemas.microsoft.com/office/drawing/2014/main" id="{FAD92CF3-C780-729E-F9CE-3A95824F4B68}"/>
                </a:ext>
              </a:extLst>
            </p:cNvPr>
            <p:cNvSpPr/>
            <p:nvPr/>
          </p:nvSpPr>
          <p:spPr>
            <a:xfrm>
              <a:off x="1815677" y="2643441"/>
              <a:ext cx="60176" cy="169564"/>
            </a:xfrm>
            <a:custGeom>
              <a:avLst/>
              <a:gdLst/>
              <a:ahLst/>
              <a:cxnLst/>
              <a:rect l="l" t="t" r="r" b="b"/>
              <a:pathLst>
                <a:path w="2190" h="6171" extrusionOk="0">
                  <a:moveTo>
                    <a:pt x="457" y="1"/>
                  </a:moveTo>
                  <a:cubicBezTo>
                    <a:pt x="213" y="1"/>
                    <a:pt x="1" y="213"/>
                    <a:pt x="1" y="456"/>
                  </a:cubicBezTo>
                  <a:lnTo>
                    <a:pt x="1" y="5715"/>
                  </a:lnTo>
                  <a:cubicBezTo>
                    <a:pt x="1" y="5958"/>
                    <a:pt x="213" y="6171"/>
                    <a:pt x="457" y="6171"/>
                  </a:cubicBezTo>
                  <a:lnTo>
                    <a:pt x="1764" y="6171"/>
                  </a:lnTo>
                  <a:cubicBezTo>
                    <a:pt x="2007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2007" y="1"/>
                    <a:pt x="17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2522;p52">
              <a:extLst>
                <a:ext uri="{FF2B5EF4-FFF2-40B4-BE49-F238E27FC236}">
                  <a16:creationId xmlns:a16="http://schemas.microsoft.com/office/drawing/2014/main" id="{88515A18-37EB-E94D-2FE7-BC4CBF8B7FF2}"/>
                </a:ext>
              </a:extLst>
            </p:cNvPr>
            <p:cNvSpPr/>
            <p:nvPr/>
          </p:nvSpPr>
          <p:spPr>
            <a:xfrm>
              <a:off x="1812353" y="2640089"/>
              <a:ext cx="66825" cy="176268"/>
            </a:xfrm>
            <a:custGeom>
              <a:avLst/>
              <a:gdLst/>
              <a:ahLst/>
              <a:cxnLst/>
              <a:rect l="l" t="t" r="r" b="b"/>
              <a:pathLst>
                <a:path w="2432" h="6415" extrusionOk="0">
                  <a:moveTo>
                    <a:pt x="188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85" y="6171"/>
                  </a:cubicBezTo>
                  <a:lnTo>
                    <a:pt x="578" y="6171"/>
                  </a:lnTo>
                  <a:cubicBezTo>
                    <a:pt x="395" y="6171"/>
                    <a:pt x="243" y="6019"/>
                    <a:pt x="243" y="5867"/>
                  </a:cubicBezTo>
                  <a:lnTo>
                    <a:pt x="243" y="578"/>
                  </a:lnTo>
                  <a:cubicBezTo>
                    <a:pt x="243" y="426"/>
                    <a:pt x="395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74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74" y="6414"/>
                    <a:pt x="578" y="6414"/>
                  </a:cubicBezTo>
                  <a:lnTo>
                    <a:pt x="1885" y="6414"/>
                  </a:lnTo>
                  <a:cubicBezTo>
                    <a:pt x="218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89" y="1"/>
                    <a:pt x="18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2523;p52">
              <a:extLst>
                <a:ext uri="{FF2B5EF4-FFF2-40B4-BE49-F238E27FC236}">
                  <a16:creationId xmlns:a16="http://schemas.microsoft.com/office/drawing/2014/main" id="{61188FB2-C44B-1208-DDBF-B2E94DD75949}"/>
                </a:ext>
              </a:extLst>
            </p:cNvPr>
            <p:cNvSpPr/>
            <p:nvPr/>
          </p:nvSpPr>
          <p:spPr>
            <a:xfrm>
              <a:off x="1927593" y="2651794"/>
              <a:ext cx="60176" cy="153709"/>
            </a:xfrm>
            <a:custGeom>
              <a:avLst/>
              <a:gdLst/>
              <a:ahLst/>
              <a:cxnLst/>
              <a:rect l="l" t="t" r="r" b="b"/>
              <a:pathLst>
                <a:path w="2190" h="5594" extrusionOk="0">
                  <a:moveTo>
                    <a:pt x="457" y="0"/>
                  </a:moveTo>
                  <a:cubicBezTo>
                    <a:pt x="213" y="0"/>
                    <a:pt x="1" y="183"/>
                    <a:pt x="1" y="426"/>
                  </a:cubicBezTo>
                  <a:lnTo>
                    <a:pt x="1" y="5137"/>
                  </a:lnTo>
                  <a:cubicBezTo>
                    <a:pt x="1" y="5381"/>
                    <a:pt x="213" y="5593"/>
                    <a:pt x="457" y="5593"/>
                  </a:cubicBezTo>
                  <a:lnTo>
                    <a:pt x="1733" y="5593"/>
                  </a:lnTo>
                  <a:cubicBezTo>
                    <a:pt x="1976" y="5593"/>
                    <a:pt x="2189" y="5381"/>
                    <a:pt x="2189" y="5137"/>
                  </a:cubicBezTo>
                  <a:lnTo>
                    <a:pt x="2189" y="426"/>
                  </a:lnTo>
                  <a:cubicBezTo>
                    <a:pt x="2189" y="183"/>
                    <a:pt x="1976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2524;p52">
              <a:extLst>
                <a:ext uri="{FF2B5EF4-FFF2-40B4-BE49-F238E27FC236}">
                  <a16:creationId xmlns:a16="http://schemas.microsoft.com/office/drawing/2014/main" id="{87D23B5B-479A-6E99-8A4C-71D00D80FFF4}"/>
                </a:ext>
              </a:extLst>
            </p:cNvPr>
            <p:cNvSpPr/>
            <p:nvPr/>
          </p:nvSpPr>
          <p:spPr>
            <a:xfrm>
              <a:off x="1924268" y="2648387"/>
              <a:ext cx="66825" cy="160441"/>
            </a:xfrm>
            <a:custGeom>
              <a:avLst/>
              <a:gdLst/>
              <a:ahLst/>
              <a:cxnLst/>
              <a:rect l="l" t="t" r="r" b="b"/>
              <a:pathLst>
                <a:path w="2432" h="5839" extrusionOk="0">
                  <a:moveTo>
                    <a:pt x="1854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44"/>
                    <a:pt x="2037" y="5565"/>
                    <a:pt x="1854" y="5565"/>
                  </a:cubicBezTo>
                  <a:lnTo>
                    <a:pt x="578" y="5565"/>
                  </a:lnTo>
                  <a:cubicBezTo>
                    <a:pt x="395" y="5565"/>
                    <a:pt x="243" y="5444"/>
                    <a:pt x="243" y="5261"/>
                  </a:cubicBezTo>
                  <a:lnTo>
                    <a:pt x="243" y="550"/>
                  </a:lnTo>
                  <a:cubicBezTo>
                    <a:pt x="243" y="368"/>
                    <a:pt x="395" y="246"/>
                    <a:pt x="578" y="246"/>
                  </a:cubicBezTo>
                  <a:close/>
                  <a:moveTo>
                    <a:pt x="527" y="1"/>
                  </a:moveTo>
                  <a:cubicBezTo>
                    <a:pt x="219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43" y="5839"/>
                    <a:pt x="578" y="5839"/>
                  </a:cubicBezTo>
                  <a:lnTo>
                    <a:pt x="1854" y="5839"/>
                  </a:lnTo>
                  <a:cubicBezTo>
                    <a:pt x="2189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186" y="1"/>
                    <a:pt x="1901" y="1"/>
                  </a:cubicBezTo>
                  <a:cubicBezTo>
                    <a:pt x="1885" y="1"/>
                    <a:pt x="1870" y="1"/>
                    <a:pt x="1854" y="3"/>
                  </a:cubicBezTo>
                  <a:lnTo>
                    <a:pt x="578" y="3"/>
                  </a:lnTo>
                  <a:cubicBezTo>
                    <a:pt x="561" y="1"/>
                    <a:pt x="544" y="1"/>
                    <a:pt x="52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2525;p52">
              <a:extLst>
                <a:ext uri="{FF2B5EF4-FFF2-40B4-BE49-F238E27FC236}">
                  <a16:creationId xmlns:a16="http://schemas.microsoft.com/office/drawing/2014/main" id="{32047092-40D0-2BC0-DB23-D4613D10F784}"/>
                </a:ext>
              </a:extLst>
            </p:cNvPr>
            <p:cNvSpPr/>
            <p:nvPr/>
          </p:nvSpPr>
          <p:spPr>
            <a:xfrm>
              <a:off x="1905062" y="2643441"/>
              <a:ext cx="60148" cy="169564"/>
            </a:xfrm>
            <a:custGeom>
              <a:avLst/>
              <a:gdLst/>
              <a:ahLst/>
              <a:cxnLst/>
              <a:rect l="l" t="t" r="r" b="b"/>
              <a:pathLst>
                <a:path w="2189" h="6171" extrusionOk="0">
                  <a:moveTo>
                    <a:pt x="456" y="1"/>
                  </a:moveTo>
                  <a:cubicBezTo>
                    <a:pt x="213" y="1"/>
                    <a:pt x="0" y="213"/>
                    <a:pt x="0" y="456"/>
                  </a:cubicBezTo>
                  <a:lnTo>
                    <a:pt x="0" y="5715"/>
                  </a:lnTo>
                  <a:cubicBezTo>
                    <a:pt x="0" y="5958"/>
                    <a:pt x="213" y="6171"/>
                    <a:pt x="456" y="6171"/>
                  </a:cubicBezTo>
                  <a:lnTo>
                    <a:pt x="1733" y="6171"/>
                  </a:lnTo>
                  <a:cubicBezTo>
                    <a:pt x="1976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2526;p52">
              <a:extLst>
                <a:ext uri="{FF2B5EF4-FFF2-40B4-BE49-F238E27FC236}">
                  <a16:creationId xmlns:a16="http://schemas.microsoft.com/office/drawing/2014/main" id="{5CF425B5-EEAA-AFBE-BE3C-4181D13A7E39}"/>
                </a:ext>
              </a:extLst>
            </p:cNvPr>
            <p:cNvSpPr/>
            <p:nvPr/>
          </p:nvSpPr>
          <p:spPr>
            <a:xfrm>
              <a:off x="1901709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5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55" y="6171"/>
                  </a:cubicBezTo>
                  <a:lnTo>
                    <a:pt x="578" y="6171"/>
                  </a:lnTo>
                  <a:cubicBezTo>
                    <a:pt x="39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74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74" y="6414"/>
                    <a:pt x="578" y="6414"/>
                  </a:cubicBezTo>
                  <a:lnTo>
                    <a:pt x="1855" y="6414"/>
                  </a:lnTo>
                  <a:cubicBezTo>
                    <a:pt x="218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8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2527;p52">
              <a:extLst>
                <a:ext uri="{FF2B5EF4-FFF2-40B4-BE49-F238E27FC236}">
                  <a16:creationId xmlns:a16="http://schemas.microsoft.com/office/drawing/2014/main" id="{F50C7511-62D7-BA3B-87BC-01CA837C9D27}"/>
                </a:ext>
              </a:extLst>
            </p:cNvPr>
            <p:cNvSpPr/>
            <p:nvPr/>
          </p:nvSpPr>
          <p:spPr>
            <a:xfrm>
              <a:off x="2016126" y="2651712"/>
              <a:ext cx="60176" cy="153792"/>
            </a:xfrm>
            <a:custGeom>
              <a:avLst/>
              <a:gdLst/>
              <a:ahLst/>
              <a:cxnLst/>
              <a:rect l="l" t="t" r="r" b="b"/>
              <a:pathLst>
                <a:path w="2190" h="5597" extrusionOk="0">
                  <a:moveTo>
                    <a:pt x="410" y="1"/>
                  </a:moveTo>
                  <a:cubicBezTo>
                    <a:pt x="187" y="1"/>
                    <a:pt x="1" y="201"/>
                    <a:pt x="1" y="429"/>
                  </a:cubicBezTo>
                  <a:lnTo>
                    <a:pt x="1" y="5140"/>
                  </a:lnTo>
                  <a:cubicBezTo>
                    <a:pt x="1" y="5384"/>
                    <a:pt x="213" y="5596"/>
                    <a:pt x="457" y="5596"/>
                  </a:cubicBezTo>
                  <a:lnTo>
                    <a:pt x="1764" y="5596"/>
                  </a:lnTo>
                  <a:cubicBezTo>
                    <a:pt x="2007" y="5566"/>
                    <a:pt x="2189" y="5384"/>
                    <a:pt x="2189" y="5140"/>
                  </a:cubicBezTo>
                  <a:lnTo>
                    <a:pt x="2189" y="429"/>
                  </a:lnTo>
                  <a:cubicBezTo>
                    <a:pt x="2189" y="201"/>
                    <a:pt x="2029" y="1"/>
                    <a:pt x="1810" y="1"/>
                  </a:cubicBezTo>
                  <a:cubicBezTo>
                    <a:pt x="1795" y="1"/>
                    <a:pt x="1779" y="2"/>
                    <a:pt x="1764" y="3"/>
                  </a:cubicBezTo>
                  <a:lnTo>
                    <a:pt x="457" y="3"/>
                  </a:lnTo>
                  <a:cubicBezTo>
                    <a:pt x="441" y="2"/>
                    <a:pt x="425" y="1"/>
                    <a:pt x="4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2528;p52">
              <a:extLst>
                <a:ext uri="{FF2B5EF4-FFF2-40B4-BE49-F238E27FC236}">
                  <a16:creationId xmlns:a16="http://schemas.microsoft.com/office/drawing/2014/main" id="{0B5D0ED3-849C-FB4F-4CDA-EDF4601CD499}"/>
                </a:ext>
              </a:extLst>
            </p:cNvPr>
            <p:cNvSpPr/>
            <p:nvPr/>
          </p:nvSpPr>
          <p:spPr>
            <a:xfrm>
              <a:off x="2012801" y="2648387"/>
              <a:ext cx="66825" cy="160441"/>
            </a:xfrm>
            <a:custGeom>
              <a:avLst/>
              <a:gdLst/>
              <a:ahLst/>
              <a:cxnLst/>
              <a:rect l="l" t="t" r="r" b="b"/>
              <a:pathLst>
                <a:path w="2432" h="5839" extrusionOk="0">
                  <a:moveTo>
                    <a:pt x="1885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44"/>
                    <a:pt x="2037" y="5565"/>
                    <a:pt x="1885" y="5565"/>
                  </a:cubicBezTo>
                  <a:lnTo>
                    <a:pt x="578" y="5565"/>
                  </a:lnTo>
                  <a:cubicBezTo>
                    <a:pt x="562" y="5568"/>
                    <a:pt x="546" y="5569"/>
                    <a:pt x="531" y="5569"/>
                  </a:cubicBezTo>
                  <a:cubicBezTo>
                    <a:pt x="370" y="5569"/>
                    <a:pt x="243" y="5428"/>
                    <a:pt x="243" y="5261"/>
                  </a:cubicBezTo>
                  <a:lnTo>
                    <a:pt x="243" y="550"/>
                  </a:lnTo>
                  <a:cubicBezTo>
                    <a:pt x="243" y="368"/>
                    <a:pt x="395" y="246"/>
                    <a:pt x="578" y="246"/>
                  </a:cubicBezTo>
                  <a:close/>
                  <a:moveTo>
                    <a:pt x="531" y="1"/>
                  </a:moveTo>
                  <a:cubicBezTo>
                    <a:pt x="246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74" y="5839"/>
                    <a:pt x="578" y="5839"/>
                  </a:cubicBezTo>
                  <a:lnTo>
                    <a:pt x="1885" y="5839"/>
                  </a:lnTo>
                  <a:cubicBezTo>
                    <a:pt x="2189" y="5808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213" y="1"/>
                    <a:pt x="1931" y="1"/>
                  </a:cubicBezTo>
                  <a:cubicBezTo>
                    <a:pt x="1916" y="1"/>
                    <a:pt x="1900" y="1"/>
                    <a:pt x="1885" y="3"/>
                  </a:cubicBezTo>
                  <a:lnTo>
                    <a:pt x="578" y="3"/>
                  </a:lnTo>
                  <a:cubicBezTo>
                    <a:pt x="562" y="1"/>
                    <a:pt x="547" y="1"/>
                    <a:pt x="5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2529;p52">
              <a:extLst>
                <a:ext uri="{FF2B5EF4-FFF2-40B4-BE49-F238E27FC236}">
                  <a16:creationId xmlns:a16="http://schemas.microsoft.com/office/drawing/2014/main" id="{F1183AE5-A1F0-C251-C1D6-16D3976300D6}"/>
                </a:ext>
              </a:extLst>
            </p:cNvPr>
            <p:cNvSpPr/>
            <p:nvPr/>
          </p:nvSpPr>
          <p:spPr>
            <a:xfrm>
              <a:off x="1994419" y="2643441"/>
              <a:ext cx="60148" cy="169564"/>
            </a:xfrm>
            <a:custGeom>
              <a:avLst/>
              <a:gdLst/>
              <a:ahLst/>
              <a:cxnLst/>
              <a:rect l="l" t="t" r="r" b="b"/>
              <a:pathLst>
                <a:path w="2189" h="6171" extrusionOk="0">
                  <a:moveTo>
                    <a:pt x="456" y="1"/>
                  </a:moveTo>
                  <a:cubicBezTo>
                    <a:pt x="213" y="1"/>
                    <a:pt x="0" y="213"/>
                    <a:pt x="0" y="456"/>
                  </a:cubicBezTo>
                  <a:lnTo>
                    <a:pt x="0" y="5715"/>
                  </a:lnTo>
                  <a:cubicBezTo>
                    <a:pt x="0" y="5958"/>
                    <a:pt x="213" y="6171"/>
                    <a:pt x="456" y="6171"/>
                  </a:cubicBezTo>
                  <a:lnTo>
                    <a:pt x="1733" y="6171"/>
                  </a:lnTo>
                  <a:cubicBezTo>
                    <a:pt x="1976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2530;p52">
              <a:extLst>
                <a:ext uri="{FF2B5EF4-FFF2-40B4-BE49-F238E27FC236}">
                  <a16:creationId xmlns:a16="http://schemas.microsoft.com/office/drawing/2014/main" id="{F81047E1-DF2A-B0BA-C199-6014129FC7DA}"/>
                </a:ext>
              </a:extLst>
            </p:cNvPr>
            <p:cNvSpPr/>
            <p:nvPr/>
          </p:nvSpPr>
          <p:spPr>
            <a:xfrm>
              <a:off x="1991066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5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55" y="6171"/>
                  </a:cubicBezTo>
                  <a:lnTo>
                    <a:pt x="578" y="6171"/>
                  </a:lnTo>
                  <a:cubicBezTo>
                    <a:pt x="39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44" y="1"/>
                    <a:pt x="1" y="275"/>
                    <a:pt x="1" y="578"/>
                  </a:cubicBezTo>
                  <a:lnTo>
                    <a:pt x="1" y="5867"/>
                  </a:lnTo>
                  <a:cubicBezTo>
                    <a:pt x="1" y="6171"/>
                    <a:pt x="244" y="6414"/>
                    <a:pt x="578" y="6414"/>
                  </a:cubicBezTo>
                  <a:lnTo>
                    <a:pt x="1855" y="6414"/>
                  </a:lnTo>
                  <a:cubicBezTo>
                    <a:pt x="218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2531;p52">
              <a:extLst>
                <a:ext uri="{FF2B5EF4-FFF2-40B4-BE49-F238E27FC236}">
                  <a16:creationId xmlns:a16="http://schemas.microsoft.com/office/drawing/2014/main" id="{351DFDD2-2157-DDDA-85B9-FA570B73382A}"/>
                </a:ext>
              </a:extLst>
            </p:cNvPr>
            <p:cNvSpPr/>
            <p:nvPr/>
          </p:nvSpPr>
          <p:spPr>
            <a:xfrm>
              <a:off x="2106334" y="2651794"/>
              <a:ext cx="60148" cy="153709"/>
            </a:xfrm>
            <a:custGeom>
              <a:avLst/>
              <a:gdLst/>
              <a:ahLst/>
              <a:cxnLst/>
              <a:rect l="l" t="t" r="r" b="b"/>
              <a:pathLst>
                <a:path w="2189" h="5594" extrusionOk="0">
                  <a:moveTo>
                    <a:pt x="426" y="0"/>
                  </a:moveTo>
                  <a:cubicBezTo>
                    <a:pt x="183" y="0"/>
                    <a:pt x="0" y="183"/>
                    <a:pt x="0" y="426"/>
                  </a:cubicBezTo>
                  <a:lnTo>
                    <a:pt x="0" y="5137"/>
                  </a:lnTo>
                  <a:cubicBezTo>
                    <a:pt x="0" y="5381"/>
                    <a:pt x="183" y="5593"/>
                    <a:pt x="426" y="5593"/>
                  </a:cubicBezTo>
                  <a:lnTo>
                    <a:pt x="1733" y="5593"/>
                  </a:lnTo>
                  <a:cubicBezTo>
                    <a:pt x="1976" y="5593"/>
                    <a:pt x="2189" y="5381"/>
                    <a:pt x="2189" y="5137"/>
                  </a:cubicBezTo>
                  <a:lnTo>
                    <a:pt x="2189" y="426"/>
                  </a:lnTo>
                  <a:cubicBezTo>
                    <a:pt x="2189" y="183"/>
                    <a:pt x="1976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2532;p52">
              <a:extLst>
                <a:ext uri="{FF2B5EF4-FFF2-40B4-BE49-F238E27FC236}">
                  <a16:creationId xmlns:a16="http://schemas.microsoft.com/office/drawing/2014/main" id="{24A3D9F0-695E-2D3B-F5FD-7EF0630A4D96}"/>
                </a:ext>
              </a:extLst>
            </p:cNvPr>
            <p:cNvSpPr/>
            <p:nvPr/>
          </p:nvSpPr>
          <p:spPr>
            <a:xfrm>
              <a:off x="2102982" y="2648387"/>
              <a:ext cx="66853" cy="160441"/>
            </a:xfrm>
            <a:custGeom>
              <a:avLst/>
              <a:gdLst/>
              <a:ahLst/>
              <a:cxnLst/>
              <a:rect l="l" t="t" r="r" b="b"/>
              <a:pathLst>
                <a:path w="2433" h="5839" extrusionOk="0">
                  <a:moveTo>
                    <a:pt x="1855" y="246"/>
                  </a:moveTo>
                  <a:cubicBezTo>
                    <a:pt x="2037" y="246"/>
                    <a:pt x="2159" y="368"/>
                    <a:pt x="2189" y="550"/>
                  </a:cubicBezTo>
                  <a:lnTo>
                    <a:pt x="2189" y="5261"/>
                  </a:lnTo>
                  <a:cubicBezTo>
                    <a:pt x="2159" y="5444"/>
                    <a:pt x="2037" y="5565"/>
                    <a:pt x="1855" y="5565"/>
                  </a:cubicBezTo>
                  <a:lnTo>
                    <a:pt x="548" y="5565"/>
                  </a:lnTo>
                  <a:cubicBezTo>
                    <a:pt x="396" y="5565"/>
                    <a:pt x="244" y="5444"/>
                    <a:pt x="244" y="5261"/>
                  </a:cubicBezTo>
                  <a:lnTo>
                    <a:pt x="244" y="550"/>
                  </a:lnTo>
                  <a:cubicBezTo>
                    <a:pt x="244" y="368"/>
                    <a:pt x="396" y="246"/>
                    <a:pt x="548" y="246"/>
                  </a:cubicBezTo>
                  <a:close/>
                  <a:moveTo>
                    <a:pt x="502" y="1"/>
                  </a:moveTo>
                  <a:cubicBezTo>
                    <a:pt x="220" y="1"/>
                    <a:pt x="1" y="262"/>
                    <a:pt x="1" y="550"/>
                  </a:cubicBezTo>
                  <a:lnTo>
                    <a:pt x="1" y="5261"/>
                  </a:lnTo>
                  <a:cubicBezTo>
                    <a:pt x="1" y="5565"/>
                    <a:pt x="244" y="5839"/>
                    <a:pt x="548" y="5839"/>
                  </a:cubicBezTo>
                  <a:lnTo>
                    <a:pt x="1855" y="5839"/>
                  </a:lnTo>
                  <a:cubicBezTo>
                    <a:pt x="2159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186" y="1"/>
                    <a:pt x="1901" y="1"/>
                  </a:cubicBezTo>
                  <a:cubicBezTo>
                    <a:pt x="1886" y="1"/>
                    <a:pt x="1871" y="1"/>
                    <a:pt x="1855" y="3"/>
                  </a:cubicBezTo>
                  <a:lnTo>
                    <a:pt x="548" y="3"/>
                  </a:lnTo>
                  <a:cubicBezTo>
                    <a:pt x="532" y="1"/>
                    <a:pt x="517" y="1"/>
                    <a:pt x="5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2533;p52">
              <a:extLst>
                <a:ext uri="{FF2B5EF4-FFF2-40B4-BE49-F238E27FC236}">
                  <a16:creationId xmlns:a16="http://schemas.microsoft.com/office/drawing/2014/main" id="{CDD37D90-B2D4-D7ED-1986-317EC776B58C}"/>
                </a:ext>
              </a:extLst>
            </p:cNvPr>
            <p:cNvSpPr/>
            <p:nvPr/>
          </p:nvSpPr>
          <p:spPr>
            <a:xfrm>
              <a:off x="2083775" y="2643441"/>
              <a:ext cx="60176" cy="169564"/>
            </a:xfrm>
            <a:custGeom>
              <a:avLst/>
              <a:gdLst/>
              <a:ahLst/>
              <a:cxnLst/>
              <a:rect l="l" t="t" r="r" b="b"/>
              <a:pathLst>
                <a:path w="2190" h="6171" extrusionOk="0">
                  <a:moveTo>
                    <a:pt x="426" y="1"/>
                  </a:moveTo>
                  <a:cubicBezTo>
                    <a:pt x="183" y="1"/>
                    <a:pt x="1" y="213"/>
                    <a:pt x="1" y="456"/>
                  </a:cubicBezTo>
                  <a:lnTo>
                    <a:pt x="1" y="5715"/>
                  </a:lnTo>
                  <a:cubicBezTo>
                    <a:pt x="1" y="5958"/>
                    <a:pt x="183" y="6171"/>
                    <a:pt x="426" y="6171"/>
                  </a:cubicBezTo>
                  <a:lnTo>
                    <a:pt x="1733" y="6171"/>
                  </a:lnTo>
                  <a:cubicBezTo>
                    <a:pt x="1976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2534;p52">
              <a:extLst>
                <a:ext uri="{FF2B5EF4-FFF2-40B4-BE49-F238E27FC236}">
                  <a16:creationId xmlns:a16="http://schemas.microsoft.com/office/drawing/2014/main" id="{9EE22C39-6EED-8444-474C-5C4A03F2A3EC}"/>
                </a:ext>
              </a:extLst>
            </p:cNvPr>
            <p:cNvSpPr/>
            <p:nvPr/>
          </p:nvSpPr>
          <p:spPr>
            <a:xfrm>
              <a:off x="2080451" y="2640089"/>
              <a:ext cx="66825" cy="176268"/>
            </a:xfrm>
            <a:custGeom>
              <a:avLst/>
              <a:gdLst/>
              <a:ahLst/>
              <a:cxnLst/>
              <a:rect l="l" t="t" r="r" b="b"/>
              <a:pathLst>
                <a:path w="2432" h="6415" extrusionOk="0">
                  <a:moveTo>
                    <a:pt x="1854" y="275"/>
                  </a:moveTo>
                  <a:cubicBezTo>
                    <a:pt x="2037" y="275"/>
                    <a:pt x="2158" y="396"/>
                    <a:pt x="2189" y="578"/>
                  </a:cubicBezTo>
                  <a:lnTo>
                    <a:pt x="2189" y="5867"/>
                  </a:lnTo>
                  <a:cubicBezTo>
                    <a:pt x="2158" y="6019"/>
                    <a:pt x="2037" y="6171"/>
                    <a:pt x="1854" y="6171"/>
                  </a:cubicBezTo>
                  <a:lnTo>
                    <a:pt x="547" y="6171"/>
                  </a:lnTo>
                  <a:cubicBezTo>
                    <a:pt x="395" y="6171"/>
                    <a:pt x="243" y="6019"/>
                    <a:pt x="243" y="5867"/>
                  </a:cubicBezTo>
                  <a:lnTo>
                    <a:pt x="243" y="578"/>
                  </a:lnTo>
                  <a:cubicBezTo>
                    <a:pt x="243" y="426"/>
                    <a:pt x="395" y="275"/>
                    <a:pt x="547" y="275"/>
                  </a:cubicBezTo>
                  <a:close/>
                  <a:moveTo>
                    <a:pt x="547" y="1"/>
                  </a:moveTo>
                  <a:cubicBezTo>
                    <a:pt x="243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3" y="6414"/>
                    <a:pt x="547" y="6414"/>
                  </a:cubicBezTo>
                  <a:lnTo>
                    <a:pt x="1854" y="6414"/>
                  </a:lnTo>
                  <a:cubicBezTo>
                    <a:pt x="2158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58" y="1"/>
                    <a:pt x="18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2535;p52">
              <a:extLst>
                <a:ext uri="{FF2B5EF4-FFF2-40B4-BE49-F238E27FC236}">
                  <a16:creationId xmlns:a16="http://schemas.microsoft.com/office/drawing/2014/main" id="{4FB035FC-61A0-7B14-C45B-162F75BA65B8}"/>
                </a:ext>
              </a:extLst>
            </p:cNvPr>
            <p:cNvSpPr/>
            <p:nvPr/>
          </p:nvSpPr>
          <p:spPr>
            <a:xfrm>
              <a:off x="2194867" y="2651712"/>
              <a:ext cx="60148" cy="153792"/>
            </a:xfrm>
            <a:custGeom>
              <a:avLst/>
              <a:gdLst/>
              <a:ahLst/>
              <a:cxnLst/>
              <a:rect l="l" t="t" r="r" b="b"/>
              <a:pathLst>
                <a:path w="2189" h="5597" extrusionOk="0">
                  <a:moveTo>
                    <a:pt x="410" y="1"/>
                  </a:moveTo>
                  <a:cubicBezTo>
                    <a:pt x="187" y="1"/>
                    <a:pt x="2" y="201"/>
                    <a:pt x="31" y="429"/>
                  </a:cubicBezTo>
                  <a:lnTo>
                    <a:pt x="31" y="5140"/>
                  </a:lnTo>
                  <a:cubicBezTo>
                    <a:pt x="0" y="5384"/>
                    <a:pt x="213" y="5596"/>
                    <a:pt x="456" y="5596"/>
                  </a:cubicBezTo>
                  <a:lnTo>
                    <a:pt x="1763" y="5596"/>
                  </a:lnTo>
                  <a:cubicBezTo>
                    <a:pt x="2006" y="5596"/>
                    <a:pt x="2189" y="5384"/>
                    <a:pt x="2189" y="5140"/>
                  </a:cubicBezTo>
                  <a:lnTo>
                    <a:pt x="2189" y="429"/>
                  </a:lnTo>
                  <a:cubicBezTo>
                    <a:pt x="2189" y="201"/>
                    <a:pt x="2029" y="1"/>
                    <a:pt x="1809" y="1"/>
                  </a:cubicBezTo>
                  <a:cubicBezTo>
                    <a:pt x="1794" y="1"/>
                    <a:pt x="1779" y="2"/>
                    <a:pt x="1763" y="3"/>
                  </a:cubicBezTo>
                  <a:lnTo>
                    <a:pt x="456" y="3"/>
                  </a:lnTo>
                  <a:cubicBezTo>
                    <a:pt x="441" y="2"/>
                    <a:pt x="425" y="1"/>
                    <a:pt x="4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2536;p52">
              <a:extLst>
                <a:ext uri="{FF2B5EF4-FFF2-40B4-BE49-F238E27FC236}">
                  <a16:creationId xmlns:a16="http://schemas.microsoft.com/office/drawing/2014/main" id="{F2CAD821-A863-16B0-43B6-594AC7EF7816}"/>
                </a:ext>
              </a:extLst>
            </p:cNvPr>
            <p:cNvSpPr/>
            <p:nvPr/>
          </p:nvSpPr>
          <p:spPr>
            <a:xfrm>
              <a:off x="2191515" y="2648387"/>
              <a:ext cx="66853" cy="160441"/>
            </a:xfrm>
            <a:custGeom>
              <a:avLst/>
              <a:gdLst/>
              <a:ahLst/>
              <a:cxnLst/>
              <a:rect l="l" t="t" r="r" b="b"/>
              <a:pathLst>
                <a:path w="2433" h="5839" extrusionOk="0">
                  <a:moveTo>
                    <a:pt x="1885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28"/>
                    <a:pt x="2062" y="5569"/>
                    <a:pt x="1925" y="5569"/>
                  </a:cubicBezTo>
                  <a:cubicBezTo>
                    <a:pt x="1912" y="5569"/>
                    <a:pt x="1898" y="5568"/>
                    <a:pt x="1885" y="5565"/>
                  </a:cubicBezTo>
                  <a:lnTo>
                    <a:pt x="578" y="5565"/>
                  </a:lnTo>
                  <a:cubicBezTo>
                    <a:pt x="396" y="5565"/>
                    <a:pt x="274" y="5444"/>
                    <a:pt x="274" y="5261"/>
                  </a:cubicBezTo>
                  <a:lnTo>
                    <a:pt x="274" y="550"/>
                  </a:lnTo>
                  <a:cubicBezTo>
                    <a:pt x="274" y="368"/>
                    <a:pt x="396" y="246"/>
                    <a:pt x="578" y="246"/>
                  </a:cubicBezTo>
                  <a:close/>
                  <a:moveTo>
                    <a:pt x="532" y="1"/>
                  </a:moveTo>
                  <a:cubicBezTo>
                    <a:pt x="250" y="1"/>
                    <a:pt x="30" y="262"/>
                    <a:pt x="1" y="550"/>
                  </a:cubicBezTo>
                  <a:lnTo>
                    <a:pt x="1" y="5261"/>
                  </a:lnTo>
                  <a:cubicBezTo>
                    <a:pt x="1" y="5565"/>
                    <a:pt x="274" y="5839"/>
                    <a:pt x="578" y="5839"/>
                  </a:cubicBezTo>
                  <a:lnTo>
                    <a:pt x="1885" y="5839"/>
                  </a:lnTo>
                  <a:cubicBezTo>
                    <a:pt x="2189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213" y="1"/>
                    <a:pt x="1931" y="1"/>
                  </a:cubicBezTo>
                  <a:cubicBezTo>
                    <a:pt x="1916" y="1"/>
                    <a:pt x="1901" y="1"/>
                    <a:pt x="1885" y="3"/>
                  </a:cubicBezTo>
                  <a:lnTo>
                    <a:pt x="578" y="3"/>
                  </a:lnTo>
                  <a:cubicBezTo>
                    <a:pt x="563" y="1"/>
                    <a:pt x="547" y="1"/>
                    <a:pt x="5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2537;p52">
              <a:extLst>
                <a:ext uri="{FF2B5EF4-FFF2-40B4-BE49-F238E27FC236}">
                  <a16:creationId xmlns:a16="http://schemas.microsoft.com/office/drawing/2014/main" id="{9E106195-5456-4883-DAB7-135D4AF78B32}"/>
                </a:ext>
              </a:extLst>
            </p:cNvPr>
            <p:cNvSpPr/>
            <p:nvPr/>
          </p:nvSpPr>
          <p:spPr>
            <a:xfrm>
              <a:off x="2173160" y="2643441"/>
              <a:ext cx="60148" cy="169564"/>
            </a:xfrm>
            <a:custGeom>
              <a:avLst/>
              <a:gdLst/>
              <a:ahLst/>
              <a:cxnLst/>
              <a:rect l="l" t="t" r="r" b="b"/>
              <a:pathLst>
                <a:path w="2189" h="6171" extrusionOk="0">
                  <a:moveTo>
                    <a:pt x="456" y="1"/>
                  </a:moveTo>
                  <a:cubicBezTo>
                    <a:pt x="182" y="1"/>
                    <a:pt x="0" y="213"/>
                    <a:pt x="0" y="456"/>
                  </a:cubicBezTo>
                  <a:lnTo>
                    <a:pt x="0" y="5715"/>
                  </a:lnTo>
                  <a:cubicBezTo>
                    <a:pt x="0" y="5958"/>
                    <a:pt x="182" y="6171"/>
                    <a:pt x="456" y="6171"/>
                  </a:cubicBezTo>
                  <a:lnTo>
                    <a:pt x="1733" y="6171"/>
                  </a:lnTo>
                  <a:cubicBezTo>
                    <a:pt x="1976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2538;p52">
              <a:extLst>
                <a:ext uri="{FF2B5EF4-FFF2-40B4-BE49-F238E27FC236}">
                  <a16:creationId xmlns:a16="http://schemas.microsoft.com/office/drawing/2014/main" id="{7050D3C8-A73E-1928-8B97-51354C75D17C}"/>
                </a:ext>
              </a:extLst>
            </p:cNvPr>
            <p:cNvSpPr/>
            <p:nvPr/>
          </p:nvSpPr>
          <p:spPr>
            <a:xfrm>
              <a:off x="2169807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5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37"/>
                  </a:lnTo>
                  <a:cubicBezTo>
                    <a:pt x="2189" y="6019"/>
                    <a:pt x="2037" y="6171"/>
                    <a:pt x="1855" y="6171"/>
                  </a:cubicBezTo>
                  <a:lnTo>
                    <a:pt x="578" y="6171"/>
                  </a:lnTo>
                  <a:cubicBezTo>
                    <a:pt x="396" y="6171"/>
                    <a:pt x="244" y="6019"/>
                    <a:pt x="244" y="5837"/>
                  </a:cubicBezTo>
                  <a:lnTo>
                    <a:pt x="244" y="578"/>
                  </a:lnTo>
                  <a:cubicBezTo>
                    <a:pt x="244" y="39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44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4" y="6414"/>
                    <a:pt x="578" y="6414"/>
                  </a:cubicBezTo>
                  <a:lnTo>
                    <a:pt x="1855" y="6414"/>
                  </a:lnTo>
                  <a:cubicBezTo>
                    <a:pt x="215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2539;p52">
              <a:extLst>
                <a:ext uri="{FF2B5EF4-FFF2-40B4-BE49-F238E27FC236}">
                  <a16:creationId xmlns:a16="http://schemas.microsoft.com/office/drawing/2014/main" id="{28DE74F0-6146-837C-A919-2AA0000C2507}"/>
                </a:ext>
              </a:extLst>
            </p:cNvPr>
            <p:cNvSpPr/>
            <p:nvPr/>
          </p:nvSpPr>
          <p:spPr>
            <a:xfrm>
              <a:off x="2284224" y="2651794"/>
              <a:ext cx="60176" cy="153709"/>
            </a:xfrm>
            <a:custGeom>
              <a:avLst/>
              <a:gdLst/>
              <a:ahLst/>
              <a:cxnLst/>
              <a:rect l="l" t="t" r="r" b="b"/>
              <a:pathLst>
                <a:path w="2190" h="5594" extrusionOk="0">
                  <a:moveTo>
                    <a:pt x="457" y="0"/>
                  </a:moveTo>
                  <a:cubicBezTo>
                    <a:pt x="213" y="0"/>
                    <a:pt x="1" y="183"/>
                    <a:pt x="1" y="426"/>
                  </a:cubicBezTo>
                  <a:lnTo>
                    <a:pt x="1" y="5137"/>
                  </a:lnTo>
                  <a:cubicBezTo>
                    <a:pt x="1" y="5381"/>
                    <a:pt x="213" y="5593"/>
                    <a:pt x="457" y="5593"/>
                  </a:cubicBezTo>
                  <a:lnTo>
                    <a:pt x="1764" y="5593"/>
                  </a:lnTo>
                  <a:cubicBezTo>
                    <a:pt x="2007" y="5593"/>
                    <a:pt x="2189" y="5381"/>
                    <a:pt x="2189" y="5137"/>
                  </a:cubicBezTo>
                  <a:lnTo>
                    <a:pt x="2189" y="426"/>
                  </a:lnTo>
                  <a:cubicBezTo>
                    <a:pt x="2189" y="183"/>
                    <a:pt x="2007" y="0"/>
                    <a:pt x="17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2540;p52">
              <a:extLst>
                <a:ext uri="{FF2B5EF4-FFF2-40B4-BE49-F238E27FC236}">
                  <a16:creationId xmlns:a16="http://schemas.microsoft.com/office/drawing/2014/main" id="{A78FD277-07B0-F89F-B3CA-3F9F8406F15C}"/>
                </a:ext>
              </a:extLst>
            </p:cNvPr>
            <p:cNvSpPr/>
            <p:nvPr/>
          </p:nvSpPr>
          <p:spPr>
            <a:xfrm>
              <a:off x="2280899" y="2648387"/>
              <a:ext cx="66825" cy="160441"/>
            </a:xfrm>
            <a:custGeom>
              <a:avLst/>
              <a:gdLst/>
              <a:ahLst/>
              <a:cxnLst/>
              <a:rect l="l" t="t" r="r" b="b"/>
              <a:pathLst>
                <a:path w="2432" h="5839" extrusionOk="0">
                  <a:moveTo>
                    <a:pt x="1885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44"/>
                    <a:pt x="2037" y="5565"/>
                    <a:pt x="1885" y="5565"/>
                  </a:cubicBezTo>
                  <a:lnTo>
                    <a:pt x="578" y="5565"/>
                  </a:lnTo>
                  <a:cubicBezTo>
                    <a:pt x="395" y="5565"/>
                    <a:pt x="243" y="5444"/>
                    <a:pt x="243" y="5261"/>
                  </a:cubicBezTo>
                  <a:lnTo>
                    <a:pt x="243" y="550"/>
                  </a:lnTo>
                  <a:cubicBezTo>
                    <a:pt x="243" y="368"/>
                    <a:pt x="395" y="246"/>
                    <a:pt x="578" y="246"/>
                  </a:cubicBezTo>
                  <a:close/>
                  <a:moveTo>
                    <a:pt x="531" y="1"/>
                  </a:moveTo>
                  <a:cubicBezTo>
                    <a:pt x="246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74" y="5839"/>
                    <a:pt x="578" y="5839"/>
                  </a:cubicBezTo>
                  <a:lnTo>
                    <a:pt x="1885" y="5839"/>
                  </a:lnTo>
                  <a:cubicBezTo>
                    <a:pt x="2189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213" y="1"/>
                    <a:pt x="1931" y="1"/>
                  </a:cubicBezTo>
                  <a:cubicBezTo>
                    <a:pt x="1916" y="1"/>
                    <a:pt x="1900" y="1"/>
                    <a:pt x="1885" y="3"/>
                  </a:cubicBezTo>
                  <a:lnTo>
                    <a:pt x="578" y="3"/>
                  </a:lnTo>
                  <a:cubicBezTo>
                    <a:pt x="562" y="1"/>
                    <a:pt x="547" y="1"/>
                    <a:pt x="5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2541;p52">
              <a:extLst>
                <a:ext uri="{FF2B5EF4-FFF2-40B4-BE49-F238E27FC236}">
                  <a16:creationId xmlns:a16="http://schemas.microsoft.com/office/drawing/2014/main" id="{79B7AFB8-2D19-EED3-D612-BD2B2EC97388}"/>
                </a:ext>
              </a:extLst>
            </p:cNvPr>
            <p:cNvSpPr/>
            <p:nvPr/>
          </p:nvSpPr>
          <p:spPr>
            <a:xfrm>
              <a:off x="2261665" y="2643441"/>
              <a:ext cx="60176" cy="169564"/>
            </a:xfrm>
            <a:custGeom>
              <a:avLst/>
              <a:gdLst/>
              <a:ahLst/>
              <a:cxnLst/>
              <a:rect l="l" t="t" r="r" b="b"/>
              <a:pathLst>
                <a:path w="2190" h="6171" extrusionOk="0">
                  <a:moveTo>
                    <a:pt x="457" y="1"/>
                  </a:moveTo>
                  <a:cubicBezTo>
                    <a:pt x="214" y="1"/>
                    <a:pt x="1" y="213"/>
                    <a:pt x="31" y="456"/>
                  </a:cubicBezTo>
                  <a:lnTo>
                    <a:pt x="31" y="5715"/>
                  </a:lnTo>
                  <a:cubicBezTo>
                    <a:pt x="1" y="5958"/>
                    <a:pt x="214" y="6171"/>
                    <a:pt x="457" y="6171"/>
                  </a:cubicBezTo>
                  <a:lnTo>
                    <a:pt x="1764" y="6171"/>
                  </a:lnTo>
                  <a:cubicBezTo>
                    <a:pt x="2007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2007" y="1"/>
                    <a:pt x="17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2542;p52">
              <a:extLst>
                <a:ext uri="{FF2B5EF4-FFF2-40B4-BE49-F238E27FC236}">
                  <a16:creationId xmlns:a16="http://schemas.microsoft.com/office/drawing/2014/main" id="{ADDAD4CB-7177-FB88-D39B-CC54313B4D33}"/>
                </a:ext>
              </a:extLst>
            </p:cNvPr>
            <p:cNvSpPr/>
            <p:nvPr/>
          </p:nvSpPr>
          <p:spPr>
            <a:xfrm>
              <a:off x="2258340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8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85" y="6171"/>
                  </a:cubicBezTo>
                  <a:lnTo>
                    <a:pt x="578" y="6171"/>
                  </a:lnTo>
                  <a:cubicBezTo>
                    <a:pt x="396" y="6171"/>
                    <a:pt x="274" y="6019"/>
                    <a:pt x="274" y="5867"/>
                  </a:cubicBezTo>
                  <a:lnTo>
                    <a:pt x="274" y="578"/>
                  </a:lnTo>
                  <a:cubicBezTo>
                    <a:pt x="274" y="42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74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74" y="6414"/>
                    <a:pt x="578" y="6414"/>
                  </a:cubicBezTo>
                  <a:lnTo>
                    <a:pt x="1885" y="6414"/>
                  </a:lnTo>
                  <a:cubicBezTo>
                    <a:pt x="218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89" y="1"/>
                    <a:pt x="18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2543;p52">
              <a:extLst>
                <a:ext uri="{FF2B5EF4-FFF2-40B4-BE49-F238E27FC236}">
                  <a16:creationId xmlns:a16="http://schemas.microsoft.com/office/drawing/2014/main" id="{86B4A219-4C39-BC9D-3706-F34340CDDFBD}"/>
                </a:ext>
              </a:extLst>
            </p:cNvPr>
            <p:cNvSpPr/>
            <p:nvPr/>
          </p:nvSpPr>
          <p:spPr>
            <a:xfrm>
              <a:off x="2373608" y="2651794"/>
              <a:ext cx="60148" cy="153709"/>
            </a:xfrm>
            <a:custGeom>
              <a:avLst/>
              <a:gdLst/>
              <a:ahLst/>
              <a:cxnLst/>
              <a:rect l="l" t="t" r="r" b="b"/>
              <a:pathLst>
                <a:path w="2189" h="5594" extrusionOk="0">
                  <a:moveTo>
                    <a:pt x="456" y="0"/>
                  </a:moveTo>
                  <a:cubicBezTo>
                    <a:pt x="213" y="0"/>
                    <a:pt x="0" y="183"/>
                    <a:pt x="0" y="426"/>
                  </a:cubicBezTo>
                  <a:lnTo>
                    <a:pt x="0" y="5137"/>
                  </a:lnTo>
                  <a:cubicBezTo>
                    <a:pt x="0" y="5381"/>
                    <a:pt x="213" y="5593"/>
                    <a:pt x="456" y="5593"/>
                  </a:cubicBezTo>
                  <a:lnTo>
                    <a:pt x="1733" y="5593"/>
                  </a:lnTo>
                  <a:cubicBezTo>
                    <a:pt x="1976" y="5593"/>
                    <a:pt x="2189" y="5381"/>
                    <a:pt x="2189" y="5137"/>
                  </a:cubicBezTo>
                  <a:lnTo>
                    <a:pt x="2189" y="426"/>
                  </a:lnTo>
                  <a:cubicBezTo>
                    <a:pt x="2189" y="183"/>
                    <a:pt x="1976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2544;p52">
              <a:extLst>
                <a:ext uri="{FF2B5EF4-FFF2-40B4-BE49-F238E27FC236}">
                  <a16:creationId xmlns:a16="http://schemas.microsoft.com/office/drawing/2014/main" id="{1B7577F3-4B43-E8B3-5D53-B91B03267C67}"/>
                </a:ext>
              </a:extLst>
            </p:cNvPr>
            <p:cNvSpPr/>
            <p:nvPr/>
          </p:nvSpPr>
          <p:spPr>
            <a:xfrm>
              <a:off x="2370256" y="2648387"/>
              <a:ext cx="66853" cy="160441"/>
            </a:xfrm>
            <a:custGeom>
              <a:avLst/>
              <a:gdLst/>
              <a:ahLst/>
              <a:cxnLst/>
              <a:rect l="l" t="t" r="r" b="b"/>
              <a:pathLst>
                <a:path w="2433" h="5839" extrusionOk="0">
                  <a:moveTo>
                    <a:pt x="1855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44"/>
                    <a:pt x="2037" y="5565"/>
                    <a:pt x="1855" y="5565"/>
                  </a:cubicBezTo>
                  <a:lnTo>
                    <a:pt x="578" y="5565"/>
                  </a:lnTo>
                  <a:cubicBezTo>
                    <a:pt x="396" y="5565"/>
                    <a:pt x="244" y="5444"/>
                    <a:pt x="244" y="5261"/>
                  </a:cubicBezTo>
                  <a:lnTo>
                    <a:pt x="244" y="550"/>
                  </a:lnTo>
                  <a:cubicBezTo>
                    <a:pt x="244" y="368"/>
                    <a:pt x="396" y="246"/>
                    <a:pt x="578" y="246"/>
                  </a:cubicBezTo>
                  <a:close/>
                  <a:moveTo>
                    <a:pt x="532" y="1"/>
                  </a:moveTo>
                  <a:cubicBezTo>
                    <a:pt x="247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44" y="5839"/>
                    <a:pt x="578" y="5839"/>
                  </a:cubicBezTo>
                  <a:lnTo>
                    <a:pt x="1855" y="5839"/>
                  </a:lnTo>
                  <a:cubicBezTo>
                    <a:pt x="2189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213" y="1"/>
                    <a:pt x="1905" y="1"/>
                  </a:cubicBezTo>
                  <a:cubicBezTo>
                    <a:pt x="1889" y="1"/>
                    <a:pt x="1872" y="1"/>
                    <a:pt x="1855" y="3"/>
                  </a:cubicBezTo>
                  <a:lnTo>
                    <a:pt x="578" y="3"/>
                  </a:lnTo>
                  <a:cubicBezTo>
                    <a:pt x="562" y="1"/>
                    <a:pt x="547" y="1"/>
                    <a:pt x="5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2545;p52">
              <a:extLst>
                <a:ext uri="{FF2B5EF4-FFF2-40B4-BE49-F238E27FC236}">
                  <a16:creationId xmlns:a16="http://schemas.microsoft.com/office/drawing/2014/main" id="{88E08402-CDB7-C9EA-7ED3-67FC02B46F93}"/>
                </a:ext>
              </a:extLst>
            </p:cNvPr>
            <p:cNvSpPr/>
            <p:nvPr/>
          </p:nvSpPr>
          <p:spPr>
            <a:xfrm>
              <a:off x="2351049" y="2643441"/>
              <a:ext cx="60148" cy="169564"/>
            </a:xfrm>
            <a:custGeom>
              <a:avLst/>
              <a:gdLst/>
              <a:ahLst/>
              <a:cxnLst/>
              <a:rect l="l" t="t" r="r" b="b"/>
              <a:pathLst>
                <a:path w="2189" h="6171" extrusionOk="0">
                  <a:moveTo>
                    <a:pt x="456" y="1"/>
                  </a:moveTo>
                  <a:cubicBezTo>
                    <a:pt x="213" y="1"/>
                    <a:pt x="0" y="213"/>
                    <a:pt x="0" y="456"/>
                  </a:cubicBezTo>
                  <a:lnTo>
                    <a:pt x="0" y="5715"/>
                  </a:lnTo>
                  <a:cubicBezTo>
                    <a:pt x="0" y="5958"/>
                    <a:pt x="213" y="6171"/>
                    <a:pt x="456" y="6171"/>
                  </a:cubicBezTo>
                  <a:lnTo>
                    <a:pt x="1763" y="6171"/>
                  </a:lnTo>
                  <a:cubicBezTo>
                    <a:pt x="1976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2006" y="1"/>
                    <a:pt x="17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2546;p52">
              <a:extLst>
                <a:ext uri="{FF2B5EF4-FFF2-40B4-BE49-F238E27FC236}">
                  <a16:creationId xmlns:a16="http://schemas.microsoft.com/office/drawing/2014/main" id="{2CA16204-B650-6116-20E6-5D1DCB131614}"/>
                </a:ext>
              </a:extLst>
            </p:cNvPr>
            <p:cNvSpPr/>
            <p:nvPr/>
          </p:nvSpPr>
          <p:spPr>
            <a:xfrm>
              <a:off x="2347697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8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85" y="6171"/>
                  </a:cubicBezTo>
                  <a:lnTo>
                    <a:pt x="578" y="6171"/>
                  </a:lnTo>
                  <a:cubicBezTo>
                    <a:pt x="39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74" y="1"/>
                    <a:pt x="1" y="275"/>
                    <a:pt x="1" y="578"/>
                  </a:cubicBezTo>
                  <a:lnTo>
                    <a:pt x="1" y="5867"/>
                  </a:lnTo>
                  <a:cubicBezTo>
                    <a:pt x="1" y="6171"/>
                    <a:pt x="274" y="6414"/>
                    <a:pt x="578" y="6414"/>
                  </a:cubicBezTo>
                  <a:lnTo>
                    <a:pt x="1885" y="6414"/>
                  </a:lnTo>
                  <a:cubicBezTo>
                    <a:pt x="218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89" y="1"/>
                    <a:pt x="18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2547;p52">
              <a:extLst>
                <a:ext uri="{FF2B5EF4-FFF2-40B4-BE49-F238E27FC236}">
                  <a16:creationId xmlns:a16="http://schemas.microsoft.com/office/drawing/2014/main" id="{F87E9E3E-4A44-320E-B719-47FA61A22BBB}"/>
                </a:ext>
              </a:extLst>
            </p:cNvPr>
            <p:cNvSpPr/>
            <p:nvPr/>
          </p:nvSpPr>
          <p:spPr>
            <a:xfrm>
              <a:off x="2462965" y="2651712"/>
              <a:ext cx="60148" cy="153792"/>
            </a:xfrm>
            <a:custGeom>
              <a:avLst/>
              <a:gdLst/>
              <a:ahLst/>
              <a:cxnLst/>
              <a:rect l="l" t="t" r="r" b="b"/>
              <a:pathLst>
                <a:path w="2189" h="5597" extrusionOk="0">
                  <a:moveTo>
                    <a:pt x="410" y="1"/>
                  </a:moveTo>
                  <a:cubicBezTo>
                    <a:pt x="187" y="1"/>
                    <a:pt x="0" y="201"/>
                    <a:pt x="0" y="429"/>
                  </a:cubicBezTo>
                  <a:lnTo>
                    <a:pt x="0" y="5140"/>
                  </a:lnTo>
                  <a:cubicBezTo>
                    <a:pt x="0" y="5384"/>
                    <a:pt x="213" y="5596"/>
                    <a:pt x="456" y="5596"/>
                  </a:cubicBezTo>
                  <a:lnTo>
                    <a:pt x="1733" y="5596"/>
                  </a:lnTo>
                  <a:cubicBezTo>
                    <a:pt x="1976" y="5596"/>
                    <a:pt x="2189" y="5384"/>
                    <a:pt x="2189" y="5140"/>
                  </a:cubicBezTo>
                  <a:lnTo>
                    <a:pt x="2189" y="429"/>
                  </a:lnTo>
                  <a:cubicBezTo>
                    <a:pt x="2189" y="201"/>
                    <a:pt x="2003" y="1"/>
                    <a:pt x="1779" y="1"/>
                  </a:cubicBezTo>
                  <a:cubicBezTo>
                    <a:pt x="1764" y="1"/>
                    <a:pt x="1749" y="2"/>
                    <a:pt x="1733" y="3"/>
                  </a:cubicBezTo>
                  <a:lnTo>
                    <a:pt x="456" y="3"/>
                  </a:lnTo>
                  <a:cubicBezTo>
                    <a:pt x="441" y="2"/>
                    <a:pt x="425" y="1"/>
                    <a:pt x="4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2548;p52">
              <a:extLst>
                <a:ext uri="{FF2B5EF4-FFF2-40B4-BE49-F238E27FC236}">
                  <a16:creationId xmlns:a16="http://schemas.microsoft.com/office/drawing/2014/main" id="{6DB4CDBA-9C24-74F2-17AC-1967147E852A}"/>
                </a:ext>
              </a:extLst>
            </p:cNvPr>
            <p:cNvSpPr/>
            <p:nvPr/>
          </p:nvSpPr>
          <p:spPr>
            <a:xfrm>
              <a:off x="2459613" y="2648387"/>
              <a:ext cx="66853" cy="160441"/>
            </a:xfrm>
            <a:custGeom>
              <a:avLst/>
              <a:gdLst/>
              <a:ahLst/>
              <a:cxnLst/>
              <a:rect l="l" t="t" r="r" b="b"/>
              <a:pathLst>
                <a:path w="2433" h="5839" extrusionOk="0">
                  <a:moveTo>
                    <a:pt x="1855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44"/>
                    <a:pt x="2037" y="5565"/>
                    <a:pt x="1855" y="5565"/>
                  </a:cubicBezTo>
                  <a:lnTo>
                    <a:pt x="578" y="5565"/>
                  </a:lnTo>
                  <a:cubicBezTo>
                    <a:pt x="563" y="5568"/>
                    <a:pt x="547" y="5569"/>
                    <a:pt x="532" y="5569"/>
                  </a:cubicBezTo>
                  <a:cubicBezTo>
                    <a:pt x="371" y="5569"/>
                    <a:pt x="244" y="5428"/>
                    <a:pt x="244" y="5261"/>
                  </a:cubicBezTo>
                  <a:lnTo>
                    <a:pt x="244" y="550"/>
                  </a:lnTo>
                  <a:cubicBezTo>
                    <a:pt x="244" y="368"/>
                    <a:pt x="396" y="246"/>
                    <a:pt x="578" y="246"/>
                  </a:cubicBezTo>
                  <a:close/>
                  <a:moveTo>
                    <a:pt x="528" y="1"/>
                  </a:moveTo>
                  <a:cubicBezTo>
                    <a:pt x="220" y="1"/>
                    <a:pt x="1" y="262"/>
                    <a:pt x="1" y="550"/>
                  </a:cubicBezTo>
                  <a:lnTo>
                    <a:pt x="1" y="5261"/>
                  </a:lnTo>
                  <a:cubicBezTo>
                    <a:pt x="1" y="5565"/>
                    <a:pt x="244" y="5839"/>
                    <a:pt x="578" y="5839"/>
                  </a:cubicBezTo>
                  <a:lnTo>
                    <a:pt x="1855" y="5839"/>
                  </a:lnTo>
                  <a:cubicBezTo>
                    <a:pt x="2159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186" y="1"/>
                    <a:pt x="1901" y="1"/>
                  </a:cubicBezTo>
                  <a:cubicBezTo>
                    <a:pt x="1886" y="1"/>
                    <a:pt x="1870" y="1"/>
                    <a:pt x="1855" y="3"/>
                  </a:cubicBezTo>
                  <a:lnTo>
                    <a:pt x="578" y="3"/>
                  </a:lnTo>
                  <a:cubicBezTo>
                    <a:pt x="561" y="1"/>
                    <a:pt x="544" y="1"/>
                    <a:pt x="5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2549;p52">
              <a:extLst>
                <a:ext uri="{FF2B5EF4-FFF2-40B4-BE49-F238E27FC236}">
                  <a16:creationId xmlns:a16="http://schemas.microsoft.com/office/drawing/2014/main" id="{F676E0C0-CF7E-AFB0-8F86-75BB8046FF33}"/>
                </a:ext>
              </a:extLst>
            </p:cNvPr>
            <p:cNvSpPr/>
            <p:nvPr/>
          </p:nvSpPr>
          <p:spPr>
            <a:xfrm>
              <a:off x="2440406" y="2643441"/>
              <a:ext cx="60176" cy="169564"/>
            </a:xfrm>
            <a:custGeom>
              <a:avLst/>
              <a:gdLst/>
              <a:ahLst/>
              <a:cxnLst/>
              <a:rect l="l" t="t" r="r" b="b"/>
              <a:pathLst>
                <a:path w="2190" h="6171" extrusionOk="0">
                  <a:moveTo>
                    <a:pt x="457" y="1"/>
                  </a:moveTo>
                  <a:cubicBezTo>
                    <a:pt x="183" y="1"/>
                    <a:pt x="1" y="213"/>
                    <a:pt x="1" y="456"/>
                  </a:cubicBezTo>
                  <a:lnTo>
                    <a:pt x="1" y="5715"/>
                  </a:lnTo>
                  <a:cubicBezTo>
                    <a:pt x="1" y="5958"/>
                    <a:pt x="183" y="6171"/>
                    <a:pt x="457" y="6171"/>
                  </a:cubicBezTo>
                  <a:lnTo>
                    <a:pt x="1733" y="6171"/>
                  </a:lnTo>
                  <a:cubicBezTo>
                    <a:pt x="1976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2550;p52">
              <a:extLst>
                <a:ext uri="{FF2B5EF4-FFF2-40B4-BE49-F238E27FC236}">
                  <a16:creationId xmlns:a16="http://schemas.microsoft.com/office/drawing/2014/main" id="{3D4E1A00-ECE8-F318-2014-18490E5363A5}"/>
                </a:ext>
              </a:extLst>
            </p:cNvPr>
            <p:cNvSpPr/>
            <p:nvPr/>
          </p:nvSpPr>
          <p:spPr>
            <a:xfrm>
              <a:off x="2437081" y="2640089"/>
              <a:ext cx="66825" cy="176268"/>
            </a:xfrm>
            <a:custGeom>
              <a:avLst/>
              <a:gdLst/>
              <a:ahLst/>
              <a:cxnLst/>
              <a:rect l="l" t="t" r="r" b="b"/>
              <a:pathLst>
                <a:path w="2432" h="6415" extrusionOk="0">
                  <a:moveTo>
                    <a:pt x="1854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54" y="6171"/>
                  </a:cubicBezTo>
                  <a:lnTo>
                    <a:pt x="578" y="6171"/>
                  </a:lnTo>
                  <a:cubicBezTo>
                    <a:pt x="395" y="6171"/>
                    <a:pt x="243" y="6019"/>
                    <a:pt x="243" y="5867"/>
                  </a:cubicBezTo>
                  <a:lnTo>
                    <a:pt x="243" y="578"/>
                  </a:lnTo>
                  <a:cubicBezTo>
                    <a:pt x="243" y="426"/>
                    <a:pt x="395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43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3" y="6414"/>
                    <a:pt x="578" y="6414"/>
                  </a:cubicBezTo>
                  <a:lnTo>
                    <a:pt x="1854" y="6414"/>
                  </a:lnTo>
                  <a:cubicBezTo>
                    <a:pt x="2158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58" y="1"/>
                    <a:pt x="18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2551;p52">
              <a:extLst>
                <a:ext uri="{FF2B5EF4-FFF2-40B4-BE49-F238E27FC236}">
                  <a16:creationId xmlns:a16="http://schemas.microsoft.com/office/drawing/2014/main" id="{0B282865-B63B-133E-ACBF-87E38DE3A88F}"/>
                </a:ext>
              </a:extLst>
            </p:cNvPr>
            <p:cNvSpPr/>
            <p:nvPr/>
          </p:nvSpPr>
          <p:spPr>
            <a:xfrm>
              <a:off x="2552322" y="2651794"/>
              <a:ext cx="60176" cy="153709"/>
            </a:xfrm>
            <a:custGeom>
              <a:avLst/>
              <a:gdLst/>
              <a:ahLst/>
              <a:cxnLst/>
              <a:rect l="l" t="t" r="r" b="b"/>
              <a:pathLst>
                <a:path w="2190" h="5594" extrusionOk="0">
                  <a:moveTo>
                    <a:pt x="426" y="0"/>
                  </a:moveTo>
                  <a:cubicBezTo>
                    <a:pt x="183" y="0"/>
                    <a:pt x="1" y="183"/>
                    <a:pt x="1" y="426"/>
                  </a:cubicBezTo>
                  <a:lnTo>
                    <a:pt x="1" y="5137"/>
                  </a:lnTo>
                  <a:cubicBezTo>
                    <a:pt x="1" y="5381"/>
                    <a:pt x="183" y="5593"/>
                    <a:pt x="426" y="5593"/>
                  </a:cubicBezTo>
                  <a:lnTo>
                    <a:pt x="1733" y="5593"/>
                  </a:lnTo>
                  <a:cubicBezTo>
                    <a:pt x="1976" y="5593"/>
                    <a:pt x="2189" y="5381"/>
                    <a:pt x="2189" y="5137"/>
                  </a:cubicBezTo>
                  <a:lnTo>
                    <a:pt x="2189" y="426"/>
                  </a:lnTo>
                  <a:cubicBezTo>
                    <a:pt x="2189" y="183"/>
                    <a:pt x="1976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2552;p52">
              <a:extLst>
                <a:ext uri="{FF2B5EF4-FFF2-40B4-BE49-F238E27FC236}">
                  <a16:creationId xmlns:a16="http://schemas.microsoft.com/office/drawing/2014/main" id="{CD02D74A-220E-4AEA-0270-9C316D0EFDCF}"/>
                </a:ext>
              </a:extLst>
            </p:cNvPr>
            <p:cNvSpPr/>
            <p:nvPr/>
          </p:nvSpPr>
          <p:spPr>
            <a:xfrm>
              <a:off x="2548997" y="2648387"/>
              <a:ext cx="66825" cy="160441"/>
            </a:xfrm>
            <a:custGeom>
              <a:avLst/>
              <a:gdLst/>
              <a:ahLst/>
              <a:cxnLst/>
              <a:rect l="l" t="t" r="r" b="b"/>
              <a:pathLst>
                <a:path w="2432" h="5839" extrusionOk="0">
                  <a:moveTo>
                    <a:pt x="1854" y="246"/>
                  </a:moveTo>
                  <a:cubicBezTo>
                    <a:pt x="2037" y="246"/>
                    <a:pt x="2158" y="368"/>
                    <a:pt x="2189" y="550"/>
                  </a:cubicBezTo>
                  <a:lnTo>
                    <a:pt x="2189" y="5261"/>
                  </a:lnTo>
                  <a:cubicBezTo>
                    <a:pt x="2158" y="5444"/>
                    <a:pt x="2037" y="5565"/>
                    <a:pt x="1854" y="5565"/>
                  </a:cubicBezTo>
                  <a:lnTo>
                    <a:pt x="547" y="5565"/>
                  </a:lnTo>
                  <a:cubicBezTo>
                    <a:pt x="395" y="5565"/>
                    <a:pt x="243" y="5444"/>
                    <a:pt x="243" y="5261"/>
                  </a:cubicBezTo>
                  <a:lnTo>
                    <a:pt x="243" y="550"/>
                  </a:lnTo>
                  <a:cubicBezTo>
                    <a:pt x="243" y="368"/>
                    <a:pt x="395" y="246"/>
                    <a:pt x="547" y="246"/>
                  </a:cubicBezTo>
                  <a:close/>
                  <a:moveTo>
                    <a:pt x="501" y="1"/>
                  </a:moveTo>
                  <a:cubicBezTo>
                    <a:pt x="219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43" y="5839"/>
                    <a:pt x="547" y="5839"/>
                  </a:cubicBezTo>
                  <a:lnTo>
                    <a:pt x="1854" y="5839"/>
                  </a:lnTo>
                  <a:cubicBezTo>
                    <a:pt x="2158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185" y="1"/>
                    <a:pt x="1901" y="1"/>
                  </a:cubicBezTo>
                  <a:cubicBezTo>
                    <a:pt x="1885" y="1"/>
                    <a:pt x="1870" y="1"/>
                    <a:pt x="1854" y="3"/>
                  </a:cubicBezTo>
                  <a:lnTo>
                    <a:pt x="547" y="3"/>
                  </a:lnTo>
                  <a:cubicBezTo>
                    <a:pt x="532" y="1"/>
                    <a:pt x="516" y="1"/>
                    <a:pt x="5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2553;p52">
              <a:extLst>
                <a:ext uri="{FF2B5EF4-FFF2-40B4-BE49-F238E27FC236}">
                  <a16:creationId xmlns:a16="http://schemas.microsoft.com/office/drawing/2014/main" id="{DC5A423F-908E-58B0-436F-5BCC14301DD8}"/>
                </a:ext>
              </a:extLst>
            </p:cNvPr>
            <p:cNvSpPr/>
            <p:nvPr/>
          </p:nvSpPr>
          <p:spPr>
            <a:xfrm>
              <a:off x="2529790" y="2643441"/>
              <a:ext cx="60148" cy="169564"/>
            </a:xfrm>
            <a:custGeom>
              <a:avLst/>
              <a:gdLst/>
              <a:ahLst/>
              <a:cxnLst/>
              <a:rect l="l" t="t" r="r" b="b"/>
              <a:pathLst>
                <a:path w="2189" h="6171" extrusionOk="0">
                  <a:moveTo>
                    <a:pt x="456" y="1"/>
                  </a:moveTo>
                  <a:cubicBezTo>
                    <a:pt x="182" y="1"/>
                    <a:pt x="0" y="213"/>
                    <a:pt x="0" y="456"/>
                  </a:cubicBezTo>
                  <a:lnTo>
                    <a:pt x="0" y="5715"/>
                  </a:lnTo>
                  <a:cubicBezTo>
                    <a:pt x="0" y="5958"/>
                    <a:pt x="182" y="6171"/>
                    <a:pt x="456" y="6171"/>
                  </a:cubicBezTo>
                  <a:lnTo>
                    <a:pt x="1733" y="6171"/>
                  </a:lnTo>
                  <a:cubicBezTo>
                    <a:pt x="1976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2554;p52">
              <a:extLst>
                <a:ext uri="{FF2B5EF4-FFF2-40B4-BE49-F238E27FC236}">
                  <a16:creationId xmlns:a16="http://schemas.microsoft.com/office/drawing/2014/main" id="{AE01C54C-B165-4D19-1082-9808E95D6C6F}"/>
                </a:ext>
              </a:extLst>
            </p:cNvPr>
            <p:cNvSpPr/>
            <p:nvPr/>
          </p:nvSpPr>
          <p:spPr>
            <a:xfrm>
              <a:off x="2526438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5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55" y="6171"/>
                  </a:cubicBezTo>
                  <a:lnTo>
                    <a:pt x="578" y="6171"/>
                  </a:lnTo>
                  <a:cubicBezTo>
                    <a:pt x="39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44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4" y="6414"/>
                    <a:pt x="578" y="6414"/>
                  </a:cubicBezTo>
                  <a:lnTo>
                    <a:pt x="1855" y="6414"/>
                  </a:lnTo>
                  <a:cubicBezTo>
                    <a:pt x="218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2555;p52">
              <a:extLst>
                <a:ext uri="{FF2B5EF4-FFF2-40B4-BE49-F238E27FC236}">
                  <a16:creationId xmlns:a16="http://schemas.microsoft.com/office/drawing/2014/main" id="{E6C6013F-A8ED-1C2C-02CC-33ECEBD50E7E}"/>
                </a:ext>
              </a:extLst>
            </p:cNvPr>
            <p:cNvSpPr/>
            <p:nvPr/>
          </p:nvSpPr>
          <p:spPr>
            <a:xfrm>
              <a:off x="2641706" y="2651712"/>
              <a:ext cx="59324" cy="153792"/>
            </a:xfrm>
            <a:custGeom>
              <a:avLst/>
              <a:gdLst/>
              <a:ahLst/>
              <a:cxnLst/>
              <a:rect l="l" t="t" r="r" b="b"/>
              <a:pathLst>
                <a:path w="2159" h="5597" extrusionOk="0">
                  <a:moveTo>
                    <a:pt x="379" y="1"/>
                  </a:moveTo>
                  <a:cubicBezTo>
                    <a:pt x="160" y="1"/>
                    <a:pt x="0" y="201"/>
                    <a:pt x="0" y="429"/>
                  </a:cubicBezTo>
                  <a:lnTo>
                    <a:pt x="0" y="5140"/>
                  </a:lnTo>
                  <a:cubicBezTo>
                    <a:pt x="0" y="5384"/>
                    <a:pt x="182" y="5596"/>
                    <a:pt x="426" y="5596"/>
                  </a:cubicBezTo>
                  <a:lnTo>
                    <a:pt x="1733" y="5596"/>
                  </a:lnTo>
                  <a:cubicBezTo>
                    <a:pt x="1976" y="5596"/>
                    <a:pt x="2158" y="5384"/>
                    <a:pt x="2158" y="5140"/>
                  </a:cubicBezTo>
                  <a:lnTo>
                    <a:pt x="2158" y="429"/>
                  </a:lnTo>
                  <a:cubicBezTo>
                    <a:pt x="2158" y="201"/>
                    <a:pt x="1998" y="1"/>
                    <a:pt x="1779" y="1"/>
                  </a:cubicBezTo>
                  <a:cubicBezTo>
                    <a:pt x="1764" y="1"/>
                    <a:pt x="1748" y="2"/>
                    <a:pt x="1733" y="3"/>
                  </a:cubicBezTo>
                  <a:lnTo>
                    <a:pt x="426" y="3"/>
                  </a:lnTo>
                  <a:cubicBezTo>
                    <a:pt x="410" y="2"/>
                    <a:pt x="395" y="1"/>
                    <a:pt x="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2556;p52">
              <a:extLst>
                <a:ext uri="{FF2B5EF4-FFF2-40B4-BE49-F238E27FC236}">
                  <a16:creationId xmlns:a16="http://schemas.microsoft.com/office/drawing/2014/main" id="{50643549-3621-793C-2055-9F35DA84340A}"/>
                </a:ext>
              </a:extLst>
            </p:cNvPr>
            <p:cNvSpPr/>
            <p:nvPr/>
          </p:nvSpPr>
          <p:spPr>
            <a:xfrm>
              <a:off x="2638354" y="2648387"/>
              <a:ext cx="66853" cy="160441"/>
            </a:xfrm>
            <a:custGeom>
              <a:avLst/>
              <a:gdLst/>
              <a:ahLst/>
              <a:cxnLst/>
              <a:rect l="l" t="t" r="r" b="b"/>
              <a:pathLst>
                <a:path w="2433" h="5839" extrusionOk="0">
                  <a:moveTo>
                    <a:pt x="1855" y="246"/>
                  </a:moveTo>
                  <a:cubicBezTo>
                    <a:pt x="2037" y="246"/>
                    <a:pt x="2159" y="368"/>
                    <a:pt x="2159" y="550"/>
                  </a:cubicBezTo>
                  <a:lnTo>
                    <a:pt x="2159" y="5261"/>
                  </a:lnTo>
                  <a:cubicBezTo>
                    <a:pt x="2159" y="5444"/>
                    <a:pt x="2037" y="5565"/>
                    <a:pt x="1855" y="5565"/>
                  </a:cubicBezTo>
                  <a:lnTo>
                    <a:pt x="548" y="5565"/>
                  </a:lnTo>
                  <a:cubicBezTo>
                    <a:pt x="365" y="5565"/>
                    <a:pt x="244" y="5444"/>
                    <a:pt x="244" y="5261"/>
                  </a:cubicBezTo>
                  <a:lnTo>
                    <a:pt x="244" y="550"/>
                  </a:lnTo>
                  <a:cubicBezTo>
                    <a:pt x="244" y="368"/>
                    <a:pt x="365" y="246"/>
                    <a:pt x="548" y="246"/>
                  </a:cubicBezTo>
                  <a:close/>
                  <a:moveTo>
                    <a:pt x="501" y="1"/>
                  </a:moveTo>
                  <a:cubicBezTo>
                    <a:pt x="219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44" y="5839"/>
                    <a:pt x="548" y="5839"/>
                  </a:cubicBezTo>
                  <a:lnTo>
                    <a:pt x="1855" y="5839"/>
                  </a:lnTo>
                  <a:cubicBezTo>
                    <a:pt x="2159" y="5839"/>
                    <a:pt x="2402" y="5565"/>
                    <a:pt x="2432" y="5261"/>
                  </a:cubicBezTo>
                  <a:lnTo>
                    <a:pt x="2432" y="550"/>
                  </a:lnTo>
                  <a:cubicBezTo>
                    <a:pt x="2403" y="262"/>
                    <a:pt x="2183" y="1"/>
                    <a:pt x="1901" y="1"/>
                  </a:cubicBezTo>
                  <a:cubicBezTo>
                    <a:pt x="1886" y="1"/>
                    <a:pt x="1870" y="1"/>
                    <a:pt x="1855" y="3"/>
                  </a:cubicBezTo>
                  <a:lnTo>
                    <a:pt x="548" y="3"/>
                  </a:lnTo>
                  <a:cubicBezTo>
                    <a:pt x="532" y="1"/>
                    <a:pt x="517" y="1"/>
                    <a:pt x="5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2557;p52">
              <a:extLst>
                <a:ext uri="{FF2B5EF4-FFF2-40B4-BE49-F238E27FC236}">
                  <a16:creationId xmlns:a16="http://schemas.microsoft.com/office/drawing/2014/main" id="{EC2E779E-D4AD-EAF1-A04C-B08AA89FB767}"/>
                </a:ext>
              </a:extLst>
            </p:cNvPr>
            <p:cNvSpPr/>
            <p:nvPr/>
          </p:nvSpPr>
          <p:spPr>
            <a:xfrm>
              <a:off x="2619147" y="2643441"/>
              <a:ext cx="60148" cy="169564"/>
            </a:xfrm>
            <a:custGeom>
              <a:avLst/>
              <a:gdLst/>
              <a:ahLst/>
              <a:cxnLst/>
              <a:rect l="l" t="t" r="r" b="b"/>
              <a:pathLst>
                <a:path w="2189" h="6171" extrusionOk="0">
                  <a:moveTo>
                    <a:pt x="426" y="1"/>
                  </a:moveTo>
                  <a:cubicBezTo>
                    <a:pt x="183" y="1"/>
                    <a:pt x="0" y="213"/>
                    <a:pt x="0" y="456"/>
                  </a:cubicBezTo>
                  <a:lnTo>
                    <a:pt x="0" y="5715"/>
                  </a:lnTo>
                  <a:cubicBezTo>
                    <a:pt x="0" y="5958"/>
                    <a:pt x="183" y="6171"/>
                    <a:pt x="426" y="6171"/>
                  </a:cubicBezTo>
                  <a:lnTo>
                    <a:pt x="1733" y="6171"/>
                  </a:lnTo>
                  <a:cubicBezTo>
                    <a:pt x="1976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2558;p52">
              <a:extLst>
                <a:ext uri="{FF2B5EF4-FFF2-40B4-BE49-F238E27FC236}">
                  <a16:creationId xmlns:a16="http://schemas.microsoft.com/office/drawing/2014/main" id="{60DAD627-D5F9-99B1-A53E-1BC12DBF1056}"/>
                </a:ext>
              </a:extLst>
            </p:cNvPr>
            <p:cNvSpPr/>
            <p:nvPr/>
          </p:nvSpPr>
          <p:spPr>
            <a:xfrm>
              <a:off x="2615795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55" y="275"/>
                  </a:moveTo>
                  <a:cubicBezTo>
                    <a:pt x="2037" y="275"/>
                    <a:pt x="2159" y="396"/>
                    <a:pt x="2189" y="578"/>
                  </a:cubicBezTo>
                  <a:lnTo>
                    <a:pt x="2189" y="5867"/>
                  </a:lnTo>
                  <a:cubicBezTo>
                    <a:pt x="2159" y="6019"/>
                    <a:pt x="2037" y="6171"/>
                    <a:pt x="1855" y="6171"/>
                  </a:cubicBezTo>
                  <a:lnTo>
                    <a:pt x="548" y="6171"/>
                  </a:lnTo>
                  <a:cubicBezTo>
                    <a:pt x="39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96" y="275"/>
                    <a:pt x="548" y="275"/>
                  </a:cubicBezTo>
                  <a:close/>
                  <a:moveTo>
                    <a:pt x="548" y="1"/>
                  </a:moveTo>
                  <a:cubicBezTo>
                    <a:pt x="244" y="1"/>
                    <a:pt x="1" y="275"/>
                    <a:pt x="1" y="578"/>
                  </a:cubicBezTo>
                  <a:lnTo>
                    <a:pt x="1" y="5867"/>
                  </a:lnTo>
                  <a:cubicBezTo>
                    <a:pt x="1" y="6171"/>
                    <a:pt x="244" y="6414"/>
                    <a:pt x="548" y="6414"/>
                  </a:cubicBezTo>
                  <a:lnTo>
                    <a:pt x="1855" y="6414"/>
                  </a:lnTo>
                  <a:cubicBezTo>
                    <a:pt x="215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2559;p52">
              <a:extLst>
                <a:ext uri="{FF2B5EF4-FFF2-40B4-BE49-F238E27FC236}">
                  <a16:creationId xmlns:a16="http://schemas.microsoft.com/office/drawing/2014/main" id="{1E77C745-4A34-708E-55B5-3350822CEB01}"/>
                </a:ext>
              </a:extLst>
            </p:cNvPr>
            <p:cNvSpPr/>
            <p:nvPr/>
          </p:nvSpPr>
          <p:spPr>
            <a:xfrm>
              <a:off x="2730211" y="2651794"/>
              <a:ext cx="60176" cy="153709"/>
            </a:xfrm>
            <a:custGeom>
              <a:avLst/>
              <a:gdLst/>
              <a:ahLst/>
              <a:cxnLst/>
              <a:rect l="l" t="t" r="r" b="b"/>
              <a:pathLst>
                <a:path w="2190" h="5594" extrusionOk="0">
                  <a:moveTo>
                    <a:pt x="457" y="0"/>
                  </a:moveTo>
                  <a:cubicBezTo>
                    <a:pt x="214" y="0"/>
                    <a:pt x="1" y="183"/>
                    <a:pt x="31" y="426"/>
                  </a:cubicBezTo>
                  <a:lnTo>
                    <a:pt x="31" y="5137"/>
                  </a:lnTo>
                  <a:cubicBezTo>
                    <a:pt x="31" y="5381"/>
                    <a:pt x="214" y="5593"/>
                    <a:pt x="457" y="5593"/>
                  </a:cubicBezTo>
                  <a:lnTo>
                    <a:pt x="1764" y="5593"/>
                  </a:lnTo>
                  <a:cubicBezTo>
                    <a:pt x="2007" y="5593"/>
                    <a:pt x="2189" y="5381"/>
                    <a:pt x="2189" y="5137"/>
                  </a:cubicBezTo>
                  <a:lnTo>
                    <a:pt x="2189" y="426"/>
                  </a:lnTo>
                  <a:cubicBezTo>
                    <a:pt x="2189" y="183"/>
                    <a:pt x="2007" y="0"/>
                    <a:pt x="17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2560;p52">
              <a:extLst>
                <a:ext uri="{FF2B5EF4-FFF2-40B4-BE49-F238E27FC236}">
                  <a16:creationId xmlns:a16="http://schemas.microsoft.com/office/drawing/2014/main" id="{27538FF3-EAF4-E338-5930-AF4811C93861}"/>
                </a:ext>
              </a:extLst>
            </p:cNvPr>
            <p:cNvSpPr/>
            <p:nvPr/>
          </p:nvSpPr>
          <p:spPr>
            <a:xfrm>
              <a:off x="2726886" y="2648387"/>
              <a:ext cx="66853" cy="160441"/>
            </a:xfrm>
            <a:custGeom>
              <a:avLst/>
              <a:gdLst/>
              <a:ahLst/>
              <a:cxnLst/>
              <a:rect l="l" t="t" r="r" b="b"/>
              <a:pathLst>
                <a:path w="2433" h="5839" extrusionOk="0">
                  <a:moveTo>
                    <a:pt x="1885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44"/>
                    <a:pt x="2037" y="5565"/>
                    <a:pt x="1885" y="5565"/>
                  </a:cubicBezTo>
                  <a:lnTo>
                    <a:pt x="578" y="5565"/>
                  </a:lnTo>
                  <a:cubicBezTo>
                    <a:pt x="396" y="5565"/>
                    <a:pt x="274" y="5444"/>
                    <a:pt x="274" y="5261"/>
                  </a:cubicBezTo>
                  <a:lnTo>
                    <a:pt x="274" y="550"/>
                  </a:lnTo>
                  <a:cubicBezTo>
                    <a:pt x="274" y="368"/>
                    <a:pt x="396" y="246"/>
                    <a:pt x="578" y="246"/>
                  </a:cubicBezTo>
                  <a:close/>
                  <a:moveTo>
                    <a:pt x="532" y="1"/>
                  </a:moveTo>
                  <a:cubicBezTo>
                    <a:pt x="247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74" y="5839"/>
                    <a:pt x="578" y="5839"/>
                  </a:cubicBezTo>
                  <a:lnTo>
                    <a:pt x="1885" y="5839"/>
                  </a:lnTo>
                  <a:cubicBezTo>
                    <a:pt x="2189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213" y="1"/>
                    <a:pt x="1931" y="1"/>
                  </a:cubicBezTo>
                  <a:cubicBezTo>
                    <a:pt x="1916" y="1"/>
                    <a:pt x="1900" y="1"/>
                    <a:pt x="1885" y="3"/>
                  </a:cubicBezTo>
                  <a:lnTo>
                    <a:pt x="578" y="3"/>
                  </a:lnTo>
                  <a:cubicBezTo>
                    <a:pt x="562" y="1"/>
                    <a:pt x="547" y="1"/>
                    <a:pt x="5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2561;p52">
              <a:extLst>
                <a:ext uri="{FF2B5EF4-FFF2-40B4-BE49-F238E27FC236}">
                  <a16:creationId xmlns:a16="http://schemas.microsoft.com/office/drawing/2014/main" id="{2C7A5E0D-C4D2-2020-3974-6A41AD5F3786}"/>
                </a:ext>
              </a:extLst>
            </p:cNvPr>
            <p:cNvSpPr/>
            <p:nvPr/>
          </p:nvSpPr>
          <p:spPr>
            <a:xfrm>
              <a:off x="2708504" y="2643441"/>
              <a:ext cx="59324" cy="169564"/>
            </a:xfrm>
            <a:custGeom>
              <a:avLst/>
              <a:gdLst/>
              <a:ahLst/>
              <a:cxnLst/>
              <a:rect l="l" t="t" r="r" b="b"/>
              <a:pathLst>
                <a:path w="2159" h="6171" extrusionOk="0">
                  <a:moveTo>
                    <a:pt x="426" y="1"/>
                  </a:moveTo>
                  <a:cubicBezTo>
                    <a:pt x="183" y="1"/>
                    <a:pt x="1" y="213"/>
                    <a:pt x="1" y="456"/>
                  </a:cubicBezTo>
                  <a:lnTo>
                    <a:pt x="1" y="5715"/>
                  </a:lnTo>
                  <a:cubicBezTo>
                    <a:pt x="1" y="5958"/>
                    <a:pt x="183" y="6171"/>
                    <a:pt x="426" y="6171"/>
                  </a:cubicBezTo>
                  <a:lnTo>
                    <a:pt x="1733" y="6171"/>
                  </a:lnTo>
                  <a:cubicBezTo>
                    <a:pt x="1976" y="6171"/>
                    <a:pt x="2159" y="5958"/>
                    <a:pt x="2159" y="5715"/>
                  </a:cubicBezTo>
                  <a:lnTo>
                    <a:pt x="2159" y="456"/>
                  </a:lnTo>
                  <a:cubicBezTo>
                    <a:pt x="2159" y="21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2562;p52">
              <a:extLst>
                <a:ext uri="{FF2B5EF4-FFF2-40B4-BE49-F238E27FC236}">
                  <a16:creationId xmlns:a16="http://schemas.microsoft.com/office/drawing/2014/main" id="{EEF3DED3-192B-E3D6-D7B2-0E4C508D1B9E}"/>
                </a:ext>
              </a:extLst>
            </p:cNvPr>
            <p:cNvSpPr/>
            <p:nvPr/>
          </p:nvSpPr>
          <p:spPr>
            <a:xfrm>
              <a:off x="2705179" y="2640089"/>
              <a:ext cx="66825" cy="176268"/>
            </a:xfrm>
            <a:custGeom>
              <a:avLst/>
              <a:gdLst/>
              <a:ahLst/>
              <a:cxnLst/>
              <a:rect l="l" t="t" r="r" b="b"/>
              <a:pathLst>
                <a:path w="2432" h="6415" extrusionOk="0">
                  <a:moveTo>
                    <a:pt x="1854" y="275"/>
                  </a:moveTo>
                  <a:cubicBezTo>
                    <a:pt x="2037" y="275"/>
                    <a:pt x="2158" y="396"/>
                    <a:pt x="2158" y="578"/>
                  </a:cubicBezTo>
                  <a:lnTo>
                    <a:pt x="2158" y="5867"/>
                  </a:lnTo>
                  <a:cubicBezTo>
                    <a:pt x="2158" y="6019"/>
                    <a:pt x="2037" y="6171"/>
                    <a:pt x="1854" y="6171"/>
                  </a:cubicBezTo>
                  <a:lnTo>
                    <a:pt x="547" y="6171"/>
                  </a:lnTo>
                  <a:cubicBezTo>
                    <a:pt x="365" y="6171"/>
                    <a:pt x="243" y="6019"/>
                    <a:pt x="243" y="5867"/>
                  </a:cubicBezTo>
                  <a:lnTo>
                    <a:pt x="243" y="578"/>
                  </a:lnTo>
                  <a:cubicBezTo>
                    <a:pt x="243" y="426"/>
                    <a:pt x="365" y="275"/>
                    <a:pt x="547" y="275"/>
                  </a:cubicBezTo>
                  <a:close/>
                  <a:moveTo>
                    <a:pt x="547" y="1"/>
                  </a:moveTo>
                  <a:cubicBezTo>
                    <a:pt x="243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3" y="6414"/>
                    <a:pt x="547" y="6414"/>
                  </a:cubicBezTo>
                  <a:lnTo>
                    <a:pt x="1854" y="6414"/>
                  </a:lnTo>
                  <a:cubicBezTo>
                    <a:pt x="2158" y="6414"/>
                    <a:pt x="2432" y="6171"/>
                    <a:pt x="2401" y="5837"/>
                  </a:cubicBezTo>
                  <a:lnTo>
                    <a:pt x="2401" y="578"/>
                  </a:lnTo>
                  <a:cubicBezTo>
                    <a:pt x="2401" y="275"/>
                    <a:pt x="2158" y="1"/>
                    <a:pt x="18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2563;p52">
              <a:extLst>
                <a:ext uri="{FF2B5EF4-FFF2-40B4-BE49-F238E27FC236}">
                  <a16:creationId xmlns:a16="http://schemas.microsoft.com/office/drawing/2014/main" id="{3BCDE3AF-BA2C-7EE0-3D97-E571EBAB107D}"/>
                </a:ext>
              </a:extLst>
            </p:cNvPr>
            <p:cNvSpPr/>
            <p:nvPr/>
          </p:nvSpPr>
          <p:spPr>
            <a:xfrm>
              <a:off x="2820420" y="2651712"/>
              <a:ext cx="60176" cy="153792"/>
            </a:xfrm>
            <a:custGeom>
              <a:avLst/>
              <a:gdLst/>
              <a:ahLst/>
              <a:cxnLst/>
              <a:rect l="l" t="t" r="r" b="b"/>
              <a:pathLst>
                <a:path w="2190" h="5597" extrusionOk="0">
                  <a:moveTo>
                    <a:pt x="405" y="1"/>
                  </a:moveTo>
                  <a:cubicBezTo>
                    <a:pt x="160" y="1"/>
                    <a:pt x="1" y="201"/>
                    <a:pt x="1" y="429"/>
                  </a:cubicBezTo>
                  <a:lnTo>
                    <a:pt x="1" y="5140"/>
                  </a:lnTo>
                  <a:cubicBezTo>
                    <a:pt x="1" y="5384"/>
                    <a:pt x="183" y="5596"/>
                    <a:pt x="457" y="5596"/>
                  </a:cubicBezTo>
                  <a:lnTo>
                    <a:pt x="1703" y="5596"/>
                  </a:lnTo>
                  <a:cubicBezTo>
                    <a:pt x="1976" y="5596"/>
                    <a:pt x="2189" y="5384"/>
                    <a:pt x="2189" y="5140"/>
                  </a:cubicBezTo>
                  <a:lnTo>
                    <a:pt x="2189" y="429"/>
                  </a:lnTo>
                  <a:cubicBezTo>
                    <a:pt x="2189" y="201"/>
                    <a:pt x="2003" y="1"/>
                    <a:pt x="1780" y="1"/>
                  </a:cubicBezTo>
                  <a:cubicBezTo>
                    <a:pt x="1764" y="1"/>
                    <a:pt x="1749" y="2"/>
                    <a:pt x="1733" y="3"/>
                  </a:cubicBezTo>
                  <a:lnTo>
                    <a:pt x="457" y="3"/>
                  </a:lnTo>
                  <a:cubicBezTo>
                    <a:pt x="439" y="2"/>
                    <a:pt x="422" y="1"/>
                    <a:pt x="4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2564;p52">
              <a:extLst>
                <a:ext uri="{FF2B5EF4-FFF2-40B4-BE49-F238E27FC236}">
                  <a16:creationId xmlns:a16="http://schemas.microsoft.com/office/drawing/2014/main" id="{7CAD7CDB-A632-774D-7C6B-CA604E900D9E}"/>
                </a:ext>
              </a:extLst>
            </p:cNvPr>
            <p:cNvSpPr/>
            <p:nvPr/>
          </p:nvSpPr>
          <p:spPr>
            <a:xfrm>
              <a:off x="2817095" y="2648387"/>
              <a:ext cx="66825" cy="160441"/>
            </a:xfrm>
            <a:custGeom>
              <a:avLst/>
              <a:gdLst/>
              <a:ahLst/>
              <a:cxnLst/>
              <a:rect l="l" t="t" r="r" b="b"/>
              <a:pathLst>
                <a:path w="2432" h="5839" extrusionOk="0">
                  <a:moveTo>
                    <a:pt x="1854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28"/>
                    <a:pt x="2062" y="5569"/>
                    <a:pt x="1901" y="5569"/>
                  </a:cubicBezTo>
                  <a:cubicBezTo>
                    <a:pt x="1886" y="5569"/>
                    <a:pt x="1870" y="5568"/>
                    <a:pt x="1854" y="5565"/>
                  </a:cubicBezTo>
                  <a:lnTo>
                    <a:pt x="578" y="5565"/>
                  </a:lnTo>
                  <a:cubicBezTo>
                    <a:pt x="395" y="5565"/>
                    <a:pt x="243" y="5444"/>
                    <a:pt x="243" y="5261"/>
                  </a:cubicBezTo>
                  <a:lnTo>
                    <a:pt x="243" y="550"/>
                  </a:lnTo>
                  <a:cubicBezTo>
                    <a:pt x="243" y="368"/>
                    <a:pt x="395" y="246"/>
                    <a:pt x="578" y="246"/>
                  </a:cubicBezTo>
                  <a:close/>
                  <a:moveTo>
                    <a:pt x="527" y="1"/>
                  </a:moveTo>
                  <a:cubicBezTo>
                    <a:pt x="219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43" y="5839"/>
                    <a:pt x="578" y="5839"/>
                  </a:cubicBezTo>
                  <a:lnTo>
                    <a:pt x="1824" y="5839"/>
                  </a:lnTo>
                  <a:cubicBezTo>
                    <a:pt x="2158" y="5839"/>
                    <a:pt x="2432" y="5596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186" y="1"/>
                    <a:pt x="1901" y="1"/>
                  </a:cubicBezTo>
                  <a:cubicBezTo>
                    <a:pt x="1885" y="1"/>
                    <a:pt x="1870" y="1"/>
                    <a:pt x="1854" y="3"/>
                  </a:cubicBezTo>
                  <a:lnTo>
                    <a:pt x="578" y="3"/>
                  </a:lnTo>
                  <a:cubicBezTo>
                    <a:pt x="561" y="1"/>
                    <a:pt x="544" y="1"/>
                    <a:pt x="52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2565;p52">
              <a:extLst>
                <a:ext uri="{FF2B5EF4-FFF2-40B4-BE49-F238E27FC236}">
                  <a16:creationId xmlns:a16="http://schemas.microsoft.com/office/drawing/2014/main" id="{9D1A4FFB-3F17-065F-E8FC-0DF51507B3FC}"/>
                </a:ext>
              </a:extLst>
            </p:cNvPr>
            <p:cNvSpPr/>
            <p:nvPr/>
          </p:nvSpPr>
          <p:spPr>
            <a:xfrm>
              <a:off x="2797036" y="2643441"/>
              <a:ext cx="60176" cy="169564"/>
            </a:xfrm>
            <a:custGeom>
              <a:avLst/>
              <a:gdLst/>
              <a:ahLst/>
              <a:cxnLst/>
              <a:rect l="l" t="t" r="r" b="b"/>
              <a:pathLst>
                <a:path w="2190" h="6171" extrusionOk="0">
                  <a:moveTo>
                    <a:pt x="457" y="1"/>
                  </a:moveTo>
                  <a:cubicBezTo>
                    <a:pt x="213" y="1"/>
                    <a:pt x="1" y="213"/>
                    <a:pt x="1" y="456"/>
                  </a:cubicBezTo>
                  <a:lnTo>
                    <a:pt x="1" y="5715"/>
                  </a:lnTo>
                  <a:cubicBezTo>
                    <a:pt x="1" y="5958"/>
                    <a:pt x="213" y="6171"/>
                    <a:pt x="457" y="6171"/>
                  </a:cubicBezTo>
                  <a:lnTo>
                    <a:pt x="1764" y="6171"/>
                  </a:lnTo>
                  <a:cubicBezTo>
                    <a:pt x="2007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2007" y="1"/>
                    <a:pt x="17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2566;p52">
              <a:extLst>
                <a:ext uri="{FF2B5EF4-FFF2-40B4-BE49-F238E27FC236}">
                  <a16:creationId xmlns:a16="http://schemas.microsoft.com/office/drawing/2014/main" id="{0ACADD7E-9720-56F4-C1BA-BC951236C78B}"/>
                </a:ext>
              </a:extLst>
            </p:cNvPr>
            <p:cNvSpPr/>
            <p:nvPr/>
          </p:nvSpPr>
          <p:spPr>
            <a:xfrm>
              <a:off x="2793712" y="2640089"/>
              <a:ext cx="66825" cy="176268"/>
            </a:xfrm>
            <a:custGeom>
              <a:avLst/>
              <a:gdLst/>
              <a:ahLst/>
              <a:cxnLst/>
              <a:rect l="l" t="t" r="r" b="b"/>
              <a:pathLst>
                <a:path w="2432" h="6415" extrusionOk="0">
                  <a:moveTo>
                    <a:pt x="188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85" y="6171"/>
                  </a:cubicBezTo>
                  <a:lnTo>
                    <a:pt x="578" y="6171"/>
                  </a:lnTo>
                  <a:cubicBezTo>
                    <a:pt x="395" y="6171"/>
                    <a:pt x="243" y="6019"/>
                    <a:pt x="243" y="5867"/>
                  </a:cubicBezTo>
                  <a:lnTo>
                    <a:pt x="243" y="578"/>
                  </a:lnTo>
                  <a:cubicBezTo>
                    <a:pt x="243" y="426"/>
                    <a:pt x="395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74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74" y="6414"/>
                    <a:pt x="578" y="6414"/>
                  </a:cubicBezTo>
                  <a:lnTo>
                    <a:pt x="1885" y="6414"/>
                  </a:lnTo>
                  <a:cubicBezTo>
                    <a:pt x="218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89" y="1"/>
                    <a:pt x="18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2567;p52">
              <a:extLst>
                <a:ext uri="{FF2B5EF4-FFF2-40B4-BE49-F238E27FC236}">
                  <a16:creationId xmlns:a16="http://schemas.microsoft.com/office/drawing/2014/main" id="{31241A95-E63B-6010-1D02-463AFB78E9E3}"/>
                </a:ext>
              </a:extLst>
            </p:cNvPr>
            <p:cNvSpPr/>
            <p:nvPr/>
          </p:nvSpPr>
          <p:spPr>
            <a:xfrm>
              <a:off x="2908952" y="2651712"/>
              <a:ext cx="60176" cy="153792"/>
            </a:xfrm>
            <a:custGeom>
              <a:avLst/>
              <a:gdLst/>
              <a:ahLst/>
              <a:cxnLst/>
              <a:rect l="l" t="t" r="r" b="b"/>
              <a:pathLst>
                <a:path w="2190" h="5597" extrusionOk="0">
                  <a:moveTo>
                    <a:pt x="1780" y="1"/>
                  </a:moveTo>
                  <a:cubicBezTo>
                    <a:pt x="1764" y="1"/>
                    <a:pt x="1749" y="2"/>
                    <a:pt x="1733" y="3"/>
                  </a:cubicBezTo>
                  <a:lnTo>
                    <a:pt x="457" y="3"/>
                  </a:lnTo>
                  <a:cubicBezTo>
                    <a:pt x="213" y="3"/>
                    <a:pt x="1" y="186"/>
                    <a:pt x="1" y="429"/>
                  </a:cubicBezTo>
                  <a:lnTo>
                    <a:pt x="1" y="5140"/>
                  </a:lnTo>
                  <a:cubicBezTo>
                    <a:pt x="1" y="5384"/>
                    <a:pt x="213" y="5596"/>
                    <a:pt x="457" y="5596"/>
                  </a:cubicBezTo>
                  <a:lnTo>
                    <a:pt x="1733" y="5596"/>
                  </a:lnTo>
                  <a:cubicBezTo>
                    <a:pt x="1976" y="5596"/>
                    <a:pt x="2189" y="5384"/>
                    <a:pt x="2189" y="5140"/>
                  </a:cubicBezTo>
                  <a:lnTo>
                    <a:pt x="2189" y="429"/>
                  </a:lnTo>
                  <a:cubicBezTo>
                    <a:pt x="2189" y="201"/>
                    <a:pt x="2003" y="1"/>
                    <a:pt x="17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2568;p52">
              <a:extLst>
                <a:ext uri="{FF2B5EF4-FFF2-40B4-BE49-F238E27FC236}">
                  <a16:creationId xmlns:a16="http://schemas.microsoft.com/office/drawing/2014/main" id="{845CCBA9-E133-D2FB-51BB-70A7382E095A}"/>
                </a:ext>
              </a:extLst>
            </p:cNvPr>
            <p:cNvSpPr/>
            <p:nvPr/>
          </p:nvSpPr>
          <p:spPr>
            <a:xfrm>
              <a:off x="2905627" y="2648387"/>
              <a:ext cx="66825" cy="160441"/>
            </a:xfrm>
            <a:custGeom>
              <a:avLst/>
              <a:gdLst/>
              <a:ahLst/>
              <a:cxnLst/>
              <a:rect l="l" t="t" r="r" b="b"/>
              <a:pathLst>
                <a:path w="2432" h="5839" extrusionOk="0">
                  <a:moveTo>
                    <a:pt x="1854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44"/>
                    <a:pt x="2037" y="5565"/>
                    <a:pt x="1854" y="5565"/>
                  </a:cubicBezTo>
                  <a:lnTo>
                    <a:pt x="578" y="5565"/>
                  </a:lnTo>
                  <a:cubicBezTo>
                    <a:pt x="395" y="5565"/>
                    <a:pt x="243" y="5444"/>
                    <a:pt x="243" y="5261"/>
                  </a:cubicBezTo>
                  <a:lnTo>
                    <a:pt x="243" y="550"/>
                  </a:lnTo>
                  <a:cubicBezTo>
                    <a:pt x="243" y="368"/>
                    <a:pt x="395" y="246"/>
                    <a:pt x="578" y="246"/>
                  </a:cubicBezTo>
                  <a:close/>
                  <a:moveTo>
                    <a:pt x="527" y="1"/>
                  </a:moveTo>
                  <a:cubicBezTo>
                    <a:pt x="219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43" y="5839"/>
                    <a:pt x="578" y="5839"/>
                  </a:cubicBezTo>
                  <a:lnTo>
                    <a:pt x="1854" y="5839"/>
                  </a:lnTo>
                  <a:cubicBezTo>
                    <a:pt x="2189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185" y="1"/>
                    <a:pt x="1901" y="1"/>
                  </a:cubicBezTo>
                  <a:cubicBezTo>
                    <a:pt x="1885" y="1"/>
                    <a:pt x="1870" y="1"/>
                    <a:pt x="1854" y="3"/>
                  </a:cubicBezTo>
                  <a:lnTo>
                    <a:pt x="578" y="3"/>
                  </a:lnTo>
                  <a:cubicBezTo>
                    <a:pt x="560" y="1"/>
                    <a:pt x="544" y="1"/>
                    <a:pt x="52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2569;p52">
              <a:extLst>
                <a:ext uri="{FF2B5EF4-FFF2-40B4-BE49-F238E27FC236}">
                  <a16:creationId xmlns:a16="http://schemas.microsoft.com/office/drawing/2014/main" id="{07258ED5-94D9-A16F-2725-A89D9111EB3A}"/>
                </a:ext>
              </a:extLst>
            </p:cNvPr>
            <p:cNvSpPr/>
            <p:nvPr/>
          </p:nvSpPr>
          <p:spPr>
            <a:xfrm>
              <a:off x="2886393" y="2643441"/>
              <a:ext cx="60176" cy="169564"/>
            </a:xfrm>
            <a:custGeom>
              <a:avLst/>
              <a:gdLst/>
              <a:ahLst/>
              <a:cxnLst/>
              <a:rect l="l" t="t" r="r" b="b"/>
              <a:pathLst>
                <a:path w="2190" h="6171" extrusionOk="0">
                  <a:moveTo>
                    <a:pt x="457" y="1"/>
                  </a:moveTo>
                  <a:cubicBezTo>
                    <a:pt x="214" y="1"/>
                    <a:pt x="1" y="213"/>
                    <a:pt x="1" y="456"/>
                  </a:cubicBezTo>
                  <a:lnTo>
                    <a:pt x="1" y="5715"/>
                  </a:lnTo>
                  <a:cubicBezTo>
                    <a:pt x="1" y="5958"/>
                    <a:pt x="214" y="6171"/>
                    <a:pt x="457" y="6171"/>
                  </a:cubicBezTo>
                  <a:lnTo>
                    <a:pt x="1734" y="6171"/>
                  </a:lnTo>
                  <a:cubicBezTo>
                    <a:pt x="1977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1977" y="1"/>
                    <a:pt x="1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2570;p52">
              <a:extLst>
                <a:ext uri="{FF2B5EF4-FFF2-40B4-BE49-F238E27FC236}">
                  <a16:creationId xmlns:a16="http://schemas.microsoft.com/office/drawing/2014/main" id="{841073ED-323B-BDF4-284F-F0428E13E108}"/>
                </a:ext>
              </a:extLst>
            </p:cNvPr>
            <p:cNvSpPr/>
            <p:nvPr/>
          </p:nvSpPr>
          <p:spPr>
            <a:xfrm>
              <a:off x="2883068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5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55" y="6171"/>
                  </a:cubicBezTo>
                  <a:lnTo>
                    <a:pt x="578" y="6171"/>
                  </a:lnTo>
                  <a:cubicBezTo>
                    <a:pt x="39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74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74" y="6414"/>
                    <a:pt x="578" y="6414"/>
                  </a:cubicBezTo>
                  <a:lnTo>
                    <a:pt x="1855" y="6414"/>
                  </a:lnTo>
                  <a:cubicBezTo>
                    <a:pt x="218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8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2571;p52">
              <a:extLst>
                <a:ext uri="{FF2B5EF4-FFF2-40B4-BE49-F238E27FC236}">
                  <a16:creationId xmlns:a16="http://schemas.microsoft.com/office/drawing/2014/main" id="{7615B69D-18A4-13A6-1E6B-4FF7715308F1}"/>
                </a:ext>
              </a:extLst>
            </p:cNvPr>
            <p:cNvSpPr/>
            <p:nvPr/>
          </p:nvSpPr>
          <p:spPr>
            <a:xfrm>
              <a:off x="2997485" y="2651794"/>
              <a:ext cx="60176" cy="153709"/>
            </a:xfrm>
            <a:custGeom>
              <a:avLst/>
              <a:gdLst/>
              <a:ahLst/>
              <a:cxnLst/>
              <a:rect l="l" t="t" r="r" b="b"/>
              <a:pathLst>
                <a:path w="2190" h="5594" extrusionOk="0">
                  <a:moveTo>
                    <a:pt x="457" y="0"/>
                  </a:moveTo>
                  <a:cubicBezTo>
                    <a:pt x="213" y="0"/>
                    <a:pt x="1" y="183"/>
                    <a:pt x="1" y="426"/>
                  </a:cubicBezTo>
                  <a:lnTo>
                    <a:pt x="1" y="5137"/>
                  </a:lnTo>
                  <a:cubicBezTo>
                    <a:pt x="1" y="5381"/>
                    <a:pt x="213" y="5593"/>
                    <a:pt x="457" y="5593"/>
                  </a:cubicBezTo>
                  <a:lnTo>
                    <a:pt x="1764" y="5593"/>
                  </a:lnTo>
                  <a:cubicBezTo>
                    <a:pt x="2007" y="5563"/>
                    <a:pt x="2189" y="5381"/>
                    <a:pt x="2189" y="5137"/>
                  </a:cubicBezTo>
                  <a:lnTo>
                    <a:pt x="2189" y="426"/>
                  </a:lnTo>
                  <a:cubicBezTo>
                    <a:pt x="2189" y="183"/>
                    <a:pt x="2007" y="0"/>
                    <a:pt x="17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2572;p52">
              <a:extLst>
                <a:ext uri="{FF2B5EF4-FFF2-40B4-BE49-F238E27FC236}">
                  <a16:creationId xmlns:a16="http://schemas.microsoft.com/office/drawing/2014/main" id="{A8F338AF-6ECC-A694-4FEE-4C23A343AAED}"/>
                </a:ext>
              </a:extLst>
            </p:cNvPr>
            <p:cNvSpPr/>
            <p:nvPr/>
          </p:nvSpPr>
          <p:spPr>
            <a:xfrm>
              <a:off x="2994160" y="2648387"/>
              <a:ext cx="66825" cy="160441"/>
            </a:xfrm>
            <a:custGeom>
              <a:avLst/>
              <a:gdLst/>
              <a:ahLst/>
              <a:cxnLst/>
              <a:rect l="l" t="t" r="r" b="b"/>
              <a:pathLst>
                <a:path w="2432" h="5839" extrusionOk="0">
                  <a:moveTo>
                    <a:pt x="1885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44"/>
                    <a:pt x="2037" y="5565"/>
                    <a:pt x="1885" y="5565"/>
                  </a:cubicBezTo>
                  <a:lnTo>
                    <a:pt x="578" y="5565"/>
                  </a:lnTo>
                  <a:cubicBezTo>
                    <a:pt x="395" y="5565"/>
                    <a:pt x="274" y="5444"/>
                    <a:pt x="274" y="5261"/>
                  </a:cubicBezTo>
                  <a:lnTo>
                    <a:pt x="274" y="550"/>
                  </a:lnTo>
                  <a:cubicBezTo>
                    <a:pt x="274" y="368"/>
                    <a:pt x="395" y="246"/>
                    <a:pt x="578" y="246"/>
                  </a:cubicBezTo>
                  <a:close/>
                  <a:moveTo>
                    <a:pt x="531" y="1"/>
                  </a:moveTo>
                  <a:cubicBezTo>
                    <a:pt x="246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74" y="5839"/>
                    <a:pt x="578" y="5839"/>
                  </a:cubicBezTo>
                  <a:lnTo>
                    <a:pt x="1885" y="5839"/>
                  </a:lnTo>
                  <a:cubicBezTo>
                    <a:pt x="2189" y="5808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213" y="1"/>
                    <a:pt x="1931" y="1"/>
                  </a:cubicBezTo>
                  <a:cubicBezTo>
                    <a:pt x="1916" y="1"/>
                    <a:pt x="1900" y="1"/>
                    <a:pt x="1885" y="3"/>
                  </a:cubicBezTo>
                  <a:lnTo>
                    <a:pt x="578" y="3"/>
                  </a:lnTo>
                  <a:cubicBezTo>
                    <a:pt x="562" y="1"/>
                    <a:pt x="547" y="1"/>
                    <a:pt x="5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2573;p52">
              <a:extLst>
                <a:ext uri="{FF2B5EF4-FFF2-40B4-BE49-F238E27FC236}">
                  <a16:creationId xmlns:a16="http://schemas.microsoft.com/office/drawing/2014/main" id="{2AA449B1-A1FC-04A8-A67A-6DF2ADCA3E99}"/>
                </a:ext>
              </a:extLst>
            </p:cNvPr>
            <p:cNvSpPr/>
            <p:nvPr/>
          </p:nvSpPr>
          <p:spPr>
            <a:xfrm>
              <a:off x="2975777" y="2643441"/>
              <a:ext cx="60148" cy="169564"/>
            </a:xfrm>
            <a:custGeom>
              <a:avLst/>
              <a:gdLst/>
              <a:ahLst/>
              <a:cxnLst/>
              <a:rect l="l" t="t" r="r" b="b"/>
              <a:pathLst>
                <a:path w="2189" h="6171" extrusionOk="0">
                  <a:moveTo>
                    <a:pt x="456" y="1"/>
                  </a:moveTo>
                  <a:cubicBezTo>
                    <a:pt x="213" y="1"/>
                    <a:pt x="0" y="213"/>
                    <a:pt x="0" y="456"/>
                  </a:cubicBezTo>
                  <a:lnTo>
                    <a:pt x="0" y="5715"/>
                  </a:lnTo>
                  <a:cubicBezTo>
                    <a:pt x="0" y="5958"/>
                    <a:pt x="213" y="6171"/>
                    <a:pt x="456" y="6171"/>
                  </a:cubicBezTo>
                  <a:lnTo>
                    <a:pt x="1733" y="6171"/>
                  </a:lnTo>
                  <a:cubicBezTo>
                    <a:pt x="1976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2574;p52">
              <a:extLst>
                <a:ext uri="{FF2B5EF4-FFF2-40B4-BE49-F238E27FC236}">
                  <a16:creationId xmlns:a16="http://schemas.microsoft.com/office/drawing/2014/main" id="{B9FBEFF6-0E78-76E6-B079-E1B0C8394E49}"/>
                </a:ext>
              </a:extLst>
            </p:cNvPr>
            <p:cNvSpPr/>
            <p:nvPr/>
          </p:nvSpPr>
          <p:spPr>
            <a:xfrm>
              <a:off x="2972425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5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55" y="6171"/>
                  </a:cubicBezTo>
                  <a:lnTo>
                    <a:pt x="578" y="6171"/>
                  </a:lnTo>
                  <a:cubicBezTo>
                    <a:pt x="39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44" y="1"/>
                    <a:pt x="1" y="275"/>
                    <a:pt x="1" y="578"/>
                  </a:cubicBezTo>
                  <a:lnTo>
                    <a:pt x="1" y="5867"/>
                  </a:lnTo>
                  <a:cubicBezTo>
                    <a:pt x="1" y="6171"/>
                    <a:pt x="244" y="6414"/>
                    <a:pt x="578" y="6414"/>
                  </a:cubicBezTo>
                  <a:lnTo>
                    <a:pt x="1855" y="6414"/>
                  </a:lnTo>
                  <a:cubicBezTo>
                    <a:pt x="218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2575;p52">
              <a:extLst>
                <a:ext uri="{FF2B5EF4-FFF2-40B4-BE49-F238E27FC236}">
                  <a16:creationId xmlns:a16="http://schemas.microsoft.com/office/drawing/2014/main" id="{80FD919C-56E3-FBAA-59DD-427723D95429}"/>
                </a:ext>
              </a:extLst>
            </p:cNvPr>
            <p:cNvSpPr/>
            <p:nvPr/>
          </p:nvSpPr>
          <p:spPr>
            <a:xfrm>
              <a:off x="3087693" y="2651712"/>
              <a:ext cx="60148" cy="153792"/>
            </a:xfrm>
            <a:custGeom>
              <a:avLst/>
              <a:gdLst/>
              <a:ahLst/>
              <a:cxnLst/>
              <a:rect l="l" t="t" r="r" b="b"/>
              <a:pathLst>
                <a:path w="2189" h="5597" extrusionOk="0">
                  <a:moveTo>
                    <a:pt x="405" y="1"/>
                  </a:moveTo>
                  <a:cubicBezTo>
                    <a:pt x="160" y="1"/>
                    <a:pt x="0" y="201"/>
                    <a:pt x="0" y="429"/>
                  </a:cubicBezTo>
                  <a:lnTo>
                    <a:pt x="0" y="5140"/>
                  </a:lnTo>
                  <a:cubicBezTo>
                    <a:pt x="0" y="5384"/>
                    <a:pt x="183" y="5596"/>
                    <a:pt x="456" y="5596"/>
                  </a:cubicBezTo>
                  <a:lnTo>
                    <a:pt x="1733" y="5596"/>
                  </a:lnTo>
                  <a:cubicBezTo>
                    <a:pt x="1976" y="5596"/>
                    <a:pt x="2189" y="5384"/>
                    <a:pt x="2189" y="5140"/>
                  </a:cubicBezTo>
                  <a:lnTo>
                    <a:pt x="2189" y="429"/>
                  </a:lnTo>
                  <a:cubicBezTo>
                    <a:pt x="2189" y="201"/>
                    <a:pt x="2003" y="1"/>
                    <a:pt x="1779" y="1"/>
                  </a:cubicBezTo>
                  <a:cubicBezTo>
                    <a:pt x="1764" y="1"/>
                    <a:pt x="1749" y="2"/>
                    <a:pt x="1733" y="3"/>
                  </a:cubicBezTo>
                  <a:lnTo>
                    <a:pt x="456" y="3"/>
                  </a:lnTo>
                  <a:cubicBezTo>
                    <a:pt x="439" y="2"/>
                    <a:pt x="421" y="1"/>
                    <a:pt x="4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2576;p52">
              <a:extLst>
                <a:ext uri="{FF2B5EF4-FFF2-40B4-BE49-F238E27FC236}">
                  <a16:creationId xmlns:a16="http://schemas.microsoft.com/office/drawing/2014/main" id="{46073CB6-0532-DBD5-746A-76F80BEEC07B}"/>
                </a:ext>
              </a:extLst>
            </p:cNvPr>
            <p:cNvSpPr/>
            <p:nvPr/>
          </p:nvSpPr>
          <p:spPr>
            <a:xfrm>
              <a:off x="3084341" y="2648387"/>
              <a:ext cx="66853" cy="160441"/>
            </a:xfrm>
            <a:custGeom>
              <a:avLst/>
              <a:gdLst/>
              <a:ahLst/>
              <a:cxnLst/>
              <a:rect l="l" t="t" r="r" b="b"/>
              <a:pathLst>
                <a:path w="2433" h="5839" extrusionOk="0">
                  <a:moveTo>
                    <a:pt x="1855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44"/>
                    <a:pt x="2037" y="5565"/>
                    <a:pt x="1855" y="5565"/>
                  </a:cubicBezTo>
                  <a:lnTo>
                    <a:pt x="578" y="5565"/>
                  </a:lnTo>
                  <a:cubicBezTo>
                    <a:pt x="563" y="5568"/>
                    <a:pt x="547" y="5569"/>
                    <a:pt x="532" y="5569"/>
                  </a:cubicBezTo>
                  <a:cubicBezTo>
                    <a:pt x="371" y="5569"/>
                    <a:pt x="244" y="5428"/>
                    <a:pt x="244" y="5261"/>
                  </a:cubicBezTo>
                  <a:lnTo>
                    <a:pt x="244" y="550"/>
                  </a:lnTo>
                  <a:cubicBezTo>
                    <a:pt x="244" y="368"/>
                    <a:pt x="396" y="246"/>
                    <a:pt x="578" y="246"/>
                  </a:cubicBezTo>
                  <a:close/>
                  <a:moveTo>
                    <a:pt x="528" y="1"/>
                  </a:moveTo>
                  <a:cubicBezTo>
                    <a:pt x="220" y="1"/>
                    <a:pt x="1" y="262"/>
                    <a:pt x="1" y="550"/>
                  </a:cubicBezTo>
                  <a:lnTo>
                    <a:pt x="1" y="5261"/>
                  </a:lnTo>
                  <a:cubicBezTo>
                    <a:pt x="1" y="5565"/>
                    <a:pt x="244" y="5839"/>
                    <a:pt x="578" y="5839"/>
                  </a:cubicBezTo>
                  <a:lnTo>
                    <a:pt x="1855" y="5839"/>
                  </a:lnTo>
                  <a:cubicBezTo>
                    <a:pt x="2159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186" y="1"/>
                    <a:pt x="1901" y="1"/>
                  </a:cubicBezTo>
                  <a:cubicBezTo>
                    <a:pt x="1886" y="1"/>
                    <a:pt x="1870" y="1"/>
                    <a:pt x="1855" y="3"/>
                  </a:cubicBezTo>
                  <a:lnTo>
                    <a:pt x="578" y="3"/>
                  </a:lnTo>
                  <a:cubicBezTo>
                    <a:pt x="561" y="1"/>
                    <a:pt x="544" y="1"/>
                    <a:pt x="5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2577;p52">
              <a:extLst>
                <a:ext uri="{FF2B5EF4-FFF2-40B4-BE49-F238E27FC236}">
                  <a16:creationId xmlns:a16="http://schemas.microsoft.com/office/drawing/2014/main" id="{62902071-A307-0D1D-8E0D-F077DBB1308B}"/>
                </a:ext>
              </a:extLst>
            </p:cNvPr>
            <p:cNvSpPr/>
            <p:nvPr/>
          </p:nvSpPr>
          <p:spPr>
            <a:xfrm>
              <a:off x="3065134" y="2643441"/>
              <a:ext cx="60176" cy="169564"/>
            </a:xfrm>
            <a:custGeom>
              <a:avLst/>
              <a:gdLst/>
              <a:ahLst/>
              <a:cxnLst/>
              <a:rect l="l" t="t" r="r" b="b"/>
              <a:pathLst>
                <a:path w="2190" h="6171" extrusionOk="0">
                  <a:moveTo>
                    <a:pt x="457" y="1"/>
                  </a:moveTo>
                  <a:cubicBezTo>
                    <a:pt x="183" y="1"/>
                    <a:pt x="1" y="213"/>
                    <a:pt x="1" y="456"/>
                  </a:cubicBezTo>
                  <a:lnTo>
                    <a:pt x="1" y="5715"/>
                  </a:lnTo>
                  <a:cubicBezTo>
                    <a:pt x="1" y="5958"/>
                    <a:pt x="183" y="6171"/>
                    <a:pt x="457" y="6171"/>
                  </a:cubicBezTo>
                  <a:lnTo>
                    <a:pt x="1733" y="6171"/>
                  </a:lnTo>
                  <a:cubicBezTo>
                    <a:pt x="1976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1976" y="1"/>
                    <a:pt x="17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2578;p52">
              <a:extLst>
                <a:ext uri="{FF2B5EF4-FFF2-40B4-BE49-F238E27FC236}">
                  <a16:creationId xmlns:a16="http://schemas.microsoft.com/office/drawing/2014/main" id="{0753B1E4-5DF6-FA38-E0FD-1268CAD786BF}"/>
                </a:ext>
              </a:extLst>
            </p:cNvPr>
            <p:cNvSpPr/>
            <p:nvPr/>
          </p:nvSpPr>
          <p:spPr>
            <a:xfrm>
              <a:off x="3061809" y="2640089"/>
              <a:ext cx="66825" cy="176268"/>
            </a:xfrm>
            <a:custGeom>
              <a:avLst/>
              <a:gdLst/>
              <a:ahLst/>
              <a:cxnLst/>
              <a:rect l="l" t="t" r="r" b="b"/>
              <a:pathLst>
                <a:path w="2432" h="6415" extrusionOk="0">
                  <a:moveTo>
                    <a:pt x="1854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54" y="6171"/>
                  </a:cubicBezTo>
                  <a:lnTo>
                    <a:pt x="578" y="6171"/>
                  </a:lnTo>
                  <a:cubicBezTo>
                    <a:pt x="395" y="6171"/>
                    <a:pt x="243" y="6019"/>
                    <a:pt x="243" y="5867"/>
                  </a:cubicBezTo>
                  <a:lnTo>
                    <a:pt x="243" y="578"/>
                  </a:lnTo>
                  <a:cubicBezTo>
                    <a:pt x="243" y="426"/>
                    <a:pt x="395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43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3" y="6414"/>
                    <a:pt x="578" y="6414"/>
                  </a:cubicBezTo>
                  <a:lnTo>
                    <a:pt x="1854" y="6414"/>
                  </a:lnTo>
                  <a:cubicBezTo>
                    <a:pt x="2158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58" y="1"/>
                    <a:pt x="18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2579;p52">
              <a:extLst>
                <a:ext uri="{FF2B5EF4-FFF2-40B4-BE49-F238E27FC236}">
                  <a16:creationId xmlns:a16="http://schemas.microsoft.com/office/drawing/2014/main" id="{4B6EB7BA-554E-29C8-EA97-A6EC0D572ED3}"/>
                </a:ext>
              </a:extLst>
            </p:cNvPr>
            <p:cNvSpPr/>
            <p:nvPr/>
          </p:nvSpPr>
          <p:spPr>
            <a:xfrm>
              <a:off x="3177050" y="2651794"/>
              <a:ext cx="59324" cy="153709"/>
            </a:xfrm>
            <a:custGeom>
              <a:avLst/>
              <a:gdLst/>
              <a:ahLst/>
              <a:cxnLst/>
              <a:rect l="l" t="t" r="r" b="b"/>
              <a:pathLst>
                <a:path w="2159" h="5594" extrusionOk="0">
                  <a:moveTo>
                    <a:pt x="426" y="0"/>
                  </a:moveTo>
                  <a:cubicBezTo>
                    <a:pt x="183" y="0"/>
                    <a:pt x="1" y="183"/>
                    <a:pt x="1" y="426"/>
                  </a:cubicBezTo>
                  <a:lnTo>
                    <a:pt x="1" y="5137"/>
                  </a:lnTo>
                  <a:cubicBezTo>
                    <a:pt x="1" y="5381"/>
                    <a:pt x="183" y="5593"/>
                    <a:pt x="426" y="5593"/>
                  </a:cubicBezTo>
                  <a:lnTo>
                    <a:pt x="1733" y="5593"/>
                  </a:lnTo>
                  <a:cubicBezTo>
                    <a:pt x="1976" y="5593"/>
                    <a:pt x="2159" y="5381"/>
                    <a:pt x="2159" y="5137"/>
                  </a:cubicBezTo>
                  <a:lnTo>
                    <a:pt x="2159" y="426"/>
                  </a:lnTo>
                  <a:cubicBezTo>
                    <a:pt x="2159" y="183"/>
                    <a:pt x="1976" y="0"/>
                    <a:pt x="17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2580;p52">
              <a:extLst>
                <a:ext uri="{FF2B5EF4-FFF2-40B4-BE49-F238E27FC236}">
                  <a16:creationId xmlns:a16="http://schemas.microsoft.com/office/drawing/2014/main" id="{BB939492-D154-1093-2D30-C43E7F84542C}"/>
                </a:ext>
              </a:extLst>
            </p:cNvPr>
            <p:cNvSpPr/>
            <p:nvPr/>
          </p:nvSpPr>
          <p:spPr>
            <a:xfrm>
              <a:off x="3173725" y="2648387"/>
              <a:ext cx="66001" cy="160441"/>
            </a:xfrm>
            <a:custGeom>
              <a:avLst/>
              <a:gdLst/>
              <a:ahLst/>
              <a:cxnLst/>
              <a:rect l="l" t="t" r="r" b="b"/>
              <a:pathLst>
                <a:path w="2402" h="5839" extrusionOk="0">
                  <a:moveTo>
                    <a:pt x="1854" y="246"/>
                  </a:moveTo>
                  <a:cubicBezTo>
                    <a:pt x="2037" y="246"/>
                    <a:pt x="2158" y="368"/>
                    <a:pt x="2158" y="550"/>
                  </a:cubicBezTo>
                  <a:lnTo>
                    <a:pt x="2158" y="5261"/>
                  </a:lnTo>
                  <a:cubicBezTo>
                    <a:pt x="2158" y="5444"/>
                    <a:pt x="2037" y="5565"/>
                    <a:pt x="1854" y="5565"/>
                  </a:cubicBezTo>
                  <a:lnTo>
                    <a:pt x="547" y="5565"/>
                  </a:lnTo>
                  <a:cubicBezTo>
                    <a:pt x="365" y="5565"/>
                    <a:pt x="243" y="5444"/>
                    <a:pt x="243" y="5261"/>
                  </a:cubicBezTo>
                  <a:lnTo>
                    <a:pt x="243" y="550"/>
                  </a:lnTo>
                  <a:cubicBezTo>
                    <a:pt x="243" y="368"/>
                    <a:pt x="365" y="246"/>
                    <a:pt x="547" y="246"/>
                  </a:cubicBezTo>
                  <a:close/>
                  <a:moveTo>
                    <a:pt x="501" y="1"/>
                  </a:moveTo>
                  <a:cubicBezTo>
                    <a:pt x="219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43" y="5839"/>
                    <a:pt x="547" y="5839"/>
                  </a:cubicBezTo>
                  <a:lnTo>
                    <a:pt x="1854" y="5839"/>
                  </a:lnTo>
                  <a:cubicBezTo>
                    <a:pt x="2158" y="5839"/>
                    <a:pt x="2401" y="5565"/>
                    <a:pt x="2401" y="5261"/>
                  </a:cubicBezTo>
                  <a:lnTo>
                    <a:pt x="2401" y="550"/>
                  </a:lnTo>
                  <a:cubicBezTo>
                    <a:pt x="2401" y="262"/>
                    <a:pt x="2182" y="1"/>
                    <a:pt x="1900" y="1"/>
                  </a:cubicBezTo>
                  <a:cubicBezTo>
                    <a:pt x="1885" y="1"/>
                    <a:pt x="1870" y="1"/>
                    <a:pt x="1854" y="3"/>
                  </a:cubicBezTo>
                  <a:lnTo>
                    <a:pt x="547" y="3"/>
                  </a:lnTo>
                  <a:cubicBezTo>
                    <a:pt x="532" y="1"/>
                    <a:pt x="516" y="1"/>
                    <a:pt x="5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2581;p52">
              <a:extLst>
                <a:ext uri="{FF2B5EF4-FFF2-40B4-BE49-F238E27FC236}">
                  <a16:creationId xmlns:a16="http://schemas.microsoft.com/office/drawing/2014/main" id="{13B19399-D307-0203-B9CA-AAA5D2D81024}"/>
                </a:ext>
              </a:extLst>
            </p:cNvPr>
            <p:cNvSpPr/>
            <p:nvPr/>
          </p:nvSpPr>
          <p:spPr>
            <a:xfrm>
              <a:off x="3154491" y="2643441"/>
              <a:ext cx="60176" cy="169564"/>
            </a:xfrm>
            <a:custGeom>
              <a:avLst/>
              <a:gdLst/>
              <a:ahLst/>
              <a:cxnLst/>
              <a:rect l="l" t="t" r="r" b="b"/>
              <a:pathLst>
                <a:path w="2190" h="6171" extrusionOk="0">
                  <a:moveTo>
                    <a:pt x="457" y="1"/>
                  </a:moveTo>
                  <a:cubicBezTo>
                    <a:pt x="183" y="1"/>
                    <a:pt x="1" y="213"/>
                    <a:pt x="1" y="456"/>
                  </a:cubicBezTo>
                  <a:lnTo>
                    <a:pt x="1" y="5715"/>
                  </a:lnTo>
                  <a:cubicBezTo>
                    <a:pt x="1" y="5958"/>
                    <a:pt x="214" y="6171"/>
                    <a:pt x="457" y="6171"/>
                  </a:cubicBezTo>
                  <a:lnTo>
                    <a:pt x="1734" y="6171"/>
                  </a:lnTo>
                  <a:cubicBezTo>
                    <a:pt x="1977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1977" y="1"/>
                    <a:pt x="1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2582;p52">
              <a:extLst>
                <a:ext uri="{FF2B5EF4-FFF2-40B4-BE49-F238E27FC236}">
                  <a16:creationId xmlns:a16="http://schemas.microsoft.com/office/drawing/2014/main" id="{CDA331B5-80F4-6BDF-0F68-4EF88AF4DBEF}"/>
                </a:ext>
              </a:extLst>
            </p:cNvPr>
            <p:cNvSpPr/>
            <p:nvPr/>
          </p:nvSpPr>
          <p:spPr>
            <a:xfrm>
              <a:off x="3151166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5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37"/>
                  </a:lnTo>
                  <a:cubicBezTo>
                    <a:pt x="2189" y="6019"/>
                    <a:pt x="2037" y="6171"/>
                    <a:pt x="1855" y="6171"/>
                  </a:cubicBezTo>
                  <a:lnTo>
                    <a:pt x="578" y="6171"/>
                  </a:lnTo>
                  <a:cubicBezTo>
                    <a:pt x="396" y="6171"/>
                    <a:pt x="244" y="6019"/>
                    <a:pt x="244" y="5837"/>
                  </a:cubicBezTo>
                  <a:lnTo>
                    <a:pt x="244" y="578"/>
                  </a:lnTo>
                  <a:cubicBezTo>
                    <a:pt x="244" y="39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44" y="1"/>
                    <a:pt x="0" y="275"/>
                    <a:pt x="0" y="578"/>
                  </a:cubicBezTo>
                  <a:lnTo>
                    <a:pt x="0" y="5867"/>
                  </a:lnTo>
                  <a:cubicBezTo>
                    <a:pt x="0" y="6171"/>
                    <a:pt x="244" y="6414"/>
                    <a:pt x="578" y="6414"/>
                  </a:cubicBezTo>
                  <a:lnTo>
                    <a:pt x="1855" y="6414"/>
                  </a:lnTo>
                  <a:cubicBezTo>
                    <a:pt x="215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2583;p52">
              <a:extLst>
                <a:ext uri="{FF2B5EF4-FFF2-40B4-BE49-F238E27FC236}">
                  <a16:creationId xmlns:a16="http://schemas.microsoft.com/office/drawing/2014/main" id="{74DAC0F4-40D7-2F67-CA5E-09BE906FADD6}"/>
                </a:ext>
              </a:extLst>
            </p:cNvPr>
            <p:cNvSpPr/>
            <p:nvPr/>
          </p:nvSpPr>
          <p:spPr>
            <a:xfrm>
              <a:off x="3265583" y="2651712"/>
              <a:ext cx="60176" cy="153792"/>
            </a:xfrm>
            <a:custGeom>
              <a:avLst/>
              <a:gdLst/>
              <a:ahLst/>
              <a:cxnLst/>
              <a:rect l="l" t="t" r="r" b="b"/>
              <a:pathLst>
                <a:path w="2190" h="5597" extrusionOk="0">
                  <a:moveTo>
                    <a:pt x="410" y="1"/>
                  </a:moveTo>
                  <a:cubicBezTo>
                    <a:pt x="187" y="1"/>
                    <a:pt x="1" y="201"/>
                    <a:pt x="1" y="429"/>
                  </a:cubicBezTo>
                  <a:lnTo>
                    <a:pt x="1" y="5140"/>
                  </a:lnTo>
                  <a:cubicBezTo>
                    <a:pt x="1" y="5384"/>
                    <a:pt x="213" y="5596"/>
                    <a:pt x="457" y="5596"/>
                  </a:cubicBezTo>
                  <a:lnTo>
                    <a:pt x="1764" y="5596"/>
                  </a:lnTo>
                  <a:cubicBezTo>
                    <a:pt x="2007" y="5596"/>
                    <a:pt x="2189" y="5384"/>
                    <a:pt x="2189" y="5140"/>
                  </a:cubicBezTo>
                  <a:lnTo>
                    <a:pt x="2189" y="429"/>
                  </a:lnTo>
                  <a:cubicBezTo>
                    <a:pt x="2189" y="201"/>
                    <a:pt x="2029" y="1"/>
                    <a:pt x="1810" y="1"/>
                  </a:cubicBezTo>
                  <a:cubicBezTo>
                    <a:pt x="1795" y="1"/>
                    <a:pt x="1779" y="2"/>
                    <a:pt x="1764" y="3"/>
                  </a:cubicBezTo>
                  <a:lnTo>
                    <a:pt x="457" y="3"/>
                  </a:lnTo>
                  <a:cubicBezTo>
                    <a:pt x="441" y="2"/>
                    <a:pt x="425" y="1"/>
                    <a:pt x="4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2584;p52">
              <a:extLst>
                <a:ext uri="{FF2B5EF4-FFF2-40B4-BE49-F238E27FC236}">
                  <a16:creationId xmlns:a16="http://schemas.microsoft.com/office/drawing/2014/main" id="{C01FD72E-BA89-B010-D665-6CBD1069598C}"/>
                </a:ext>
              </a:extLst>
            </p:cNvPr>
            <p:cNvSpPr/>
            <p:nvPr/>
          </p:nvSpPr>
          <p:spPr>
            <a:xfrm>
              <a:off x="3262258" y="2648387"/>
              <a:ext cx="66825" cy="160441"/>
            </a:xfrm>
            <a:custGeom>
              <a:avLst/>
              <a:gdLst/>
              <a:ahLst/>
              <a:cxnLst/>
              <a:rect l="l" t="t" r="r" b="b"/>
              <a:pathLst>
                <a:path w="2432" h="5839" extrusionOk="0">
                  <a:moveTo>
                    <a:pt x="1885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28"/>
                    <a:pt x="2062" y="5569"/>
                    <a:pt x="1924" y="5569"/>
                  </a:cubicBezTo>
                  <a:cubicBezTo>
                    <a:pt x="1911" y="5569"/>
                    <a:pt x="1898" y="5568"/>
                    <a:pt x="1885" y="5565"/>
                  </a:cubicBezTo>
                  <a:lnTo>
                    <a:pt x="578" y="5565"/>
                  </a:lnTo>
                  <a:cubicBezTo>
                    <a:pt x="395" y="5565"/>
                    <a:pt x="243" y="5444"/>
                    <a:pt x="274" y="5261"/>
                  </a:cubicBezTo>
                  <a:lnTo>
                    <a:pt x="274" y="550"/>
                  </a:lnTo>
                  <a:cubicBezTo>
                    <a:pt x="243" y="368"/>
                    <a:pt x="395" y="246"/>
                    <a:pt x="578" y="246"/>
                  </a:cubicBezTo>
                  <a:close/>
                  <a:moveTo>
                    <a:pt x="531" y="1"/>
                  </a:moveTo>
                  <a:cubicBezTo>
                    <a:pt x="246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74" y="5839"/>
                    <a:pt x="578" y="5839"/>
                  </a:cubicBezTo>
                  <a:lnTo>
                    <a:pt x="1885" y="5839"/>
                  </a:lnTo>
                  <a:cubicBezTo>
                    <a:pt x="2189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213" y="1"/>
                    <a:pt x="1931" y="1"/>
                  </a:cubicBezTo>
                  <a:cubicBezTo>
                    <a:pt x="1916" y="1"/>
                    <a:pt x="1900" y="1"/>
                    <a:pt x="1885" y="3"/>
                  </a:cubicBezTo>
                  <a:lnTo>
                    <a:pt x="578" y="3"/>
                  </a:lnTo>
                  <a:cubicBezTo>
                    <a:pt x="562" y="1"/>
                    <a:pt x="547" y="1"/>
                    <a:pt x="5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2585;p52">
              <a:extLst>
                <a:ext uri="{FF2B5EF4-FFF2-40B4-BE49-F238E27FC236}">
                  <a16:creationId xmlns:a16="http://schemas.microsoft.com/office/drawing/2014/main" id="{9423702C-C745-B58A-A537-7D0BE152A3F2}"/>
                </a:ext>
              </a:extLst>
            </p:cNvPr>
            <p:cNvSpPr/>
            <p:nvPr/>
          </p:nvSpPr>
          <p:spPr>
            <a:xfrm>
              <a:off x="3243024" y="2643441"/>
              <a:ext cx="60176" cy="169564"/>
            </a:xfrm>
            <a:custGeom>
              <a:avLst/>
              <a:gdLst/>
              <a:ahLst/>
              <a:cxnLst/>
              <a:rect l="l" t="t" r="r" b="b"/>
              <a:pathLst>
                <a:path w="2190" h="6171" extrusionOk="0">
                  <a:moveTo>
                    <a:pt x="457" y="1"/>
                  </a:moveTo>
                  <a:cubicBezTo>
                    <a:pt x="214" y="1"/>
                    <a:pt x="1" y="213"/>
                    <a:pt x="31" y="456"/>
                  </a:cubicBezTo>
                  <a:lnTo>
                    <a:pt x="31" y="5715"/>
                  </a:lnTo>
                  <a:cubicBezTo>
                    <a:pt x="1" y="5958"/>
                    <a:pt x="214" y="6171"/>
                    <a:pt x="457" y="6171"/>
                  </a:cubicBezTo>
                  <a:lnTo>
                    <a:pt x="1764" y="6171"/>
                  </a:lnTo>
                  <a:cubicBezTo>
                    <a:pt x="2007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2007" y="1"/>
                    <a:pt x="17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2586;p52">
              <a:extLst>
                <a:ext uri="{FF2B5EF4-FFF2-40B4-BE49-F238E27FC236}">
                  <a16:creationId xmlns:a16="http://schemas.microsoft.com/office/drawing/2014/main" id="{C1CB91D6-5415-3D77-AEDB-3B842822062F}"/>
                </a:ext>
              </a:extLst>
            </p:cNvPr>
            <p:cNvSpPr/>
            <p:nvPr/>
          </p:nvSpPr>
          <p:spPr>
            <a:xfrm>
              <a:off x="3240523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55" y="275"/>
                  </a:moveTo>
                  <a:cubicBezTo>
                    <a:pt x="2007" y="275"/>
                    <a:pt x="2159" y="396"/>
                    <a:pt x="2159" y="578"/>
                  </a:cubicBezTo>
                  <a:lnTo>
                    <a:pt x="2159" y="5867"/>
                  </a:lnTo>
                  <a:cubicBezTo>
                    <a:pt x="2159" y="6019"/>
                    <a:pt x="2007" y="6171"/>
                    <a:pt x="1855" y="6171"/>
                  </a:cubicBezTo>
                  <a:lnTo>
                    <a:pt x="548" y="6171"/>
                  </a:lnTo>
                  <a:cubicBezTo>
                    <a:pt x="36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66" y="275"/>
                    <a:pt x="548" y="275"/>
                  </a:cubicBezTo>
                  <a:close/>
                  <a:moveTo>
                    <a:pt x="548" y="1"/>
                  </a:moveTo>
                  <a:cubicBezTo>
                    <a:pt x="244" y="1"/>
                    <a:pt x="1" y="275"/>
                    <a:pt x="1" y="578"/>
                  </a:cubicBezTo>
                  <a:lnTo>
                    <a:pt x="1" y="5867"/>
                  </a:lnTo>
                  <a:cubicBezTo>
                    <a:pt x="1" y="6171"/>
                    <a:pt x="244" y="6414"/>
                    <a:pt x="548" y="6414"/>
                  </a:cubicBezTo>
                  <a:lnTo>
                    <a:pt x="1855" y="6414"/>
                  </a:lnTo>
                  <a:cubicBezTo>
                    <a:pt x="2159" y="6414"/>
                    <a:pt x="2432" y="6171"/>
                    <a:pt x="2402" y="5837"/>
                  </a:cubicBezTo>
                  <a:lnTo>
                    <a:pt x="2402" y="578"/>
                  </a:lnTo>
                  <a:cubicBezTo>
                    <a:pt x="2402" y="275"/>
                    <a:pt x="2159" y="1"/>
                    <a:pt x="1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2587;p52">
              <a:extLst>
                <a:ext uri="{FF2B5EF4-FFF2-40B4-BE49-F238E27FC236}">
                  <a16:creationId xmlns:a16="http://schemas.microsoft.com/office/drawing/2014/main" id="{B5CAFFC1-05E2-8979-9E06-DB66ACB8A1E8}"/>
                </a:ext>
              </a:extLst>
            </p:cNvPr>
            <p:cNvSpPr/>
            <p:nvPr/>
          </p:nvSpPr>
          <p:spPr>
            <a:xfrm>
              <a:off x="3354939" y="2651794"/>
              <a:ext cx="60176" cy="153709"/>
            </a:xfrm>
            <a:custGeom>
              <a:avLst/>
              <a:gdLst/>
              <a:ahLst/>
              <a:cxnLst/>
              <a:rect l="l" t="t" r="r" b="b"/>
              <a:pathLst>
                <a:path w="2190" h="5594" extrusionOk="0">
                  <a:moveTo>
                    <a:pt x="457" y="0"/>
                  </a:moveTo>
                  <a:cubicBezTo>
                    <a:pt x="214" y="0"/>
                    <a:pt x="1" y="183"/>
                    <a:pt x="1" y="426"/>
                  </a:cubicBezTo>
                  <a:lnTo>
                    <a:pt x="1" y="5137"/>
                  </a:lnTo>
                  <a:cubicBezTo>
                    <a:pt x="1" y="5381"/>
                    <a:pt x="214" y="5593"/>
                    <a:pt x="457" y="5593"/>
                  </a:cubicBezTo>
                  <a:lnTo>
                    <a:pt x="1734" y="5593"/>
                  </a:lnTo>
                  <a:cubicBezTo>
                    <a:pt x="1977" y="5593"/>
                    <a:pt x="2189" y="5381"/>
                    <a:pt x="2189" y="5137"/>
                  </a:cubicBezTo>
                  <a:lnTo>
                    <a:pt x="2189" y="426"/>
                  </a:lnTo>
                  <a:cubicBezTo>
                    <a:pt x="2189" y="183"/>
                    <a:pt x="1977" y="0"/>
                    <a:pt x="1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2588;p52">
              <a:extLst>
                <a:ext uri="{FF2B5EF4-FFF2-40B4-BE49-F238E27FC236}">
                  <a16:creationId xmlns:a16="http://schemas.microsoft.com/office/drawing/2014/main" id="{4B8962CB-C913-C879-0B64-F4D1901C7707}"/>
                </a:ext>
              </a:extLst>
            </p:cNvPr>
            <p:cNvSpPr/>
            <p:nvPr/>
          </p:nvSpPr>
          <p:spPr>
            <a:xfrm>
              <a:off x="3351615" y="2648387"/>
              <a:ext cx="66853" cy="160441"/>
            </a:xfrm>
            <a:custGeom>
              <a:avLst/>
              <a:gdLst/>
              <a:ahLst/>
              <a:cxnLst/>
              <a:rect l="l" t="t" r="r" b="b"/>
              <a:pathLst>
                <a:path w="2433" h="5839" extrusionOk="0">
                  <a:moveTo>
                    <a:pt x="1855" y="246"/>
                  </a:moveTo>
                  <a:cubicBezTo>
                    <a:pt x="2037" y="246"/>
                    <a:pt x="2189" y="368"/>
                    <a:pt x="2189" y="550"/>
                  </a:cubicBezTo>
                  <a:lnTo>
                    <a:pt x="2189" y="5261"/>
                  </a:lnTo>
                  <a:cubicBezTo>
                    <a:pt x="2189" y="5444"/>
                    <a:pt x="2037" y="5565"/>
                    <a:pt x="1855" y="5565"/>
                  </a:cubicBezTo>
                  <a:lnTo>
                    <a:pt x="578" y="5565"/>
                  </a:lnTo>
                  <a:cubicBezTo>
                    <a:pt x="396" y="5565"/>
                    <a:pt x="244" y="5444"/>
                    <a:pt x="244" y="5261"/>
                  </a:cubicBezTo>
                  <a:lnTo>
                    <a:pt x="244" y="550"/>
                  </a:lnTo>
                  <a:cubicBezTo>
                    <a:pt x="244" y="368"/>
                    <a:pt x="396" y="246"/>
                    <a:pt x="578" y="246"/>
                  </a:cubicBezTo>
                  <a:close/>
                  <a:moveTo>
                    <a:pt x="532" y="1"/>
                  </a:moveTo>
                  <a:cubicBezTo>
                    <a:pt x="247" y="1"/>
                    <a:pt x="0" y="262"/>
                    <a:pt x="0" y="550"/>
                  </a:cubicBezTo>
                  <a:lnTo>
                    <a:pt x="0" y="5261"/>
                  </a:lnTo>
                  <a:cubicBezTo>
                    <a:pt x="0" y="5565"/>
                    <a:pt x="244" y="5839"/>
                    <a:pt x="578" y="5839"/>
                  </a:cubicBezTo>
                  <a:lnTo>
                    <a:pt x="1855" y="5839"/>
                  </a:lnTo>
                  <a:cubicBezTo>
                    <a:pt x="2189" y="5839"/>
                    <a:pt x="2432" y="5565"/>
                    <a:pt x="2432" y="5261"/>
                  </a:cubicBezTo>
                  <a:lnTo>
                    <a:pt x="2432" y="550"/>
                  </a:lnTo>
                  <a:cubicBezTo>
                    <a:pt x="2432" y="262"/>
                    <a:pt x="2213" y="1"/>
                    <a:pt x="1905" y="1"/>
                  </a:cubicBezTo>
                  <a:cubicBezTo>
                    <a:pt x="1889" y="1"/>
                    <a:pt x="1872" y="1"/>
                    <a:pt x="1855" y="3"/>
                  </a:cubicBezTo>
                  <a:lnTo>
                    <a:pt x="578" y="3"/>
                  </a:lnTo>
                  <a:cubicBezTo>
                    <a:pt x="562" y="1"/>
                    <a:pt x="547" y="1"/>
                    <a:pt x="5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2589;p52">
              <a:extLst>
                <a:ext uri="{FF2B5EF4-FFF2-40B4-BE49-F238E27FC236}">
                  <a16:creationId xmlns:a16="http://schemas.microsoft.com/office/drawing/2014/main" id="{FA6D5691-8E89-5F47-42A0-FCB5E6B9E920}"/>
                </a:ext>
              </a:extLst>
            </p:cNvPr>
            <p:cNvSpPr/>
            <p:nvPr/>
          </p:nvSpPr>
          <p:spPr>
            <a:xfrm>
              <a:off x="3332408" y="2643441"/>
              <a:ext cx="60148" cy="169564"/>
            </a:xfrm>
            <a:custGeom>
              <a:avLst/>
              <a:gdLst/>
              <a:ahLst/>
              <a:cxnLst/>
              <a:rect l="l" t="t" r="r" b="b"/>
              <a:pathLst>
                <a:path w="2189" h="6171" extrusionOk="0">
                  <a:moveTo>
                    <a:pt x="456" y="1"/>
                  </a:moveTo>
                  <a:cubicBezTo>
                    <a:pt x="213" y="1"/>
                    <a:pt x="0" y="213"/>
                    <a:pt x="0" y="456"/>
                  </a:cubicBezTo>
                  <a:lnTo>
                    <a:pt x="0" y="5715"/>
                  </a:lnTo>
                  <a:cubicBezTo>
                    <a:pt x="0" y="5958"/>
                    <a:pt x="213" y="6171"/>
                    <a:pt x="456" y="6171"/>
                  </a:cubicBezTo>
                  <a:lnTo>
                    <a:pt x="1763" y="6171"/>
                  </a:lnTo>
                  <a:cubicBezTo>
                    <a:pt x="2006" y="6171"/>
                    <a:pt x="2189" y="5958"/>
                    <a:pt x="2189" y="5715"/>
                  </a:cubicBezTo>
                  <a:lnTo>
                    <a:pt x="2189" y="456"/>
                  </a:lnTo>
                  <a:cubicBezTo>
                    <a:pt x="2189" y="213"/>
                    <a:pt x="2006" y="1"/>
                    <a:pt x="17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2590;p52">
              <a:extLst>
                <a:ext uri="{FF2B5EF4-FFF2-40B4-BE49-F238E27FC236}">
                  <a16:creationId xmlns:a16="http://schemas.microsoft.com/office/drawing/2014/main" id="{DAB5D93E-CAB4-01F1-9A97-2D8EE8029A03}"/>
                </a:ext>
              </a:extLst>
            </p:cNvPr>
            <p:cNvSpPr/>
            <p:nvPr/>
          </p:nvSpPr>
          <p:spPr>
            <a:xfrm>
              <a:off x="3329056" y="2640089"/>
              <a:ext cx="66853" cy="176268"/>
            </a:xfrm>
            <a:custGeom>
              <a:avLst/>
              <a:gdLst/>
              <a:ahLst/>
              <a:cxnLst/>
              <a:rect l="l" t="t" r="r" b="b"/>
              <a:pathLst>
                <a:path w="2433" h="6415" extrusionOk="0">
                  <a:moveTo>
                    <a:pt x="1885" y="275"/>
                  </a:moveTo>
                  <a:cubicBezTo>
                    <a:pt x="2037" y="275"/>
                    <a:pt x="2189" y="396"/>
                    <a:pt x="2189" y="578"/>
                  </a:cubicBezTo>
                  <a:lnTo>
                    <a:pt x="2189" y="5867"/>
                  </a:lnTo>
                  <a:cubicBezTo>
                    <a:pt x="2189" y="6019"/>
                    <a:pt x="2037" y="6171"/>
                    <a:pt x="1885" y="6171"/>
                  </a:cubicBezTo>
                  <a:lnTo>
                    <a:pt x="578" y="6171"/>
                  </a:lnTo>
                  <a:cubicBezTo>
                    <a:pt x="396" y="6171"/>
                    <a:pt x="244" y="6019"/>
                    <a:pt x="244" y="5867"/>
                  </a:cubicBezTo>
                  <a:lnTo>
                    <a:pt x="244" y="578"/>
                  </a:lnTo>
                  <a:cubicBezTo>
                    <a:pt x="244" y="426"/>
                    <a:pt x="396" y="275"/>
                    <a:pt x="578" y="275"/>
                  </a:cubicBezTo>
                  <a:close/>
                  <a:moveTo>
                    <a:pt x="578" y="1"/>
                  </a:moveTo>
                  <a:cubicBezTo>
                    <a:pt x="274" y="1"/>
                    <a:pt x="1" y="275"/>
                    <a:pt x="1" y="578"/>
                  </a:cubicBezTo>
                  <a:lnTo>
                    <a:pt x="1" y="5867"/>
                  </a:lnTo>
                  <a:cubicBezTo>
                    <a:pt x="1" y="6171"/>
                    <a:pt x="274" y="6414"/>
                    <a:pt x="578" y="6414"/>
                  </a:cubicBezTo>
                  <a:lnTo>
                    <a:pt x="1885" y="6414"/>
                  </a:lnTo>
                  <a:cubicBezTo>
                    <a:pt x="2189" y="6414"/>
                    <a:pt x="2432" y="6171"/>
                    <a:pt x="2432" y="5837"/>
                  </a:cubicBezTo>
                  <a:lnTo>
                    <a:pt x="2432" y="578"/>
                  </a:lnTo>
                  <a:cubicBezTo>
                    <a:pt x="2432" y="275"/>
                    <a:pt x="2189" y="1"/>
                    <a:pt x="188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2591;p52">
              <a:extLst>
                <a:ext uri="{FF2B5EF4-FFF2-40B4-BE49-F238E27FC236}">
                  <a16:creationId xmlns:a16="http://schemas.microsoft.com/office/drawing/2014/main" id="{1E5DB5BE-7D6C-CCE4-55C4-6AE01C8B334E}"/>
                </a:ext>
              </a:extLst>
            </p:cNvPr>
            <p:cNvSpPr/>
            <p:nvPr/>
          </p:nvSpPr>
          <p:spPr>
            <a:xfrm>
              <a:off x="1987741" y="1287289"/>
              <a:ext cx="244742" cy="241197"/>
            </a:xfrm>
            <a:custGeom>
              <a:avLst/>
              <a:gdLst/>
              <a:ahLst/>
              <a:cxnLst/>
              <a:rect l="l" t="t" r="r" b="b"/>
              <a:pathLst>
                <a:path w="8907" h="8778" extrusionOk="0">
                  <a:moveTo>
                    <a:pt x="6205" y="1"/>
                  </a:moveTo>
                  <a:cubicBezTo>
                    <a:pt x="5783" y="1"/>
                    <a:pt x="5365" y="160"/>
                    <a:pt x="5046" y="479"/>
                  </a:cubicBezTo>
                  <a:lnTo>
                    <a:pt x="639" y="4887"/>
                  </a:lnTo>
                  <a:cubicBezTo>
                    <a:pt x="0" y="5556"/>
                    <a:pt x="0" y="6589"/>
                    <a:pt x="639" y="7227"/>
                  </a:cubicBezTo>
                  <a:lnTo>
                    <a:pt x="2158" y="8777"/>
                  </a:lnTo>
                  <a:lnTo>
                    <a:pt x="8906" y="2030"/>
                  </a:lnTo>
                  <a:lnTo>
                    <a:pt x="7386" y="479"/>
                  </a:lnTo>
                  <a:cubicBezTo>
                    <a:pt x="7052" y="160"/>
                    <a:pt x="6626" y="1"/>
                    <a:pt x="62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2592;p52">
              <a:extLst>
                <a:ext uri="{FF2B5EF4-FFF2-40B4-BE49-F238E27FC236}">
                  <a16:creationId xmlns:a16="http://schemas.microsoft.com/office/drawing/2014/main" id="{A3AF6CF9-E658-7A2E-1E54-712E417D4884}"/>
                </a:ext>
              </a:extLst>
            </p:cNvPr>
            <p:cNvSpPr/>
            <p:nvPr/>
          </p:nvSpPr>
          <p:spPr>
            <a:xfrm>
              <a:off x="1981889" y="1282068"/>
              <a:ext cx="258096" cy="253095"/>
            </a:xfrm>
            <a:custGeom>
              <a:avLst/>
              <a:gdLst/>
              <a:ahLst/>
              <a:cxnLst/>
              <a:rect l="l" t="t" r="r" b="b"/>
              <a:pathLst>
                <a:path w="9393" h="9211" extrusionOk="0">
                  <a:moveTo>
                    <a:pt x="6414" y="396"/>
                  </a:moveTo>
                  <a:cubicBezTo>
                    <a:pt x="6809" y="396"/>
                    <a:pt x="7174" y="548"/>
                    <a:pt x="7447" y="821"/>
                  </a:cubicBezTo>
                  <a:lnTo>
                    <a:pt x="8846" y="2220"/>
                  </a:lnTo>
                  <a:lnTo>
                    <a:pt x="2371" y="8694"/>
                  </a:lnTo>
                  <a:lnTo>
                    <a:pt x="973" y="7296"/>
                  </a:lnTo>
                  <a:cubicBezTo>
                    <a:pt x="396" y="6718"/>
                    <a:pt x="396" y="5806"/>
                    <a:pt x="973" y="5229"/>
                  </a:cubicBezTo>
                  <a:lnTo>
                    <a:pt x="5380" y="821"/>
                  </a:lnTo>
                  <a:cubicBezTo>
                    <a:pt x="5654" y="548"/>
                    <a:pt x="6019" y="396"/>
                    <a:pt x="6414" y="396"/>
                  </a:cubicBezTo>
                  <a:close/>
                  <a:moveTo>
                    <a:pt x="6429" y="1"/>
                  </a:moveTo>
                  <a:cubicBezTo>
                    <a:pt x="5958" y="1"/>
                    <a:pt x="5487" y="183"/>
                    <a:pt x="5137" y="548"/>
                  </a:cubicBezTo>
                  <a:lnTo>
                    <a:pt x="700" y="4955"/>
                  </a:lnTo>
                  <a:cubicBezTo>
                    <a:pt x="0" y="5685"/>
                    <a:pt x="0" y="6840"/>
                    <a:pt x="700" y="7569"/>
                  </a:cubicBezTo>
                  <a:lnTo>
                    <a:pt x="2371" y="9211"/>
                  </a:lnTo>
                  <a:lnTo>
                    <a:pt x="9393" y="2220"/>
                  </a:lnTo>
                  <a:lnTo>
                    <a:pt x="7721" y="548"/>
                  </a:lnTo>
                  <a:cubicBezTo>
                    <a:pt x="7371" y="183"/>
                    <a:pt x="6900" y="1"/>
                    <a:pt x="6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2593;p52">
              <a:extLst>
                <a:ext uri="{FF2B5EF4-FFF2-40B4-BE49-F238E27FC236}">
                  <a16:creationId xmlns:a16="http://schemas.microsoft.com/office/drawing/2014/main" id="{A2F71A90-8433-0629-8432-C5B4D14D399B}"/>
                </a:ext>
              </a:extLst>
            </p:cNvPr>
            <p:cNvSpPr/>
            <p:nvPr/>
          </p:nvSpPr>
          <p:spPr>
            <a:xfrm>
              <a:off x="2173984" y="1335540"/>
              <a:ext cx="267301" cy="335775"/>
            </a:xfrm>
            <a:custGeom>
              <a:avLst/>
              <a:gdLst/>
              <a:ahLst/>
              <a:cxnLst/>
              <a:rect l="l" t="t" r="r" b="b"/>
              <a:pathLst>
                <a:path w="9728" h="12220" extrusionOk="0">
                  <a:moveTo>
                    <a:pt x="3830" y="0"/>
                  </a:moveTo>
                  <a:lnTo>
                    <a:pt x="0" y="3860"/>
                  </a:lnTo>
                  <a:lnTo>
                    <a:pt x="8207" y="12219"/>
                  </a:lnTo>
                  <a:lnTo>
                    <a:pt x="9727" y="10730"/>
                  </a:lnTo>
                  <a:lnTo>
                    <a:pt x="38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2594;p52">
              <a:extLst>
                <a:ext uri="{FF2B5EF4-FFF2-40B4-BE49-F238E27FC236}">
                  <a16:creationId xmlns:a16="http://schemas.microsoft.com/office/drawing/2014/main" id="{2F96A3A3-C97C-92DE-6658-3142369B250B}"/>
                </a:ext>
              </a:extLst>
            </p:cNvPr>
            <p:cNvSpPr/>
            <p:nvPr/>
          </p:nvSpPr>
          <p:spPr>
            <a:xfrm>
              <a:off x="2166455" y="1327186"/>
              <a:ext cx="280655" cy="351630"/>
            </a:xfrm>
            <a:custGeom>
              <a:avLst/>
              <a:gdLst/>
              <a:ahLst/>
              <a:cxnLst/>
              <a:rect l="l" t="t" r="r" b="b"/>
              <a:pathLst>
                <a:path w="10214" h="12797" extrusionOk="0">
                  <a:moveTo>
                    <a:pt x="4074" y="638"/>
                  </a:moveTo>
                  <a:lnTo>
                    <a:pt x="9758" y="11003"/>
                  </a:lnTo>
                  <a:lnTo>
                    <a:pt x="8512" y="12250"/>
                  </a:lnTo>
                  <a:lnTo>
                    <a:pt x="518" y="4164"/>
                  </a:lnTo>
                  <a:lnTo>
                    <a:pt x="4074" y="638"/>
                  </a:lnTo>
                  <a:close/>
                  <a:moveTo>
                    <a:pt x="4135" y="0"/>
                  </a:moveTo>
                  <a:lnTo>
                    <a:pt x="1" y="4164"/>
                  </a:lnTo>
                  <a:lnTo>
                    <a:pt x="8481" y="12797"/>
                  </a:lnTo>
                  <a:lnTo>
                    <a:pt x="10214" y="11064"/>
                  </a:lnTo>
                  <a:lnTo>
                    <a:pt x="41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2595;p52">
              <a:extLst>
                <a:ext uri="{FF2B5EF4-FFF2-40B4-BE49-F238E27FC236}">
                  <a16:creationId xmlns:a16="http://schemas.microsoft.com/office/drawing/2014/main" id="{98BDB963-92BD-DC4A-FC53-231CB2BAF2B1}"/>
                </a:ext>
              </a:extLst>
            </p:cNvPr>
            <p:cNvSpPr/>
            <p:nvPr/>
          </p:nvSpPr>
          <p:spPr>
            <a:xfrm>
              <a:off x="2047862" y="1461634"/>
              <a:ext cx="335775" cy="267301"/>
            </a:xfrm>
            <a:custGeom>
              <a:avLst/>
              <a:gdLst/>
              <a:ahLst/>
              <a:cxnLst/>
              <a:rect l="l" t="t" r="r" b="b"/>
              <a:pathLst>
                <a:path w="12220" h="9728" extrusionOk="0">
                  <a:moveTo>
                    <a:pt x="3861" y="1"/>
                  </a:moveTo>
                  <a:lnTo>
                    <a:pt x="1" y="3831"/>
                  </a:lnTo>
                  <a:lnTo>
                    <a:pt x="10730" y="9727"/>
                  </a:lnTo>
                  <a:lnTo>
                    <a:pt x="12220" y="8208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2596;p52">
              <a:extLst>
                <a:ext uri="{FF2B5EF4-FFF2-40B4-BE49-F238E27FC236}">
                  <a16:creationId xmlns:a16="http://schemas.microsoft.com/office/drawing/2014/main" id="{1F5BDD5C-CED4-09F1-FF47-F26B9F089187}"/>
                </a:ext>
              </a:extLst>
            </p:cNvPr>
            <p:cNvSpPr/>
            <p:nvPr/>
          </p:nvSpPr>
          <p:spPr>
            <a:xfrm>
              <a:off x="2039509" y="1454132"/>
              <a:ext cx="351657" cy="280655"/>
            </a:xfrm>
            <a:custGeom>
              <a:avLst/>
              <a:gdLst/>
              <a:ahLst/>
              <a:cxnLst/>
              <a:rect l="l" t="t" r="r" b="b"/>
              <a:pathLst>
                <a:path w="12798" h="10214" extrusionOk="0">
                  <a:moveTo>
                    <a:pt x="4165" y="517"/>
                  </a:moveTo>
                  <a:lnTo>
                    <a:pt x="12250" y="8511"/>
                  </a:lnTo>
                  <a:lnTo>
                    <a:pt x="11004" y="9757"/>
                  </a:lnTo>
                  <a:lnTo>
                    <a:pt x="639" y="4073"/>
                  </a:lnTo>
                  <a:lnTo>
                    <a:pt x="4165" y="517"/>
                  </a:lnTo>
                  <a:close/>
                  <a:moveTo>
                    <a:pt x="4165" y="0"/>
                  </a:moveTo>
                  <a:lnTo>
                    <a:pt x="1" y="4134"/>
                  </a:lnTo>
                  <a:lnTo>
                    <a:pt x="11065" y="10213"/>
                  </a:lnTo>
                  <a:lnTo>
                    <a:pt x="12797" y="8481"/>
                  </a:lnTo>
                  <a:lnTo>
                    <a:pt x="41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2597;p52">
              <a:extLst>
                <a:ext uri="{FF2B5EF4-FFF2-40B4-BE49-F238E27FC236}">
                  <a16:creationId xmlns:a16="http://schemas.microsoft.com/office/drawing/2014/main" id="{3B0F1FCF-5579-AC45-1130-15AF809B6751}"/>
                </a:ext>
              </a:extLst>
            </p:cNvPr>
            <p:cNvSpPr/>
            <p:nvPr/>
          </p:nvSpPr>
          <p:spPr>
            <a:xfrm>
              <a:off x="1996919" y="1292922"/>
              <a:ext cx="302362" cy="302390"/>
            </a:xfrm>
            <a:custGeom>
              <a:avLst/>
              <a:gdLst/>
              <a:ahLst/>
              <a:cxnLst/>
              <a:rect l="l" t="t" r="r" b="b"/>
              <a:pathLst>
                <a:path w="11004" h="11005" extrusionOk="0">
                  <a:moveTo>
                    <a:pt x="9454" y="1"/>
                  </a:moveTo>
                  <a:lnTo>
                    <a:pt x="1" y="9424"/>
                  </a:lnTo>
                  <a:lnTo>
                    <a:pt x="1581" y="11004"/>
                  </a:lnTo>
                  <a:lnTo>
                    <a:pt x="11004" y="1581"/>
                  </a:lnTo>
                  <a:lnTo>
                    <a:pt x="94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2598;p52">
              <a:extLst>
                <a:ext uri="{FF2B5EF4-FFF2-40B4-BE49-F238E27FC236}">
                  <a16:creationId xmlns:a16="http://schemas.microsoft.com/office/drawing/2014/main" id="{B9CDE3A4-4B5A-C5CF-C9E3-B9366CDB0C9C}"/>
                </a:ext>
              </a:extLst>
            </p:cNvPr>
            <p:cNvSpPr/>
            <p:nvPr/>
          </p:nvSpPr>
          <p:spPr>
            <a:xfrm>
              <a:off x="1990242" y="1285421"/>
              <a:ext cx="316568" cy="317393"/>
            </a:xfrm>
            <a:custGeom>
              <a:avLst/>
              <a:gdLst/>
              <a:ahLst/>
              <a:cxnLst/>
              <a:rect l="l" t="t" r="r" b="b"/>
              <a:pathLst>
                <a:path w="11521" h="11551" extrusionOk="0">
                  <a:moveTo>
                    <a:pt x="9697" y="547"/>
                  </a:moveTo>
                  <a:lnTo>
                    <a:pt x="10973" y="1854"/>
                  </a:lnTo>
                  <a:lnTo>
                    <a:pt x="1824" y="11004"/>
                  </a:lnTo>
                  <a:lnTo>
                    <a:pt x="548" y="9697"/>
                  </a:lnTo>
                  <a:lnTo>
                    <a:pt x="9697" y="547"/>
                  </a:lnTo>
                  <a:close/>
                  <a:moveTo>
                    <a:pt x="9697" y="0"/>
                  </a:moveTo>
                  <a:lnTo>
                    <a:pt x="0" y="9697"/>
                  </a:lnTo>
                  <a:lnTo>
                    <a:pt x="1824" y="11551"/>
                  </a:lnTo>
                  <a:lnTo>
                    <a:pt x="11520" y="1854"/>
                  </a:lnTo>
                  <a:lnTo>
                    <a:pt x="96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worst bugs are the quiet 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4800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 dirty="0">
                <a:solidFill>
                  <a:srgbClr val="707BE0"/>
                </a:solidFill>
                <a:latin typeface="Maven Pro"/>
              </a:rPr>
              <a:t>•  </a:t>
            </a:r>
            <a:r>
              <a:rPr sz="1200" b="1" i="0" dirty="0">
                <a:solidFill>
                  <a:srgbClr val="181818"/>
                </a:solidFill>
                <a:latin typeface="Maven Pro"/>
              </a:rPr>
              <a:t>The customer pays, the API says 200 OK</a:t>
            </a:r>
            <a:r>
              <a:rPr lang="en-US" sz="1200" b="1" i="0" dirty="0">
                <a:solidFill>
                  <a:srgbClr val="181818"/>
                </a:solidFill>
                <a:latin typeface="Maven Pro"/>
              </a:rPr>
              <a:t>,</a:t>
            </a:r>
            <a:r>
              <a:rPr sz="1200" b="1" i="0" dirty="0">
                <a:solidFill>
                  <a:srgbClr val="181818"/>
                </a:solidFill>
                <a:latin typeface="Maven Pro"/>
              </a:rPr>
              <a:t> </a:t>
            </a:r>
            <a:r>
              <a:rPr sz="1200" b="0" i="0" dirty="0">
                <a:solidFill>
                  <a:srgbClr val="435D74"/>
                </a:solidFill>
                <a:latin typeface="Maven Pro"/>
              </a:rPr>
              <a:t>but the subscription never activates and no email goes out. Nothing looks wrong.</a:t>
            </a:r>
          </a:p>
          <a:p>
            <a:pPr>
              <a:spcAft>
                <a:spcPts val="1200"/>
              </a:spcAft>
            </a:pPr>
            <a:r>
              <a:rPr sz="1200" b="1" i="0" dirty="0">
                <a:solidFill>
                  <a:srgbClr val="707BE0"/>
                </a:solidFill>
                <a:latin typeface="Maven Pro"/>
              </a:rPr>
              <a:t>•  </a:t>
            </a:r>
            <a:r>
              <a:rPr sz="1200" b="1" i="0" dirty="0">
                <a:solidFill>
                  <a:srgbClr val="181818"/>
                </a:solidFill>
                <a:latin typeface="Maven Pro"/>
              </a:rPr>
              <a:t>The clues are scattered </a:t>
            </a:r>
            <a:r>
              <a:rPr sz="1200" b="0" i="0" dirty="0">
                <a:solidFill>
                  <a:srgbClr val="435D74"/>
                </a:solidFill>
                <a:latin typeface="Maven Pro"/>
              </a:rPr>
              <a:t>across three log files in three different formats.</a:t>
            </a:r>
          </a:p>
          <a:p>
            <a:pPr>
              <a:spcAft>
                <a:spcPts val="1200"/>
              </a:spcAft>
            </a:pPr>
            <a:r>
              <a:rPr sz="1200" b="1" i="0" dirty="0">
                <a:solidFill>
                  <a:srgbClr val="707BE0"/>
                </a:solidFill>
                <a:latin typeface="Maven Pro"/>
              </a:rPr>
              <a:t>•  </a:t>
            </a:r>
            <a:r>
              <a:rPr lang="en-US" sz="1200" b="1" dirty="0">
                <a:solidFill>
                  <a:srgbClr val="181818"/>
                </a:solidFill>
                <a:latin typeface="Maven Pro"/>
              </a:rPr>
              <a:t>In</a:t>
            </a:r>
            <a:r>
              <a:rPr sz="1200" b="1" i="0" dirty="0">
                <a:solidFill>
                  <a:srgbClr val="181818"/>
                </a:solidFill>
                <a:latin typeface="Maven Pro"/>
              </a:rPr>
              <a:t> a manual hunt</a:t>
            </a:r>
            <a:r>
              <a:rPr lang="en-US" sz="1200" b="1" i="0" dirty="0">
                <a:solidFill>
                  <a:srgbClr val="181818"/>
                </a:solidFill>
                <a:latin typeface="Maven Pro"/>
              </a:rPr>
              <a:t>,</a:t>
            </a:r>
            <a:r>
              <a:rPr sz="1200" b="1" i="0" dirty="0">
                <a:solidFill>
                  <a:srgbClr val="181818"/>
                </a:solidFill>
                <a:latin typeface="Maven Pro"/>
              </a:rPr>
              <a:t> </a:t>
            </a:r>
            <a:r>
              <a:rPr sz="1200" b="0" i="0" dirty="0">
                <a:solidFill>
                  <a:srgbClr val="435D74"/>
                </a:solidFill>
                <a:latin typeface="Maven Pro"/>
              </a:rPr>
              <a:t>an engineer greps each file and rebuilds the story line by line. It takes hours.</a:t>
            </a:r>
          </a:p>
          <a:p>
            <a:pPr>
              <a:spcAft>
                <a:spcPts val="1200"/>
              </a:spcAft>
            </a:pPr>
            <a:r>
              <a:rPr sz="1200" b="1" i="0" dirty="0">
                <a:solidFill>
                  <a:srgbClr val="707BE0"/>
                </a:solidFill>
                <a:latin typeface="Maven Pro"/>
              </a:rPr>
              <a:t>•  </a:t>
            </a:r>
            <a:r>
              <a:rPr sz="1200" b="1" i="0" dirty="0">
                <a:solidFill>
                  <a:srgbClr val="181818"/>
                </a:solidFill>
                <a:latin typeface="Maven Pro"/>
              </a:rPr>
              <a:t>The biggest clue is a missing log line. </a:t>
            </a:r>
            <a:r>
              <a:rPr sz="1200" b="0" i="0" dirty="0">
                <a:solidFill>
                  <a:srgbClr val="435D74"/>
                </a:solidFill>
                <a:latin typeface="Maven Pro"/>
              </a:rPr>
              <a:t>and grep cannot find what is not there.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371600"/>
            <a:ext cx="3063240" cy="2926080"/>
          </a:xfrm>
          <a:prstGeom prst="roundRect">
            <a:avLst>
              <a:gd name="adj" fmla="val 6000"/>
            </a:avLst>
          </a:prstGeom>
          <a:solidFill>
            <a:srgbClr val="E3E9ED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79008" y="1554480"/>
            <a:ext cx="26517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707BE0"/>
                </a:solidFill>
                <a:latin typeface="Maven Pro"/>
              </a:rPr>
              <a:t>“</a:t>
            </a:r>
          </a:p>
          <a:p>
            <a:r>
              <a:rPr sz="1350" b="0" i="1">
                <a:solidFill>
                  <a:srgbClr val="181818"/>
                </a:solidFill>
                <a:latin typeface="Maven Pro"/>
              </a:rPr>
              <a:t>I was charged but my subscription still shows expired, and no confirmation email arrived.</a:t>
            </a:r>
          </a:p>
          <a:p>
            <a:pPr>
              <a:spcBef>
                <a:spcPts val="1000"/>
              </a:spcBef>
            </a:pPr>
            <a:r>
              <a:rPr sz="950" b="0" i="0">
                <a:solidFill>
                  <a:srgbClr val="5F8195"/>
                </a:solidFill>
                <a:latin typeface="Maven Pro"/>
              </a:rPr>
              <a:t>The support ticket that starts a multi-hour log dig.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148" y="609092"/>
            <a:ext cx="7704000" cy="572700"/>
          </a:xfrm>
        </p:spPr>
        <p:txBody>
          <a:bodyPr/>
          <a:lstStyle/>
          <a:p>
            <a:r>
              <a:rPr sz="2800" dirty="0"/>
              <a:t>Paste the complaint. Get the root cause.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28156"/>
            <a:ext cx="1883664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 i="0" dirty="0">
                <a:solidFill>
                  <a:srgbClr val="181818"/>
                </a:solidFill>
                <a:latin typeface="Maven Pro"/>
              </a:rPr>
              <a:t>1. Ingest</a:t>
            </a:r>
          </a:p>
          <a:p>
            <a:pPr algn="ctr"/>
            <a:r>
              <a:rPr sz="900" b="0" i="0" dirty="0">
                <a:solidFill>
                  <a:srgbClr val="435D74"/>
                </a:solidFill>
                <a:latin typeface="Maven Pro"/>
              </a:rPr>
              <a:t>all 3 log formats go into one searchable store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86584" y="2122516"/>
            <a:ext cx="228600" cy="0"/>
          </a:xfrm>
          <a:prstGeom prst="line">
            <a:avLst/>
          </a:prstGeom>
          <a:ln w="22225">
            <a:solidFill>
              <a:srgbClr val="707BE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15184" y="1528156"/>
            <a:ext cx="1883664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2. Investigate</a:t>
            </a:r>
          </a:p>
          <a:p>
            <a:pPr algn="ctr"/>
            <a:r>
              <a:rPr sz="900" b="0" i="0">
                <a:solidFill>
                  <a:srgbClr val="435D74"/>
                </a:solidFill>
                <a:latin typeface="Maven Pro"/>
              </a:rPr>
              <a:t>an AI agent digs through the logs like an engineer would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98848" y="2122516"/>
            <a:ext cx="228600" cy="0"/>
          </a:xfrm>
          <a:prstGeom prst="line">
            <a:avLst/>
          </a:prstGeom>
          <a:ln w="22225">
            <a:solidFill>
              <a:srgbClr val="707BE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27448" y="1528156"/>
            <a:ext cx="1883664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 i="0" dirty="0">
                <a:solidFill>
                  <a:srgbClr val="181818"/>
                </a:solidFill>
                <a:latin typeface="Maven Pro"/>
              </a:rPr>
              <a:t>3. Pin the code</a:t>
            </a:r>
          </a:p>
          <a:p>
            <a:pPr algn="ctr"/>
            <a:r>
              <a:rPr sz="900" b="0" i="0" dirty="0">
                <a:solidFill>
                  <a:srgbClr val="435D74"/>
                </a:solidFill>
                <a:latin typeface="Maven Pro"/>
              </a:rPr>
              <a:t>the failure is traced to an exact file and line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11112" y="2122516"/>
            <a:ext cx="228600" cy="0"/>
          </a:xfrm>
          <a:prstGeom prst="line">
            <a:avLst/>
          </a:prstGeom>
          <a:ln w="22225">
            <a:solidFill>
              <a:srgbClr val="707BE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39712" y="1528156"/>
            <a:ext cx="1883664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4. Report</a:t>
            </a:r>
          </a:p>
          <a:p>
            <a:pPr algn="ctr"/>
            <a:r>
              <a:rPr sz="900" b="0" i="0">
                <a:solidFill>
                  <a:srgbClr val="435D74"/>
                </a:solidFill>
                <a:latin typeface="Maven Pro"/>
              </a:rPr>
              <a:t>a full RCA with real log evidence and a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81818"/>
                </a:solidFill>
                <a:latin typeface="Maven Pro"/>
              </a:rPr>
              <a:t>One command, end to end: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8138160" cy="960120"/>
          </a:xfrm>
          <a:prstGeom prst="roundRect">
            <a:avLst>
              <a:gd name="adj" fmla="val 5000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82296" rIns="137160" bIns="82296" rtlCol="0" anchor="ctr"/>
          <a:lstStyle/>
          <a:p>
            <a:pPr algn="ctr">
              <a:spcAft>
                <a:spcPts val="150"/>
              </a:spcAft>
            </a:pPr>
            <a:r>
              <a:rPr sz="1050" b="0" i="0" dirty="0">
                <a:solidFill>
                  <a:srgbClr val="E3E9ED"/>
                </a:solidFill>
                <a:latin typeface="Courier New"/>
              </a:rPr>
              <a:t>$ python src/pipeline.py "Customer USR-95005 says they were charged but th</a:t>
            </a:r>
            <a:r>
              <a:rPr lang="en-US" sz="1050" b="0" i="0" dirty="0">
                <a:solidFill>
                  <a:srgbClr val="E3E9ED"/>
                </a:solidFill>
                <a:latin typeface="Courier New"/>
              </a:rPr>
              <a:t>e</a:t>
            </a:r>
            <a:endParaRPr sz="1050" b="0" i="0" dirty="0">
              <a:solidFill>
                <a:srgbClr val="E3E9ED"/>
              </a:solidFill>
              <a:latin typeface="Courier New"/>
            </a:endParaRPr>
          </a:p>
          <a:p>
            <a:pPr>
              <a:spcAft>
                <a:spcPts val="150"/>
              </a:spcAft>
            </a:pPr>
            <a:r>
              <a:rPr sz="1050" b="0" i="0" dirty="0">
                <a:solidFill>
                  <a:srgbClr val="E3E9ED"/>
                </a:solidFill>
                <a:latin typeface="Courier New"/>
              </a:rPr>
              <a:t>   </a:t>
            </a:r>
            <a:r>
              <a:rPr lang="en-US" sz="1050" b="0" i="0" dirty="0">
                <a:solidFill>
                  <a:srgbClr val="E3E9ED"/>
                </a:solidFill>
                <a:latin typeface="Courier New"/>
              </a:rPr>
              <a:t>          </a:t>
            </a:r>
            <a:r>
              <a:rPr sz="1050" b="0" i="0" dirty="0">
                <a:solidFill>
                  <a:srgbClr val="E3E9ED"/>
                </a:solidFill>
                <a:latin typeface="Courier New"/>
              </a:rPr>
              <a:t>subscription still shows expired and no email arrived"</a:t>
            </a:r>
          </a:p>
          <a:p>
            <a:pPr>
              <a:spcAft>
                <a:spcPts val="150"/>
              </a:spcAft>
            </a:pPr>
            <a:r>
              <a:rPr sz="1050" b="0" i="0" dirty="0">
                <a:solidFill>
                  <a:srgbClr val="86EFAC"/>
                </a:solidFill>
                <a:latin typeface="Courier New"/>
              </a:rPr>
              <a:t>→ reports/rca_TXN-0F14D1C5530B.md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c</a:t>
            </a:r>
            <a:r>
              <a:rPr dirty="0"/>
              <a:t>harged, but never activated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OUR DEMO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406908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150" b="1" i="0" dirty="0">
                <a:solidFill>
                  <a:srgbClr val="707BE0"/>
                </a:solidFill>
                <a:latin typeface="Maven Pro"/>
              </a:rPr>
              <a:t>•  </a:t>
            </a:r>
            <a:r>
              <a:rPr sz="1150" b="1" i="0" dirty="0">
                <a:solidFill>
                  <a:srgbClr val="181818"/>
                </a:solidFill>
                <a:latin typeface="Maven Pro"/>
              </a:rPr>
              <a:t>Payment goes through. </a:t>
            </a:r>
            <a:r>
              <a:rPr sz="1150" b="0" i="0" dirty="0" err="1">
                <a:solidFill>
                  <a:srgbClr val="435D74"/>
                </a:solidFill>
                <a:latin typeface="Maven Pro"/>
              </a:rPr>
              <a:t>Stri</a:t>
            </a:r>
            <a:r>
              <a:rPr lang="en-US" sz="1150" dirty="0" err="1">
                <a:solidFill>
                  <a:srgbClr val="435D74"/>
                </a:solidFill>
                <a:latin typeface="Maven Pro"/>
              </a:rPr>
              <a:t>v</a:t>
            </a:r>
            <a:r>
              <a:rPr sz="1150" b="0" i="0" dirty="0" err="1">
                <a:solidFill>
                  <a:srgbClr val="435D74"/>
                </a:solidFill>
                <a:latin typeface="Maven Pro"/>
              </a:rPr>
              <a:t>ePay</a:t>
            </a:r>
            <a:r>
              <a:rPr sz="1150" b="0" i="0" dirty="0">
                <a:solidFill>
                  <a:srgbClr val="435D74"/>
                </a:solidFill>
                <a:latin typeface="Maven Pro"/>
              </a:rPr>
              <a:t> approves the charge.</a:t>
            </a:r>
          </a:p>
          <a:p>
            <a:pPr>
              <a:spcAft>
                <a:spcPts val="1100"/>
              </a:spcAft>
            </a:pPr>
            <a:r>
              <a:rPr sz="1150" b="1" i="0" dirty="0">
                <a:solidFill>
                  <a:srgbClr val="707BE0"/>
                </a:solidFill>
                <a:latin typeface="Maven Pro"/>
              </a:rPr>
              <a:t>•  </a:t>
            </a:r>
            <a:r>
              <a:rPr sz="1150" b="1" i="0" dirty="0">
                <a:solidFill>
                  <a:srgbClr val="181818"/>
                </a:solidFill>
                <a:latin typeface="Maven Pro"/>
              </a:rPr>
              <a:t>The database is overloaded. </a:t>
            </a:r>
            <a:r>
              <a:rPr sz="1150" b="0" i="0" dirty="0">
                <a:solidFill>
                  <a:srgbClr val="435D74"/>
                </a:solidFill>
                <a:latin typeface="Maven Pro"/>
              </a:rPr>
              <a:t>the subscription update times out.</a:t>
            </a:r>
          </a:p>
          <a:p>
            <a:pPr>
              <a:spcAft>
                <a:spcPts val="1100"/>
              </a:spcAft>
            </a:pPr>
            <a:r>
              <a:rPr sz="1150" b="1" i="0" dirty="0">
                <a:solidFill>
                  <a:srgbClr val="707BE0"/>
                </a:solidFill>
                <a:latin typeface="Maven Pro"/>
              </a:rPr>
              <a:t>•  </a:t>
            </a:r>
            <a:r>
              <a:rPr sz="1150" b="1" i="0" dirty="0">
                <a:solidFill>
                  <a:srgbClr val="181818"/>
                </a:solidFill>
                <a:latin typeface="Maven Pro"/>
              </a:rPr>
              <a:t>The code swallows the error. </a:t>
            </a:r>
            <a:r>
              <a:rPr sz="1150" b="0" i="0" dirty="0">
                <a:solidFill>
                  <a:srgbClr val="435D74"/>
                </a:solidFill>
                <a:latin typeface="Maven Pro"/>
              </a:rPr>
              <a:t>a bare except-pass hides the failure.</a:t>
            </a:r>
          </a:p>
          <a:p>
            <a:pPr>
              <a:spcAft>
                <a:spcPts val="1100"/>
              </a:spcAft>
            </a:pPr>
            <a:r>
              <a:rPr sz="1150" b="1" i="0" dirty="0">
                <a:solidFill>
                  <a:srgbClr val="707BE0"/>
                </a:solidFill>
                <a:latin typeface="Maven Pro"/>
              </a:rPr>
              <a:t>•  </a:t>
            </a:r>
            <a:r>
              <a:rPr sz="1150" b="1" i="0" dirty="0">
                <a:solidFill>
                  <a:srgbClr val="181818"/>
                </a:solidFill>
                <a:latin typeface="Maven Pro"/>
              </a:rPr>
              <a:t>So everything looks fine. </a:t>
            </a:r>
            <a:r>
              <a:rPr sz="1150" b="0" i="0" dirty="0">
                <a:solidFill>
                  <a:srgbClr val="435D74"/>
                </a:solidFill>
                <a:latin typeface="Maven Pro"/>
              </a:rPr>
              <a:t>the API returns 200 OK. The customer paid and got nothing.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371600"/>
            <a:ext cx="3977639" cy="2286000"/>
          </a:xfrm>
          <a:prstGeom prst="roundRect">
            <a:avLst>
              <a:gd name="adj" fmla="val 5000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82296" rIns="137160" bIns="82296" rtlCol="0" anchor="ctr"/>
          <a:lstStyle/>
          <a:p>
            <a:pPr algn="ctr">
              <a:spcAft>
                <a:spcPts val="150"/>
              </a:spcAft>
            </a:pPr>
            <a:r>
              <a:rPr sz="900" b="0" i="0" dirty="0">
                <a:solidFill>
                  <a:srgbClr val="E3E9ED"/>
                </a:solidFill>
                <a:latin typeface="Courier New"/>
              </a:rPr>
              <a:t>09:39:08 INFO  </a:t>
            </a:r>
            <a:r>
              <a:rPr sz="900" b="0" i="0" dirty="0" err="1">
                <a:solidFill>
                  <a:srgbClr val="E3E9ED"/>
                </a:solidFill>
                <a:latin typeface="Courier New"/>
              </a:rPr>
              <a:t>api</a:t>
            </a:r>
            <a:r>
              <a:rPr sz="900" b="0" i="0" dirty="0">
                <a:solidFill>
                  <a:srgbClr val="E3E9ED"/>
                </a:solidFill>
                <a:latin typeface="Courier New"/>
              </a:rPr>
              <a:t>   POST /subscriptions/renew</a:t>
            </a:r>
          </a:p>
          <a:p>
            <a:pPr>
              <a:spcAft>
                <a:spcPts val="150"/>
              </a:spcAft>
            </a:pPr>
            <a:r>
              <a:rPr sz="900" b="0" i="0" dirty="0">
                <a:solidFill>
                  <a:srgbClr val="86EFAC"/>
                </a:solidFill>
                <a:latin typeface="Courier New"/>
              </a:rPr>
              <a:t>09:39:09 INFO  pay   charge APPROVED (</a:t>
            </a:r>
            <a:r>
              <a:rPr sz="900" b="0" i="0" dirty="0" err="1">
                <a:solidFill>
                  <a:srgbClr val="86EFAC"/>
                </a:solidFill>
                <a:latin typeface="Courier New"/>
              </a:rPr>
              <a:t>StrivePay</a:t>
            </a:r>
            <a:r>
              <a:rPr sz="900" b="0" i="0" dirty="0">
                <a:solidFill>
                  <a:srgbClr val="86EFAC"/>
                </a:solidFill>
                <a:latin typeface="Courier New"/>
              </a:rPr>
              <a:t>)</a:t>
            </a:r>
          </a:p>
          <a:p>
            <a:pPr>
              <a:spcAft>
                <a:spcPts val="150"/>
              </a:spcAft>
            </a:pPr>
            <a:r>
              <a:rPr sz="900" b="0" i="0" dirty="0">
                <a:solidFill>
                  <a:srgbClr val="E3E9ED"/>
                </a:solidFill>
                <a:latin typeface="Courier New"/>
              </a:rPr>
              <a:t>09:39:09 INFO  subs  Renewing [USR-95005]</a:t>
            </a:r>
          </a:p>
          <a:p>
            <a:pPr>
              <a:spcAft>
                <a:spcPts val="150"/>
              </a:spcAft>
            </a:pPr>
            <a:r>
              <a:rPr sz="900" b="0" i="0" dirty="0">
                <a:solidFill>
                  <a:srgbClr val="FCA5A5"/>
                </a:solidFill>
                <a:latin typeface="Courier New"/>
              </a:rPr>
              <a:t>09:39:14 ERROR </a:t>
            </a:r>
            <a:r>
              <a:rPr sz="900" b="0" i="0" dirty="0" err="1">
                <a:solidFill>
                  <a:srgbClr val="FCA5A5"/>
                </a:solidFill>
                <a:latin typeface="Courier New"/>
              </a:rPr>
              <a:t>db</a:t>
            </a:r>
            <a:r>
              <a:rPr sz="900" b="0" i="0" dirty="0">
                <a:solidFill>
                  <a:srgbClr val="FCA5A5"/>
                </a:solidFill>
                <a:latin typeface="Courier New"/>
              </a:rPr>
              <a:t>    'subscriptions-</a:t>
            </a:r>
            <a:r>
              <a:rPr sz="900" b="0" i="0" dirty="0" err="1">
                <a:solidFill>
                  <a:srgbClr val="FCA5A5"/>
                </a:solidFill>
                <a:latin typeface="Courier New"/>
              </a:rPr>
              <a:t>db</a:t>
            </a:r>
            <a:r>
              <a:rPr sz="900" b="0" i="0" dirty="0">
                <a:solidFill>
                  <a:srgbClr val="FCA5A5"/>
                </a:solidFill>
                <a:latin typeface="Courier New"/>
              </a:rPr>
              <a:t>' exhausted</a:t>
            </a:r>
          </a:p>
          <a:p>
            <a:pPr>
              <a:spcAft>
                <a:spcPts val="150"/>
              </a:spcAft>
            </a:pPr>
            <a:r>
              <a:rPr sz="900" b="0" i="0" dirty="0">
                <a:solidFill>
                  <a:srgbClr val="E3E9ED"/>
                </a:solidFill>
                <a:latin typeface="Courier New"/>
              </a:rPr>
              <a:t>09:39:14 INFO  </a:t>
            </a:r>
            <a:r>
              <a:rPr sz="900" b="0" i="0" dirty="0" err="1">
                <a:solidFill>
                  <a:srgbClr val="E3E9ED"/>
                </a:solidFill>
                <a:latin typeface="Courier New"/>
              </a:rPr>
              <a:t>api</a:t>
            </a:r>
            <a:r>
              <a:rPr sz="900" b="0" i="0" dirty="0">
                <a:solidFill>
                  <a:srgbClr val="E3E9ED"/>
                </a:solidFill>
                <a:latin typeface="Courier New"/>
              </a:rPr>
              <a:t>   200 OK</a:t>
            </a:r>
          </a:p>
          <a:p>
            <a:pPr>
              <a:spcAft>
                <a:spcPts val="150"/>
              </a:spcAft>
            </a:pPr>
            <a:endParaRPr sz="900" b="0" i="0" dirty="0">
              <a:solidFill>
                <a:srgbClr val="E3E9ED"/>
              </a:solidFill>
              <a:latin typeface="Courier New"/>
            </a:endParaRPr>
          </a:p>
          <a:p>
            <a:pPr>
              <a:spcAft>
                <a:spcPts val="150"/>
              </a:spcAft>
            </a:pPr>
            <a:r>
              <a:rPr sz="900" b="0" i="0" dirty="0">
                <a:solidFill>
                  <a:srgbClr val="FBBF24"/>
                </a:solidFill>
                <a:latin typeface="Courier New"/>
              </a:rPr>
              <a:t>  subscription set ACTIVE   ← NEVER HAPPENED</a:t>
            </a:r>
          </a:p>
          <a:p>
            <a:pPr>
              <a:spcAft>
                <a:spcPts val="150"/>
              </a:spcAft>
            </a:pPr>
            <a:r>
              <a:rPr sz="900" b="0" i="0" dirty="0">
                <a:solidFill>
                  <a:srgbClr val="FBBF24"/>
                </a:solidFill>
                <a:latin typeface="Courier New"/>
              </a:rPr>
              <a:t>  confirmation email sent   ← NEVER HAPPENED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11475"/>
            <a:ext cx="67724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 dirty="0">
                <a:solidFill>
                  <a:srgbClr val="181818"/>
                </a:solidFill>
                <a:latin typeface="Maven Pro"/>
              </a:rPr>
              <a:t>The giveaway is what's missing: </a:t>
            </a:r>
            <a:r>
              <a:rPr sz="1100" b="0" i="0" dirty="0">
                <a:solidFill>
                  <a:srgbClr val="435D74"/>
                </a:solidFill>
                <a:latin typeface="Maven Pro"/>
              </a:rPr>
              <a:t>the two log lines that should exist, don't.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you</a:t>
            </a:r>
            <a:r>
              <a:rPr lang="en-US" dirty="0"/>
              <a:t> will</a:t>
            </a:r>
            <a:r>
              <a:rPr dirty="0"/>
              <a:t>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LIVE DEMO</a:t>
            </a:r>
          </a:p>
        </p:txBody>
      </p:sp>
      <p:sp>
        <p:nvSpPr>
          <p:cNvPr id="4" name="Oval 3"/>
          <p:cNvSpPr/>
          <p:nvPr/>
        </p:nvSpPr>
        <p:spPr>
          <a:xfrm>
            <a:off x="512064" y="1371600"/>
            <a:ext cx="374904" cy="374904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ven Pr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325880"/>
            <a:ext cx="75895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 dirty="0">
                <a:solidFill>
                  <a:srgbClr val="181818"/>
                </a:solidFill>
                <a:latin typeface="Maven Pro"/>
              </a:rPr>
              <a:t>Paste the </a:t>
            </a:r>
            <a:r>
              <a:rPr lang="en-US" sz="1350" b="1" i="0" dirty="0">
                <a:solidFill>
                  <a:srgbClr val="181818"/>
                </a:solidFill>
                <a:latin typeface="Maven Pro"/>
              </a:rPr>
              <a:t>customer </a:t>
            </a:r>
            <a:r>
              <a:rPr sz="1350" b="1" i="0" dirty="0">
                <a:solidFill>
                  <a:srgbClr val="181818"/>
                </a:solidFill>
                <a:latin typeface="Maven Pro"/>
              </a:rPr>
              <a:t>complaint   </a:t>
            </a:r>
            <a:r>
              <a:rPr sz="1100" b="0" i="0" dirty="0">
                <a:solidFill>
                  <a:srgbClr val="435D74"/>
                </a:solidFill>
                <a:latin typeface="Maven Pro"/>
              </a:rPr>
              <a:t>plain English in the UI. No ticket numbers</a:t>
            </a:r>
            <a:r>
              <a:rPr lang="en-US" sz="1100" dirty="0">
                <a:solidFill>
                  <a:srgbClr val="435D74"/>
                </a:solidFill>
                <a:latin typeface="Maven Pro"/>
              </a:rPr>
              <a:t> or </a:t>
            </a:r>
            <a:r>
              <a:rPr sz="1100" b="0" i="0" dirty="0">
                <a:solidFill>
                  <a:srgbClr val="435D74"/>
                </a:solidFill>
                <a:latin typeface="Maven Pro"/>
              </a:rPr>
              <a:t>transaction IDs.</a:t>
            </a:r>
          </a:p>
        </p:txBody>
      </p:sp>
      <p:sp>
        <p:nvSpPr>
          <p:cNvPr id="6" name="Oval 5"/>
          <p:cNvSpPr/>
          <p:nvPr/>
        </p:nvSpPr>
        <p:spPr>
          <a:xfrm>
            <a:off x="512064" y="2185416"/>
            <a:ext cx="374904" cy="374904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ven Pr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758952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 dirty="0">
                <a:solidFill>
                  <a:srgbClr val="181818"/>
                </a:solidFill>
                <a:latin typeface="Maven Pro"/>
              </a:rPr>
              <a:t>Watch the AI investigate   </a:t>
            </a:r>
            <a:r>
              <a:rPr sz="1100" b="0" i="0" dirty="0">
                <a:solidFill>
                  <a:srgbClr val="435D74"/>
                </a:solidFill>
                <a:latin typeface="Maven Pro"/>
              </a:rPr>
              <a:t>it finds the user, picks the suspicious transaction, and pulls the timeline. </a:t>
            </a:r>
          </a:p>
        </p:txBody>
      </p:sp>
      <p:sp>
        <p:nvSpPr>
          <p:cNvPr id="8" name="Oval 7"/>
          <p:cNvSpPr/>
          <p:nvPr/>
        </p:nvSpPr>
        <p:spPr>
          <a:xfrm>
            <a:off x="512064" y="2999232"/>
            <a:ext cx="374904" cy="374904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ven Pro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53512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81818"/>
                </a:solidFill>
                <a:latin typeface="Maven Pro"/>
              </a:rPr>
              <a:t>Read the RCA  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root cause, impact, fixes, and the guilty line of code, backed by real log lines.</a:t>
            </a:r>
          </a:p>
        </p:txBody>
      </p:sp>
      <p:sp>
        <p:nvSpPr>
          <p:cNvPr id="10" name="Oval 9"/>
          <p:cNvSpPr/>
          <p:nvPr/>
        </p:nvSpPr>
        <p:spPr>
          <a:xfrm>
            <a:off x="512064" y="3813048"/>
            <a:ext cx="374904" cy="374904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ven Pro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67328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81818"/>
                </a:solidFill>
                <a:latin typeface="Maven Pro"/>
              </a:rPr>
              <a:t>See the journey diagram  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the whole transaction in one picture, with the missing steps drawn as dashed arrows.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RCA a human would sign off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THE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720" y="1567180"/>
            <a:ext cx="5257800" cy="3337560"/>
          </a:xfrm>
          <a:prstGeom prst="roundRect">
            <a:avLst>
              <a:gd name="adj" fmla="val 5000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82296" rIns="137160" bIns="82296" rtlCol="0" anchor="ctr"/>
          <a:lstStyle/>
          <a:p>
            <a:pPr algn="ctr">
              <a:spcAft>
                <a:spcPts val="150"/>
              </a:spcAft>
            </a:pPr>
            <a:r>
              <a:rPr sz="900" b="0" i="0">
                <a:solidFill>
                  <a:srgbClr val="A5B4FC"/>
                </a:solidFill>
                <a:latin typeface="Courier New"/>
              </a:rPr>
              <a:t>## Root cause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>DB connection pool exhausted during renewal. SubscriptionService.renew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>catches and hides ALL exceptions, so state falls out of sync.</a:t>
            </a:r>
          </a:p>
          <a:p>
            <a:pPr>
              <a:spcAft>
                <a:spcPts val="150"/>
              </a:spcAft>
            </a:pPr>
            <a:endParaRPr sz="900" b="0" i="0">
              <a:solidFill>
                <a:srgbClr val="E3E9ED"/>
              </a:solidFill>
              <a:latin typeface="Courier New"/>
            </a:endParaRP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A5B4FC"/>
                </a:solidFill>
                <a:latin typeface="Courier New"/>
              </a:rPr>
              <a:t>## Code location: app/services/subscription_service.py:38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FCA5A5"/>
                </a:solidFill>
                <a:latin typeface="Courier New"/>
              </a:rPr>
              <a:t>  38 |   except Exception: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FCA5A5"/>
                </a:solidFill>
                <a:latin typeface="Courier New"/>
              </a:rPr>
              <a:t>  39 |     # TODO(mike): add retry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FCA5A5"/>
                </a:solidFill>
                <a:latin typeface="Courier New"/>
              </a:rPr>
              <a:t>  40 |     pass</a:t>
            </a:r>
          </a:p>
          <a:p>
            <a:pPr>
              <a:spcAft>
                <a:spcPts val="150"/>
              </a:spcAft>
            </a:pPr>
            <a:endParaRPr sz="900" b="0" i="0">
              <a:solidFill>
                <a:srgbClr val="FCA5A5"/>
              </a:solidFill>
              <a:latin typeface="Courier New"/>
            </a:endParaRP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A5B4FC"/>
                </a:solidFill>
                <a:latin typeface="Courier New"/>
              </a:rPr>
              <a:t>## Log evidence (copied straight from the logs)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>09:39:09 INFO  [subscriptions] Renewing [USR-95005, ...]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>09:39:14 ERROR [db] pool exhausted (10/10 in use)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46304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100" b="1" i="0">
                <a:solidFill>
                  <a:srgbClr val="181818"/>
                </a:solidFill>
                <a:latin typeface="Maven Pro"/>
              </a:rPr>
              <a:t>Root cause.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in plain language, tied to code.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100" b="1" i="0">
                <a:solidFill>
                  <a:srgbClr val="181818"/>
                </a:solidFill>
                <a:latin typeface="Maven Pro"/>
              </a:rPr>
              <a:t>The guilty line.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exact file and line number.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100" b="1" i="0">
                <a:solidFill>
                  <a:srgbClr val="181818"/>
                </a:solidFill>
                <a:latin typeface="Maven Pro"/>
              </a:rPr>
              <a:t>Fixes.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a quick patch and a proper long-term fix.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100" b="1" i="0">
                <a:solidFill>
                  <a:srgbClr val="181818"/>
                </a:solidFill>
                <a:latin typeface="Maven Pro"/>
              </a:rPr>
              <a:t>A diagram.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the whole story in one picture.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simple stages, one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63040"/>
            <a:ext cx="1508760" cy="1033271"/>
          </a:xfrm>
          <a:prstGeom prst="roundRect">
            <a:avLst>
              <a:gd name="adj" fmla="val 12000"/>
            </a:avLst>
          </a:prstGeom>
          <a:solidFill>
            <a:srgbClr val="E3E9ED"/>
          </a:solidFill>
          <a:ln w="15875">
            <a:solidFill>
              <a:srgbClr val="5F8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Log sources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app.log · transactions.json · monitoring.log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1984248"/>
            <a:ext cx="310896" cy="0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31136" y="1463040"/>
            <a:ext cx="1508760" cy="10332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Ingestion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parse + normalize into one schema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9896" y="1984248"/>
            <a:ext cx="310895" cy="0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50791" y="1463040"/>
            <a:ext cx="1508760" cy="1033271"/>
          </a:xfrm>
          <a:prstGeom prst="roundRect">
            <a:avLst>
              <a:gd name="adj" fmla="val 12000"/>
            </a:avLst>
          </a:prstGeom>
          <a:solidFill>
            <a:srgbClr val="E3E9ED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Elasticsearch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one searchable log store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59552" y="1984248"/>
            <a:ext cx="301752" cy="0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61304" y="1463040"/>
            <a:ext cx="1609344" cy="10332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AI investigator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Gemini agent, 4 log query tools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70648" y="1984248"/>
            <a:ext cx="310896" cy="0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81544" y="1463040"/>
            <a:ext cx="1033271" cy="1033271"/>
          </a:xfrm>
          <a:prstGeom prst="roundRect">
            <a:avLst>
              <a:gd name="adj" fmla="val 12000"/>
            </a:avLst>
          </a:prstGeom>
          <a:solidFill>
            <a:srgbClr val="E3E9ED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Failure point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+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3255264"/>
            <a:ext cx="1719072" cy="10332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Code correlator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GitPython finds the file and 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3255264"/>
            <a:ext cx="1719072" cy="10332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RCA generator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writes cause, impact, fixes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3255264"/>
            <a:ext cx="1856231" cy="1033271"/>
          </a:xfrm>
          <a:prstGeom prst="roundRect">
            <a:avLst>
              <a:gd name="adj" fmla="val 12000"/>
            </a:avLst>
          </a:prstGeom>
          <a:solidFill>
            <a:srgbClr val="E3E9ED"/>
          </a:solidFill>
          <a:ln w="1587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RCA report + diagram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with evidence attached</a:t>
            </a:r>
          </a:p>
        </p:txBody>
      </p:sp>
      <p:cxnSp>
        <p:nvCxnSpPr>
          <p:cNvPr id="16" name="Connector 15"/>
          <p:cNvCxnSpPr>
            <a:cxnSpLocks/>
            <a:endCxn id="13" idx="0"/>
          </p:cNvCxnSpPr>
          <p:nvPr/>
        </p:nvCxnSpPr>
        <p:spPr>
          <a:xfrm flipH="1">
            <a:off x="2368296" y="2496312"/>
            <a:ext cx="5925312" cy="758952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27832" y="3767328"/>
            <a:ext cx="475488" cy="0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22392" y="3767328"/>
            <a:ext cx="475488" cy="0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4526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F8195"/>
                </a:solidFill>
                <a:latin typeface="Maven Pro"/>
              </a:rPr>
              <a:t>The stages are independent: swap in a different bug or codebase and the same pipeline still 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Things we did on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KEY DECISIONS</a:t>
            </a:r>
          </a:p>
        </p:txBody>
      </p:sp>
      <p:sp>
        <p:nvSpPr>
          <p:cNvPr id="4" name="Oval 3"/>
          <p:cNvSpPr/>
          <p:nvPr/>
        </p:nvSpPr>
        <p:spPr>
          <a:xfrm>
            <a:off x="512064" y="1380744"/>
            <a:ext cx="265176" cy="265176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ven Pro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16736"/>
            <a:ext cx="7726679" cy="638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 dirty="0">
                <a:solidFill>
                  <a:srgbClr val="181818"/>
                </a:solidFill>
                <a:latin typeface="Maven Pro"/>
              </a:rPr>
              <a:t>The AI picks its own queries. </a:t>
            </a:r>
            <a:endParaRPr lang="en-US" sz="1250" b="1" i="0" dirty="0">
              <a:solidFill>
                <a:srgbClr val="181818"/>
              </a:solidFill>
              <a:latin typeface="Maven Pro"/>
            </a:endParaRPr>
          </a:p>
          <a:p>
            <a:r>
              <a:rPr lang="en-US" sz="1150" dirty="0">
                <a:solidFill>
                  <a:srgbClr val="435D74"/>
                </a:solidFill>
                <a:latin typeface="Maven Pro"/>
              </a:rPr>
              <a:t>I</a:t>
            </a:r>
            <a:r>
              <a:rPr sz="1150" b="0" i="0" dirty="0">
                <a:solidFill>
                  <a:srgbClr val="435D74"/>
                </a:solidFill>
                <a:latin typeface="Maven Pro"/>
              </a:rPr>
              <a:t>t is an agent with 4 log tools, not a fixed script. It follows the evidence: complaint, then user, then transaction, then timeline.</a:t>
            </a:r>
          </a:p>
        </p:txBody>
      </p:sp>
      <p:sp>
        <p:nvSpPr>
          <p:cNvPr id="6" name="Oval 5"/>
          <p:cNvSpPr/>
          <p:nvPr/>
        </p:nvSpPr>
        <p:spPr>
          <a:xfrm>
            <a:off x="512064" y="2221992"/>
            <a:ext cx="265176" cy="265176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ven Pro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57984"/>
            <a:ext cx="7726679" cy="638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 dirty="0">
                <a:solidFill>
                  <a:srgbClr val="181818"/>
                </a:solidFill>
                <a:latin typeface="Maven Pro"/>
              </a:rPr>
              <a:t>The AI never writes evidence. </a:t>
            </a:r>
            <a:endParaRPr lang="en-US" sz="1150" dirty="0">
              <a:solidFill>
                <a:srgbClr val="435D74"/>
              </a:solidFill>
              <a:latin typeface="Maven Pro"/>
            </a:endParaRPr>
          </a:p>
          <a:p>
            <a:r>
              <a:rPr lang="en-US" sz="1150" b="0" i="0" dirty="0">
                <a:solidFill>
                  <a:srgbClr val="435D74"/>
                </a:solidFill>
                <a:latin typeface="Maven Pro"/>
              </a:rPr>
              <a:t>L</a:t>
            </a:r>
            <a:r>
              <a:rPr sz="1150" b="0" i="0" dirty="0">
                <a:solidFill>
                  <a:srgbClr val="435D74"/>
                </a:solidFill>
                <a:latin typeface="Maven Pro"/>
              </a:rPr>
              <a:t>og citations are copied, the code location comes from a Git search, the diagram is templated. The AI only writes the analysis.</a:t>
            </a:r>
          </a:p>
        </p:txBody>
      </p:sp>
      <p:sp>
        <p:nvSpPr>
          <p:cNvPr id="8" name="Oval 7"/>
          <p:cNvSpPr/>
          <p:nvPr/>
        </p:nvSpPr>
        <p:spPr>
          <a:xfrm>
            <a:off x="512064" y="3063240"/>
            <a:ext cx="265176" cy="265176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ven Pr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9232"/>
            <a:ext cx="7726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 dirty="0">
                <a:solidFill>
                  <a:srgbClr val="181818"/>
                </a:solidFill>
                <a:latin typeface="Maven Pro"/>
              </a:rPr>
              <a:t>It is allowed to say "nothing is wrong". </a:t>
            </a:r>
            <a:endParaRPr lang="en-US" sz="1150" dirty="0">
              <a:solidFill>
                <a:srgbClr val="435D74"/>
              </a:solidFill>
              <a:latin typeface="Maven Pro"/>
            </a:endParaRPr>
          </a:p>
          <a:p>
            <a:r>
              <a:rPr lang="en-US" sz="1150" b="0" i="0" dirty="0">
                <a:solidFill>
                  <a:srgbClr val="435D74"/>
                </a:solidFill>
                <a:latin typeface="Maven Pro"/>
              </a:rPr>
              <a:t>C</a:t>
            </a:r>
            <a:r>
              <a:rPr sz="1150" b="0" i="0" dirty="0">
                <a:solidFill>
                  <a:srgbClr val="435D74"/>
                </a:solidFill>
                <a:latin typeface="Maven Pro"/>
              </a:rPr>
              <a:t>lean transactions come back clean. It does not invent incidents.</a:t>
            </a:r>
          </a:p>
        </p:txBody>
      </p:sp>
      <p:sp>
        <p:nvSpPr>
          <p:cNvPr id="10" name="Oval 9"/>
          <p:cNvSpPr/>
          <p:nvPr/>
        </p:nvSpPr>
        <p:spPr>
          <a:xfrm>
            <a:off x="512064" y="3904488"/>
            <a:ext cx="265176" cy="265176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ven Pr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7726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dirty="0">
                <a:solidFill>
                  <a:srgbClr val="181818"/>
                </a:solidFill>
                <a:latin typeface="Maven Pro"/>
              </a:rPr>
              <a:t>Scoring system</a:t>
            </a:r>
            <a:endParaRPr lang="en-US" sz="1250" b="1" i="0" dirty="0">
              <a:solidFill>
                <a:srgbClr val="181818"/>
              </a:solidFill>
              <a:latin typeface="Maven Pro"/>
            </a:endParaRPr>
          </a:p>
          <a:p>
            <a:r>
              <a:rPr sz="1150" b="0" i="0" dirty="0">
                <a:solidFill>
                  <a:srgbClr val="435D74"/>
                </a:solidFill>
                <a:latin typeface="Maven Pro"/>
              </a:rPr>
              <a:t>9 test investigations against a hidden answer key, and every cited log line is checked to actually exist.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 Stack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300" b="1" i="0" dirty="0">
                <a:solidFill>
                  <a:srgbClr val="181818"/>
                </a:solidFill>
                <a:latin typeface="Maven Pro"/>
              </a:rPr>
              <a:t>Python</a:t>
            </a:r>
          </a:p>
          <a:p>
            <a:pPr algn="ctr"/>
            <a:r>
              <a:rPr lang="en-US" sz="1000" dirty="0">
                <a:solidFill>
                  <a:srgbClr val="435D74"/>
                </a:solidFill>
                <a:latin typeface="Maven Pro"/>
              </a:rPr>
              <a:t>T</a:t>
            </a:r>
            <a:r>
              <a:rPr sz="1000" b="0" i="0" dirty="0">
                <a:solidFill>
                  <a:srgbClr val="435D74"/>
                </a:solidFill>
                <a:latin typeface="Maven Pro"/>
              </a:rPr>
              <a:t>he whole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19272" y="1463040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300" b="1" i="0" dirty="0">
                <a:solidFill>
                  <a:srgbClr val="181818"/>
                </a:solidFill>
                <a:latin typeface="Maven Pro"/>
              </a:rPr>
              <a:t>Elasticsearch + Kibana</a:t>
            </a:r>
          </a:p>
          <a:p>
            <a:pPr algn="ctr"/>
            <a:r>
              <a:rPr lang="en-US" sz="1000" dirty="0">
                <a:solidFill>
                  <a:srgbClr val="435D74"/>
                </a:solidFill>
                <a:latin typeface="Maven Pro"/>
              </a:rPr>
              <a:t>L</a:t>
            </a:r>
            <a:r>
              <a:rPr sz="1000" b="0" i="0" dirty="0">
                <a:solidFill>
                  <a:srgbClr val="435D74"/>
                </a:solidFill>
                <a:latin typeface="Maven Pro"/>
              </a:rPr>
              <a:t>og store, via docker compose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35624" y="1463040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300" b="1" i="0" dirty="0">
                <a:solidFill>
                  <a:srgbClr val="181818"/>
                </a:solidFill>
                <a:latin typeface="Maven Pro"/>
              </a:rPr>
              <a:t>Gemini</a:t>
            </a:r>
          </a:p>
          <a:p>
            <a:pPr algn="ctr"/>
            <a:r>
              <a:rPr lang="en-US" sz="1000" dirty="0">
                <a:solidFill>
                  <a:srgbClr val="435D74"/>
                </a:solidFill>
                <a:latin typeface="Maven Pro"/>
              </a:rPr>
              <a:t>T</a:t>
            </a:r>
            <a:r>
              <a:rPr sz="1000" b="0" i="0" dirty="0">
                <a:solidFill>
                  <a:srgbClr val="435D74"/>
                </a:solidFill>
                <a:latin typeface="Maven Pro"/>
              </a:rPr>
              <a:t>he investigation agent </a:t>
            </a:r>
            <a:endParaRPr lang="en-US" sz="1000" b="0" i="0" dirty="0">
              <a:solidFill>
                <a:srgbClr val="435D74"/>
              </a:solidFill>
              <a:latin typeface="Maven Pro"/>
            </a:endParaRPr>
          </a:p>
          <a:p>
            <a:pPr algn="ctr"/>
            <a:r>
              <a:rPr sz="1000" b="0" i="0" dirty="0">
                <a:solidFill>
                  <a:srgbClr val="435D74"/>
                </a:solidFill>
                <a:latin typeface="Maven Pro"/>
              </a:rPr>
              <a:t>and RCA writeup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9631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300" b="1" i="0" dirty="0" err="1">
                <a:solidFill>
                  <a:srgbClr val="181818"/>
                </a:solidFill>
                <a:latin typeface="Maven Pro"/>
              </a:rPr>
              <a:t>GitPython</a:t>
            </a:r>
            <a:endParaRPr sz="1300" b="1" i="0" dirty="0">
              <a:solidFill>
                <a:srgbClr val="181818"/>
              </a:solidFill>
              <a:latin typeface="Maven Pro"/>
            </a:endParaRPr>
          </a:p>
          <a:p>
            <a:pPr algn="ctr"/>
            <a:r>
              <a:rPr lang="en-US" sz="1000" dirty="0">
                <a:solidFill>
                  <a:srgbClr val="435D74"/>
                </a:solidFill>
                <a:latin typeface="Maven Pro"/>
              </a:rPr>
              <a:t>F</a:t>
            </a:r>
            <a:r>
              <a:rPr sz="1000" b="0" i="0" dirty="0">
                <a:solidFill>
                  <a:srgbClr val="435D74"/>
                </a:solidFill>
                <a:latin typeface="Maven Pro"/>
              </a:rPr>
              <a:t>inds the guilty cod</a:t>
            </a:r>
            <a:r>
              <a:rPr lang="en-US" sz="1000" b="0" i="0" dirty="0">
                <a:solidFill>
                  <a:srgbClr val="435D74"/>
                </a:solidFill>
                <a:latin typeface="Maven Pro"/>
              </a:rPr>
              <a:t>e</a:t>
            </a:r>
            <a:endParaRPr sz="1000" b="0" i="0" dirty="0">
              <a:solidFill>
                <a:srgbClr val="435D74"/>
              </a:solidFill>
              <a:latin typeface="Maven Pr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19272" y="249631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300" b="1" i="0" dirty="0" err="1">
                <a:solidFill>
                  <a:srgbClr val="181818"/>
                </a:solidFill>
                <a:latin typeface="Maven Pro"/>
              </a:rPr>
              <a:t>Streamlit</a:t>
            </a:r>
            <a:endParaRPr sz="1300" b="1" i="0" dirty="0">
              <a:solidFill>
                <a:srgbClr val="181818"/>
              </a:solidFill>
              <a:latin typeface="Maven Pro"/>
            </a:endParaRPr>
          </a:p>
          <a:p>
            <a:pPr algn="ctr"/>
            <a:r>
              <a:rPr lang="en-US" sz="1000" dirty="0">
                <a:solidFill>
                  <a:srgbClr val="435D74"/>
                </a:solidFill>
                <a:latin typeface="Maven Pro"/>
              </a:rPr>
              <a:t>D</a:t>
            </a:r>
            <a:r>
              <a:rPr sz="1000" b="0" i="0" dirty="0">
                <a:solidFill>
                  <a:srgbClr val="435D74"/>
                </a:solidFill>
                <a:latin typeface="Maven Pro"/>
              </a:rPr>
              <a:t>emo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49631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300" b="1" i="0" dirty="0">
                <a:solidFill>
                  <a:srgbClr val="181818"/>
                </a:solidFill>
                <a:latin typeface="Maven Pro"/>
              </a:rPr>
              <a:t>Mermaid</a:t>
            </a:r>
          </a:p>
          <a:p>
            <a:pPr algn="ctr"/>
            <a:r>
              <a:rPr lang="en-US" sz="1000" dirty="0">
                <a:solidFill>
                  <a:srgbClr val="435D74"/>
                </a:solidFill>
                <a:latin typeface="Maven Pro"/>
              </a:rPr>
              <a:t>T</a:t>
            </a:r>
            <a:r>
              <a:rPr sz="1000" b="0" i="0" dirty="0">
                <a:solidFill>
                  <a:srgbClr val="435D74"/>
                </a:solidFill>
                <a:latin typeface="Maven Pro"/>
              </a:rPr>
              <a:t>he journey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86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>
                <a:solidFill>
                  <a:srgbClr val="181818"/>
                </a:solidFill>
                <a:latin typeface="Maven Pro"/>
              </a:rPr>
              <a:t>One </a:t>
            </a:r>
            <a:r>
              <a:rPr sz="1200" b="1" i="0" dirty="0" err="1">
                <a:solidFill>
                  <a:srgbClr val="181818"/>
                </a:solidFill>
                <a:latin typeface="Maven Pro"/>
              </a:rPr>
              <a:t>entrypoint</a:t>
            </a:r>
            <a:r>
              <a:rPr sz="1200" b="1" i="0" dirty="0">
                <a:solidFill>
                  <a:srgbClr val="181818"/>
                </a:solidFill>
                <a:latin typeface="Maven Pro"/>
              </a:rPr>
              <a:t>: </a:t>
            </a:r>
            <a:r>
              <a:rPr sz="1100" b="0" i="0" dirty="0" err="1">
                <a:solidFill>
                  <a:srgbClr val="707BE0"/>
                </a:solidFill>
                <a:latin typeface="Courier New"/>
              </a:rPr>
              <a:t>src</a:t>
            </a:r>
            <a:r>
              <a:rPr sz="1100" b="0" i="0" dirty="0">
                <a:solidFill>
                  <a:srgbClr val="707BE0"/>
                </a:solidFill>
                <a:latin typeface="Courier New"/>
              </a:rPr>
              <a:t>/</a:t>
            </a:r>
            <a:r>
              <a:rPr sz="1100" b="0" i="0" dirty="0" err="1">
                <a:solidFill>
                  <a:srgbClr val="707BE0"/>
                </a:solidFill>
                <a:latin typeface="Courier New"/>
              </a:rPr>
              <a:t>pipeline.py</a:t>
            </a:r>
            <a:r>
              <a:rPr sz="1200" b="1" i="0" dirty="0">
                <a:solidFill>
                  <a:srgbClr val="181818"/>
                </a:solidFill>
                <a:latin typeface="Maven Pro"/>
              </a:rPr>
              <a:t>    UI: </a:t>
            </a:r>
            <a:r>
              <a:rPr sz="1100" b="0" i="0" dirty="0" err="1">
                <a:solidFill>
                  <a:srgbClr val="707BE0"/>
                </a:solidFill>
                <a:latin typeface="Courier New"/>
              </a:rPr>
              <a:t>ui</a:t>
            </a:r>
            <a:r>
              <a:rPr sz="1100" b="0" i="0" dirty="0">
                <a:solidFill>
                  <a:srgbClr val="707BE0"/>
                </a:solidFill>
                <a:latin typeface="Courier New"/>
              </a:rPr>
              <a:t>/</a:t>
            </a:r>
            <a:r>
              <a:rPr sz="1100" b="0" i="0" dirty="0" err="1">
                <a:solidFill>
                  <a:srgbClr val="707BE0"/>
                </a:solidFill>
                <a:latin typeface="Courier New"/>
              </a:rPr>
              <a:t>app.py</a:t>
            </a:r>
            <a:endParaRPr sz="1100" b="0" i="0" dirty="0">
              <a:solidFill>
                <a:srgbClr val="707BE0"/>
              </a:solidFill>
              <a:latin typeface="Courier New"/>
            </a:endParaRPr>
          </a:p>
          <a:p>
            <a:pPr>
              <a:spcBef>
                <a:spcPts val="400"/>
              </a:spcBef>
            </a:pPr>
            <a:r>
              <a:rPr sz="1200" b="1" i="0" dirty="0">
                <a:solidFill>
                  <a:srgbClr val="181818"/>
                </a:solidFill>
                <a:latin typeface="Maven Pro"/>
              </a:rPr>
              <a:t>Demo codebase: </a:t>
            </a:r>
            <a:r>
              <a:rPr sz="1100" b="0" i="0" dirty="0" err="1">
                <a:solidFill>
                  <a:srgbClr val="707BE0"/>
                </a:solidFill>
                <a:latin typeface="Courier New"/>
              </a:rPr>
              <a:t>github.com</a:t>
            </a:r>
            <a:r>
              <a:rPr sz="1100" b="0" i="0" dirty="0">
                <a:solidFill>
                  <a:srgbClr val="707BE0"/>
                </a:solidFill>
                <a:latin typeface="Courier New"/>
              </a:rPr>
              <a:t>/</a:t>
            </a:r>
            <a:r>
              <a:rPr sz="1100" b="0" i="0" dirty="0" err="1">
                <a:solidFill>
                  <a:srgbClr val="707BE0"/>
                </a:solidFill>
                <a:latin typeface="Courier New"/>
              </a:rPr>
              <a:t>aadityaincode</a:t>
            </a:r>
            <a:r>
              <a:rPr sz="1100" b="0" i="0" dirty="0">
                <a:solidFill>
                  <a:srgbClr val="707BE0"/>
                </a:solidFill>
                <a:latin typeface="Courier New"/>
              </a:rPr>
              <a:t>/</a:t>
            </a:r>
            <a:r>
              <a:rPr sz="1100" b="0" i="0" dirty="0" err="1">
                <a:solidFill>
                  <a:srgbClr val="707BE0"/>
                </a:solidFill>
                <a:latin typeface="Courier New"/>
              </a:rPr>
              <a:t>novastream</a:t>
            </a:r>
            <a:r>
              <a:rPr sz="1100" b="0" i="0" dirty="0">
                <a:solidFill>
                  <a:srgbClr val="707BE0"/>
                </a:solidFill>
                <a:latin typeface="Courier New"/>
              </a:rPr>
              <a:t>-billing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Google Shape;3225;p71"/>
          <p:cNvSpPr txBox="1">
            <a:spLocks noGrp="1"/>
          </p:cNvSpPr>
          <p:nvPr>
            <p:ph type="title"/>
          </p:nvPr>
        </p:nvSpPr>
        <p:spPr>
          <a:xfrm>
            <a:off x="526188" y="1938809"/>
            <a:ext cx="4760475" cy="11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Questions?</a:t>
            </a:r>
            <a:endParaRPr dirty="0"/>
          </a:p>
        </p:txBody>
      </p:sp>
      <p:grpSp>
        <p:nvGrpSpPr>
          <p:cNvPr id="3228" name="Google Shape;3228;p71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3229" name="Google Shape;3229;p7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7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7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7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7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69A428D-C86C-1A37-36F0-890C85D52B52}"/>
              </a:ext>
            </a:extLst>
          </p:cNvPr>
          <p:cNvSpPr/>
          <p:nvPr/>
        </p:nvSpPr>
        <p:spPr>
          <a:xfrm>
            <a:off x="630382" y="3893127"/>
            <a:ext cx="3941618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05" name="Google Shape;1305;p43">
            <a:extLst>
              <a:ext uri="{FF2B5EF4-FFF2-40B4-BE49-F238E27FC236}">
                <a16:creationId xmlns:a16="http://schemas.microsoft.com/office/drawing/2014/main" id="{90E7856A-C3DC-60DF-1CCD-3869849074B5}"/>
              </a:ext>
            </a:extLst>
          </p:cNvPr>
          <p:cNvGrpSpPr/>
          <p:nvPr/>
        </p:nvGrpSpPr>
        <p:grpSpPr>
          <a:xfrm>
            <a:off x="5125851" y="967702"/>
            <a:ext cx="3673389" cy="3208095"/>
            <a:chOff x="1247085" y="238091"/>
            <a:chExt cx="5075143" cy="4432294"/>
          </a:xfrm>
        </p:grpSpPr>
        <p:sp>
          <p:nvSpPr>
            <p:cNvPr id="3906" name="Google Shape;1306;p43">
              <a:extLst>
                <a:ext uri="{FF2B5EF4-FFF2-40B4-BE49-F238E27FC236}">
                  <a16:creationId xmlns:a16="http://schemas.microsoft.com/office/drawing/2014/main" id="{B18FEFDE-62AE-9F80-F5EA-A26ADC0E95F0}"/>
                </a:ext>
              </a:extLst>
            </p:cNvPr>
            <p:cNvSpPr/>
            <p:nvPr/>
          </p:nvSpPr>
          <p:spPr>
            <a:xfrm>
              <a:off x="1247085" y="238091"/>
              <a:ext cx="4726286" cy="4432294"/>
            </a:xfrm>
            <a:custGeom>
              <a:avLst/>
              <a:gdLst/>
              <a:ahLst/>
              <a:cxnLst/>
              <a:rect l="l" t="t" r="r" b="b"/>
              <a:pathLst>
                <a:path w="96136" h="90156" extrusionOk="0">
                  <a:moveTo>
                    <a:pt x="58927" y="1"/>
                  </a:moveTo>
                  <a:cubicBezTo>
                    <a:pt x="55709" y="1"/>
                    <a:pt x="52501" y="338"/>
                    <a:pt x="49351" y="1009"/>
                  </a:cubicBezTo>
                  <a:cubicBezTo>
                    <a:pt x="26723" y="5736"/>
                    <a:pt x="22109" y="25609"/>
                    <a:pt x="15806" y="31988"/>
                  </a:cubicBezTo>
                  <a:cubicBezTo>
                    <a:pt x="9505" y="38366"/>
                    <a:pt x="1" y="48953"/>
                    <a:pt x="4759" y="65121"/>
                  </a:cubicBezTo>
                  <a:cubicBezTo>
                    <a:pt x="8369" y="77415"/>
                    <a:pt x="18240" y="87609"/>
                    <a:pt x="32893" y="89741"/>
                  </a:cubicBezTo>
                  <a:cubicBezTo>
                    <a:pt x="34553" y="89985"/>
                    <a:pt x="36230" y="90122"/>
                    <a:pt x="37908" y="90150"/>
                  </a:cubicBezTo>
                  <a:cubicBezTo>
                    <a:pt x="38139" y="90154"/>
                    <a:pt x="38371" y="90155"/>
                    <a:pt x="38603" y="90155"/>
                  </a:cubicBezTo>
                  <a:cubicBezTo>
                    <a:pt x="41804" y="90155"/>
                    <a:pt x="44996" y="89830"/>
                    <a:pt x="48132" y="89185"/>
                  </a:cubicBezTo>
                  <a:cubicBezTo>
                    <a:pt x="71187" y="84559"/>
                    <a:pt x="70199" y="73916"/>
                    <a:pt x="82008" y="66996"/>
                  </a:cubicBezTo>
                  <a:cubicBezTo>
                    <a:pt x="89827" y="62417"/>
                    <a:pt x="93742" y="52450"/>
                    <a:pt x="94753" y="43877"/>
                  </a:cubicBezTo>
                  <a:lnTo>
                    <a:pt x="94752" y="43877"/>
                  </a:lnTo>
                  <a:cubicBezTo>
                    <a:pt x="96135" y="32189"/>
                    <a:pt x="92551" y="18327"/>
                    <a:pt x="84100" y="9649"/>
                  </a:cubicBezTo>
                  <a:cubicBezTo>
                    <a:pt x="83668" y="9212"/>
                    <a:pt x="83225" y="8786"/>
                    <a:pt x="82768" y="8370"/>
                  </a:cubicBezTo>
                  <a:cubicBezTo>
                    <a:pt x="76690" y="2854"/>
                    <a:pt x="67908" y="209"/>
                    <a:pt x="59859" y="10"/>
                  </a:cubicBezTo>
                  <a:cubicBezTo>
                    <a:pt x="59548" y="4"/>
                    <a:pt x="59238" y="1"/>
                    <a:pt x="589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1307;p43">
              <a:extLst>
                <a:ext uri="{FF2B5EF4-FFF2-40B4-BE49-F238E27FC236}">
                  <a16:creationId xmlns:a16="http://schemas.microsoft.com/office/drawing/2014/main" id="{A24FD038-CCE8-2715-BF3C-9AC882095DFC}"/>
                </a:ext>
              </a:extLst>
            </p:cNvPr>
            <p:cNvSpPr/>
            <p:nvPr/>
          </p:nvSpPr>
          <p:spPr>
            <a:xfrm>
              <a:off x="1494520" y="4296554"/>
              <a:ext cx="214643" cy="10521"/>
            </a:xfrm>
            <a:custGeom>
              <a:avLst/>
              <a:gdLst/>
              <a:ahLst/>
              <a:cxnLst/>
              <a:rect l="l" t="t" r="r" b="b"/>
              <a:pathLst>
                <a:path w="4366" h="214" extrusionOk="0">
                  <a:moveTo>
                    <a:pt x="0" y="0"/>
                  </a:moveTo>
                  <a:lnTo>
                    <a:pt x="0" y="213"/>
                  </a:lnTo>
                  <a:lnTo>
                    <a:pt x="4366" y="213"/>
                  </a:lnTo>
                  <a:lnTo>
                    <a:pt x="436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1308;p43">
              <a:extLst>
                <a:ext uri="{FF2B5EF4-FFF2-40B4-BE49-F238E27FC236}">
                  <a16:creationId xmlns:a16="http://schemas.microsoft.com/office/drawing/2014/main" id="{DC7B858A-14AB-CB6B-64B1-024E96D1A268}"/>
                </a:ext>
              </a:extLst>
            </p:cNvPr>
            <p:cNvSpPr/>
            <p:nvPr/>
          </p:nvSpPr>
          <p:spPr>
            <a:xfrm>
              <a:off x="1825384" y="4296554"/>
              <a:ext cx="4496845" cy="10521"/>
            </a:xfrm>
            <a:custGeom>
              <a:avLst/>
              <a:gdLst/>
              <a:ahLst/>
              <a:cxnLst/>
              <a:rect l="l" t="t" r="r" b="b"/>
              <a:pathLst>
                <a:path w="91469" h="214" extrusionOk="0">
                  <a:moveTo>
                    <a:pt x="0" y="0"/>
                  </a:moveTo>
                  <a:lnTo>
                    <a:pt x="0" y="213"/>
                  </a:lnTo>
                  <a:lnTo>
                    <a:pt x="91468" y="213"/>
                  </a:lnTo>
                  <a:lnTo>
                    <a:pt x="914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1309;p43">
              <a:extLst>
                <a:ext uri="{FF2B5EF4-FFF2-40B4-BE49-F238E27FC236}">
                  <a16:creationId xmlns:a16="http://schemas.microsoft.com/office/drawing/2014/main" id="{B6FD5314-7658-CF1D-9732-374BD5272778}"/>
                </a:ext>
              </a:extLst>
            </p:cNvPr>
            <p:cNvSpPr/>
            <p:nvPr/>
          </p:nvSpPr>
          <p:spPr>
            <a:xfrm>
              <a:off x="1919530" y="588768"/>
              <a:ext cx="837876" cy="1835285"/>
            </a:xfrm>
            <a:custGeom>
              <a:avLst/>
              <a:gdLst/>
              <a:ahLst/>
              <a:cxnLst/>
              <a:rect l="l" t="t" r="r" b="b"/>
              <a:pathLst>
                <a:path w="17043" h="37331" extrusionOk="0">
                  <a:moveTo>
                    <a:pt x="14602" y="0"/>
                  </a:moveTo>
                  <a:cubicBezTo>
                    <a:pt x="14587" y="0"/>
                    <a:pt x="14572" y="4"/>
                    <a:pt x="14557" y="10"/>
                  </a:cubicBezTo>
                  <a:cubicBezTo>
                    <a:pt x="9026" y="2356"/>
                    <a:pt x="4857" y="7084"/>
                    <a:pt x="3222" y="12866"/>
                  </a:cubicBezTo>
                  <a:cubicBezTo>
                    <a:pt x="244" y="23400"/>
                    <a:pt x="6370" y="34353"/>
                    <a:pt x="16903" y="37331"/>
                  </a:cubicBezTo>
                  <a:lnTo>
                    <a:pt x="16932" y="37331"/>
                  </a:lnTo>
                  <a:cubicBezTo>
                    <a:pt x="16974" y="37331"/>
                    <a:pt x="17013" y="37305"/>
                    <a:pt x="17028" y="37267"/>
                  </a:cubicBezTo>
                  <a:cubicBezTo>
                    <a:pt x="17042" y="37210"/>
                    <a:pt x="17010" y="37152"/>
                    <a:pt x="16953" y="37136"/>
                  </a:cubicBezTo>
                  <a:cubicBezTo>
                    <a:pt x="11222" y="35520"/>
                    <a:pt x="6537" y="31387"/>
                    <a:pt x="4217" y="25902"/>
                  </a:cubicBezTo>
                  <a:cubicBezTo>
                    <a:pt x="0" y="15927"/>
                    <a:pt x="4666" y="4424"/>
                    <a:pt x="14639" y="207"/>
                  </a:cubicBezTo>
                  <a:cubicBezTo>
                    <a:pt x="14642" y="205"/>
                    <a:pt x="14645" y="205"/>
                    <a:pt x="14648" y="204"/>
                  </a:cubicBezTo>
                  <a:cubicBezTo>
                    <a:pt x="14700" y="179"/>
                    <a:pt x="14724" y="116"/>
                    <a:pt x="14699" y="63"/>
                  </a:cubicBezTo>
                  <a:cubicBezTo>
                    <a:pt x="14680" y="24"/>
                    <a:pt x="14642" y="0"/>
                    <a:pt x="14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1310;p43">
              <a:extLst>
                <a:ext uri="{FF2B5EF4-FFF2-40B4-BE49-F238E27FC236}">
                  <a16:creationId xmlns:a16="http://schemas.microsoft.com/office/drawing/2014/main" id="{183217DB-346A-8864-6B5A-6E97B98E2E4B}"/>
                </a:ext>
              </a:extLst>
            </p:cNvPr>
            <p:cNvSpPr/>
            <p:nvPr/>
          </p:nvSpPr>
          <p:spPr>
            <a:xfrm>
              <a:off x="2807356" y="2428772"/>
              <a:ext cx="301907" cy="31366"/>
            </a:xfrm>
            <a:custGeom>
              <a:avLst/>
              <a:gdLst/>
              <a:ahLst/>
              <a:cxnLst/>
              <a:rect l="l" t="t" r="r" b="b"/>
              <a:pathLst>
                <a:path w="6141" h="638" extrusionOk="0">
                  <a:moveTo>
                    <a:pt x="119" y="0"/>
                  </a:moveTo>
                  <a:cubicBezTo>
                    <a:pt x="69" y="0"/>
                    <a:pt x="24" y="34"/>
                    <a:pt x="12" y="85"/>
                  </a:cubicBezTo>
                  <a:cubicBezTo>
                    <a:pt x="12" y="85"/>
                    <a:pt x="12" y="87"/>
                    <a:pt x="12" y="87"/>
                  </a:cubicBezTo>
                  <a:cubicBezTo>
                    <a:pt x="0" y="143"/>
                    <a:pt x="36" y="198"/>
                    <a:pt x="93" y="210"/>
                  </a:cubicBezTo>
                  <a:cubicBezTo>
                    <a:pt x="1442" y="495"/>
                    <a:pt x="2818" y="638"/>
                    <a:pt x="4196" y="638"/>
                  </a:cubicBezTo>
                  <a:cubicBezTo>
                    <a:pt x="4203" y="638"/>
                    <a:pt x="4210" y="638"/>
                    <a:pt x="4217" y="638"/>
                  </a:cubicBezTo>
                  <a:lnTo>
                    <a:pt x="4217" y="636"/>
                  </a:lnTo>
                  <a:cubicBezTo>
                    <a:pt x="4823" y="636"/>
                    <a:pt x="5438" y="609"/>
                    <a:pt x="6040" y="557"/>
                  </a:cubicBezTo>
                  <a:lnTo>
                    <a:pt x="6043" y="557"/>
                  </a:lnTo>
                  <a:cubicBezTo>
                    <a:pt x="6099" y="551"/>
                    <a:pt x="6141" y="501"/>
                    <a:pt x="6135" y="443"/>
                  </a:cubicBezTo>
                  <a:cubicBezTo>
                    <a:pt x="6131" y="386"/>
                    <a:pt x="6083" y="344"/>
                    <a:pt x="6028" y="344"/>
                  </a:cubicBezTo>
                  <a:cubicBezTo>
                    <a:pt x="6026" y="344"/>
                    <a:pt x="6023" y="344"/>
                    <a:pt x="6020" y="344"/>
                  </a:cubicBezTo>
                  <a:cubicBezTo>
                    <a:pt x="5420" y="399"/>
                    <a:pt x="4819" y="427"/>
                    <a:pt x="4218" y="427"/>
                  </a:cubicBezTo>
                  <a:cubicBezTo>
                    <a:pt x="2849" y="427"/>
                    <a:pt x="1481" y="284"/>
                    <a:pt x="139" y="2"/>
                  </a:cubicBezTo>
                  <a:cubicBezTo>
                    <a:pt x="132" y="1"/>
                    <a:pt x="125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1311;p43">
              <a:extLst>
                <a:ext uri="{FF2B5EF4-FFF2-40B4-BE49-F238E27FC236}">
                  <a16:creationId xmlns:a16="http://schemas.microsoft.com/office/drawing/2014/main" id="{77EF89E0-C691-24DD-8125-65AD410335A7}"/>
                </a:ext>
              </a:extLst>
            </p:cNvPr>
            <p:cNvSpPr/>
            <p:nvPr/>
          </p:nvSpPr>
          <p:spPr>
            <a:xfrm>
              <a:off x="2677370" y="1025380"/>
              <a:ext cx="315230" cy="1638340"/>
            </a:xfrm>
            <a:custGeom>
              <a:avLst/>
              <a:gdLst/>
              <a:ahLst/>
              <a:cxnLst/>
              <a:rect l="l" t="t" r="r" b="b"/>
              <a:pathLst>
                <a:path w="6412" h="33325" extrusionOk="0">
                  <a:moveTo>
                    <a:pt x="121" y="0"/>
                  </a:moveTo>
                  <a:cubicBezTo>
                    <a:pt x="101" y="0"/>
                    <a:pt x="81" y="6"/>
                    <a:pt x="63" y="18"/>
                  </a:cubicBezTo>
                  <a:cubicBezTo>
                    <a:pt x="63" y="18"/>
                    <a:pt x="61" y="20"/>
                    <a:pt x="60" y="20"/>
                  </a:cubicBezTo>
                  <a:cubicBezTo>
                    <a:pt x="13" y="53"/>
                    <a:pt x="0" y="118"/>
                    <a:pt x="33" y="166"/>
                  </a:cubicBezTo>
                  <a:lnTo>
                    <a:pt x="6200" y="9402"/>
                  </a:lnTo>
                  <a:lnTo>
                    <a:pt x="6200" y="33217"/>
                  </a:lnTo>
                  <a:cubicBezTo>
                    <a:pt x="6200" y="33277"/>
                    <a:pt x="6249" y="33324"/>
                    <a:pt x="6307" y="33324"/>
                  </a:cubicBezTo>
                  <a:cubicBezTo>
                    <a:pt x="6362" y="33323"/>
                    <a:pt x="6408" y="33280"/>
                    <a:pt x="6411" y="33225"/>
                  </a:cubicBezTo>
                  <a:lnTo>
                    <a:pt x="6411" y="9369"/>
                  </a:lnTo>
                  <a:cubicBezTo>
                    <a:pt x="6411" y="9348"/>
                    <a:pt x="6405" y="9327"/>
                    <a:pt x="6395" y="9309"/>
                  </a:cubicBezTo>
                  <a:lnTo>
                    <a:pt x="210" y="48"/>
                  </a:lnTo>
                  <a:cubicBezTo>
                    <a:pt x="189" y="17"/>
                    <a:pt x="156" y="0"/>
                    <a:pt x="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1312;p43">
              <a:extLst>
                <a:ext uri="{FF2B5EF4-FFF2-40B4-BE49-F238E27FC236}">
                  <a16:creationId xmlns:a16="http://schemas.microsoft.com/office/drawing/2014/main" id="{D962E69C-C654-E083-FA58-4664C6DF0C80}"/>
                </a:ext>
              </a:extLst>
            </p:cNvPr>
            <p:cNvSpPr/>
            <p:nvPr/>
          </p:nvSpPr>
          <p:spPr>
            <a:xfrm>
              <a:off x="2231909" y="359130"/>
              <a:ext cx="432384" cy="639653"/>
            </a:xfrm>
            <a:custGeom>
              <a:avLst/>
              <a:gdLst/>
              <a:ahLst/>
              <a:cxnLst/>
              <a:rect l="l" t="t" r="r" b="b"/>
              <a:pathLst>
                <a:path w="8795" h="13011" extrusionOk="0">
                  <a:moveTo>
                    <a:pt x="120" y="0"/>
                  </a:moveTo>
                  <a:cubicBezTo>
                    <a:pt x="96" y="0"/>
                    <a:pt x="73" y="8"/>
                    <a:pt x="53" y="24"/>
                  </a:cubicBezTo>
                  <a:cubicBezTo>
                    <a:pt x="8" y="61"/>
                    <a:pt x="1" y="128"/>
                    <a:pt x="38" y="174"/>
                  </a:cubicBezTo>
                  <a:lnTo>
                    <a:pt x="8585" y="12963"/>
                  </a:lnTo>
                  <a:cubicBezTo>
                    <a:pt x="8605" y="12992"/>
                    <a:pt x="8636" y="13009"/>
                    <a:pt x="8670" y="13009"/>
                  </a:cubicBezTo>
                  <a:cubicBezTo>
                    <a:pt x="8671" y="13009"/>
                    <a:pt x="8673" y="13009"/>
                    <a:pt x="8674" y="13009"/>
                  </a:cubicBezTo>
                  <a:cubicBezTo>
                    <a:pt x="8679" y="13010"/>
                    <a:pt x="8684" y="13010"/>
                    <a:pt x="8689" y="13010"/>
                  </a:cubicBezTo>
                  <a:cubicBezTo>
                    <a:pt x="8704" y="13010"/>
                    <a:pt x="8719" y="13007"/>
                    <a:pt x="8732" y="12999"/>
                  </a:cubicBezTo>
                  <a:cubicBezTo>
                    <a:pt x="8734" y="12999"/>
                    <a:pt x="8734" y="12997"/>
                    <a:pt x="8735" y="12997"/>
                  </a:cubicBezTo>
                  <a:cubicBezTo>
                    <a:pt x="8783" y="12964"/>
                    <a:pt x="8795" y="12899"/>
                    <a:pt x="8762" y="12851"/>
                  </a:cubicBezTo>
                  <a:lnTo>
                    <a:pt x="214" y="57"/>
                  </a:lnTo>
                  <a:cubicBezTo>
                    <a:pt x="211" y="51"/>
                    <a:pt x="208" y="45"/>
                    <a:pt x="203" y="40"/>
                  </a:cubicBezTo>
                  <a:cubicBezTo>
                    <a:pt x="182" y="14"/>
                    <a:pt x="151" y="0"/>
                    <a:pt x="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1313;p43">
              <a:extLst>
                <a:ext uri="{FF2B5EF4-FFF2-40B4-BE49-F238E27FC236}">
                  <a16:creationId xmlns:a16="http://schemas.microsoft.com/office/drawing/2014/main" id="{83495647-EAD5-4E6D-F672-05BB3527E6C5}"/>
                </a:ext>
              </a:extLst>
            </p:cNvPr>
            <p:cNvSpPr/>
            <p:nvPr/>
          </p:nvSpPr>
          <p:spPr>
            <a:xfrm>
              <a:off x="4116356" y="802624"/>
              <a:ext cx="1450884" cy="1369274"/>
            </a:xfrm>
            <a:custGeom>
              <a:avLst/>
              <a:gdLst/>
              <a:ahLst/>
              <a:cxnLst/>
              <a:rect l="l" t="t" r="r" b="b"/>
              <a:pathLst>
                <a:path w="29512" h="27852" extrusionOk="0">
                  <a:moveTo>
                    <a:pt x="13930" y="1156"/>
                  </a:moveTo>
                  <a:cubicBezTo>
                    <a:pt x="6877" y="1156"/>
                    <a:pt x="1161" y="6874"/>
                    <a:pt x="1161" y="13927"/>
                  </a:cubicBezTo>
                  <a:cubicBezTo>
                    <a:pt x="1161" y="20978"/>
                    <a:pt x="6877" y="26696"/>
                    <a:pt x="13930" y="26696"/>
                  </a:cubicBezTo>
                  <a:cubicBezTo>
                    <a:pt x="13938" y="26696"/>
                    <a:pt x="13947" y="26696"/>
                    <a:pt x="13955" y="26696"/>
                  </a:cubicBezTo>
                  <a:cubicBezTo>
                    <a:pt x="15464" y="26696"/>
                    <a:pt x="16962" y="26426"/>
                    <a:pt x="18376" y="25901"/>
                  </a:cubicBezTo>
                  <a:cubicBezTo>
                    <a:pt x="18379" y="25899"/>
                    <a:pt x="18380" y="25899"/>
                    <a:pt x="18382" y="25898"/>
                  </a:cubicBezTo>
                  <a:cubicBezTo>
                    <a:pt x="18437" y="25877"/>
                    <a:pt x="18464" y="25814"/>
                    <a:pt x="18441" y="25759"/>
                  </a:cubicBezTo>
                  <a:cubicBezTo>
                    <a:pt x="18425" y="25718"/>
                    <a:pt x="18385" y="25692"/>
                    <a:pt x="18342" y="25692"/>
                  </a:cubicBezTo>
                  <a:cubicBezTo>
                    <a:pt x="18329" y="25692"/>
                    <a:pt x="18316" y="25695"/>
                    <a:pt x="18303" y="25700"/>
                  </a:cubicBezTo>
                  <a:cubicBezTo>
                    <a:pt x="16909" y="26216"/>
                    <a:pt x="15435" y="26481"/>
                    <a:pt x="13948" y="26483"/>
                  </a:cubicBezTo>
                  <a:cubicBezTo>
                    <a:pt x="13943" y="26483"/>
                    <a:pt x="13939" y="26483"/>
                    <a:pt x="13934" y="26483"/>
                  </a:cubicBezTo>
                  <a:cubicBezTo>
                    <a:pt x="7002" y="26483"/>
                    <a:pt x="1378" y="20865"/>
                    <a:pt x="1371" y="13930"/>
                  </a:cubicBezTo>
                  <a:cubicBezTo>
                    <a:pt x="1372" y="13208"/>
                    <a:pt x="1436" y="12485"/>
                    <a:pt x="1561" y="11774"/>
                  </a:cubicBezTo>
                  <a:cubicBezTo>
                    <a:pt x="2636" y="5667"/>
                    <a:pt x="7946" y="1369"/>
                    <a:pt x="13939" y="1369"/>
                  </a:cubicBezTo>
                  <a:cubicBezTo>
                    <a:pt x="14662" y="1369"/>
                    <a:pt x="15395" y="1432"/>
                    <a:pt x="16132" y="1561"/>
                  </a:cubicBezTo>
                  <a:cubicBezTo>
                    <a:pt x="18994" y="2073"/>
                    <a:pt x="21589" y="3562"/>
                    <a:pt x="23475" y="5773"/>
                  </a:cubicBezTo>
                  <a:cubicBezTo>
                    <a:pt x="24019" y="6411"/>
                    <a:pt x="24498" y="7100"/>
                    <a:pt x="24905" y="7832"/>
                  </a:cubicBezTo>
                  <a:cubicBezTo>
                    <a:pt x="28273" y="13895"/>
                    <a:pt x="26087" y="21540"/>
                    <a:pt x="20024" y="24906"/>
                  </a:cubicBezTo>
                  <a:cubicBezTo>
                    <a:pt x="19974" y="24936"/>
                    <a:pt x="19954" y="25000"/>
                    <a:pt x="19982" y="25052"/>
                  </a:cubicBezTo>
                  <a:cubicBezTo>
                    <a:pt x="20002" y="25086"/>
                    <a:pt x="20038" y="25106"/>
                    <a:pt x="20075" y="25106"/>
                  </a:cubicBezTo>
                  <a:cubicBezTo>
                    <a:pt x="20093" y="25106"/>
                    <a:pt x="20111" y="25101"/>
                    <a:pt x="20127" y="25092"/>
                  </a:cubicBezTo>
                  <a:cubicBezTo>
                    <a:pt x="20871" y="24678"/>
                    <a:pt x="21573" y="24191"/>
                    <a:pt x="22220" y="23638"/>
                  </a:cubicBezTo>
                  <a:cubicBezTo>
                    <a:pt x="27583" y="19058"/>
                    <a:pt x="28218" y="10996"/>
                    <a:pt x="23638" y="5635"/>
                  </a:cubicBezTo>
                  <a:cubicBezTo>
                    <a:pt x="21720" y="3387"/>
                    <a:pt x="19082" y="1874"/>
                    <a:pt x="16174" y="1353"/>
                  </a:cubicBezTo>
                  <a:cubicBezTo>
                    <a:pt x="15432" y="1222"/>
                    <a:pt x="14682" y="1156"/>
                    <a:pt x="13930" y="1156"/>
                  </a:cubicBezTo>
                  <a:close/>
                  <a:moveTo>
                    <a:pt x="13981" y="216"/>
                  </a:moveTo>
                  <a:cubicBezTo>
                    <a:pt x="14771" y="216"/>
                    <a:pt x="15559" y="284"/>
                    <a:pt x="16338" y="419"/>
                  </a:cubicBezTo>
                  <a:cubicBezTo>
                    <a:pt x="18322" y="767"/>
                    <a:pt x="20204" y="1555"/>
                    <a:pt x="21847" y="2724"/>
                  </a:cubicBezTo>
                  <a:cubicBezTo>
                    <a:pt x="22774" y="3381"/>
                    <a:pt x="23615" y="4150"/>
                    <a:pt x="24354" y="5014"/>
                  </a:cubicBezTo>
                  <a:cubicBezTo>
                    <a:pt x="26479" y="7497"/>
                    <a:pt x="27647" y="10658"/>
                    <a:pt x="27647" y="13927"/>
                  </a:cubicBezTo>
                  <a:cubicBezTo>
                    <a:pt x="27649" y="21501"/>
                    <a:pt x="21512" y="27643"/>
                    <a:pt x="13937" y="27644"/>
                  </a:cubicBezTo>
                  <a:cubicBezTo>
                    <a:pt x="13936" y="27644"/>
                    <a:pt x="13936" y="27644"/>
                    <a:pt x="13935" y="27644"/>
                  </a:cubicBezTo>
                  <a:cubicBezTo>
                    <a:pt x="6362" y="27644"/>
                    <a:pt x="221" y="21507"/>
                    <a:pt x="218" y="13934"/>
                  </a:cubicBezTo>
                  <a:cubicBezTo>
                    <a:pt x="217" y="6360"/>
                    <a:pt x="6356" y="218"/>
                    <a:pt x="13930" y="217"/>
                  </a:cubicBezTo>
                  <a:cubicBezTo>
                    <a:pt x="13947" y="217"/>
                    <a:pt x="13964" y="216"/>
                    <a:pt x="13981" y="216"/>
                  </a:cubicBezTo>
                  <a:close/>
                  <a:moveTo>
                    <a:pt x="13933" y="1"/>
                  </a:moveTo>
                  <a:cubicBezTo>
                    <a:pt x="13930" y="1"/>
                    <a:pt x="13928" y="1"/>
                    <a:pt x="13925" y="1"/>
                  </a:cubicBezTo>
                  <a:cubicBezTo>
                    <a:pt x="6235" y="2"/>
                    <a:pt x="1" y="6238"/>
                    <a:pt x="2" y="13928"/>
                  </a:cubicBezTo>
                  <a:cubicBezTo>
                    <a:pt x="4" y="21618"/>
                    <a:pt x="6238" y="27851"/>
                    <a:pt x="13927" y="27851"/>
                  </a:cubicBezTo>
                  <a:cubicBezTo>
                    <a:pt x="13928" y="27851"/>
                    <a:pt x="13929" y="27851"/>
                    <a:pt x="13930" y="27851"/>
                  </a:cubicBezTo>
                  <a:cubicBezTo>
                    <a:pt x="17246" y="27851"/>
                    <a:pt x="20453" y="26668"/>
                    <a:pt x="22974" y="24515"/>
                  </a:cubicBezTo>
                  <a:cubicBezTo>
                    <a:pt x="28821" y="19519"/>
                    <a:pt x="29512" y="10730"/>
                    <a:pt x="24516" y="4884"/>
                  </a:cubicBezTo>
                  <a:cubicBezTo>
                    <a:pt x="23766" y="4006"/>
                    <a:pt x="22911" y="3226"/>
                    <a:pt x="21970" y="2557"/>
                  </a:cubicBezTo>
                  <a:cubicBezTo>
                    <a:pt x="19620" y="895"/>
                    <a:pt x="16811" y="1"/>
                    <a:pt x="1393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1314;p43">
              <a:extLst>
                <a:ext uri="{FF2B5EF4-FFF2-40B4-BE49-F238E27FC236}">
                  <a16:creationId xmlns:a16="http://schemas.microsoft.com/office/drawing/2014/main" id="{FF18A29C-CC91-9C1D-C810-8AA7E1AA922E}"/>
                </a:ext>
              </a:extLst>
            </p:cNvPr>
            <p:cNvSpPr/>
            <p:nvPr/>
          </p:nvSpPr>
          <p:spPr>
            <a:xfrm>
              <a:off x="4116356" y="802624"/>
              <a:ext cx="1450884" cy="1369274"/>
            </a:xfrm>
            <a:custGeom>
              <a:avLst/>
              <a:gdLst/>
              <a:ahLst/>
              <a:cxnLst/>
              <a:rect l="l" t="t" r="r" b="b"/>
              <a:pathLst>
                <a:path w="29512" h="27852" extrusionOk="0">
                  <a:moveTo>
                    <a:pt x="13981" y="216"/>
                  </a:moveTo>
                  <a:cubicBezTo>
                    <a:pt x="14771" y="216"/>
                    <a:pt x="15559" y="284"/>
                    <a:pt x="16338" y="419"/>
                  </a:cubicBezTo>
                  <a:cubicBezTo>
                    <a:pt x="18322" y="767"/>
                    <a:pt x="20204" y="1555"/>
                    <a:pt x="21847" y="2724"/>
                  </a:cubicBezTo>
                  <a:cubicBezTo>
                    <a:pt x="22774" y="3381"/>
                    <a:pt x="23615" y="4150"/>
                    <a:pt x="24354" y="5014"/>
                  </a:cubicBezTo>
                  <a:cubicBezTo>
                    <a:pt x="26479" y="7497"/>
                    <a:pt x="27647" y="10658"/>
                    <a:pt x="27647" y="13927"/>
                  </a:cubicBezTo>
                  <a:cubicBezTo>
                    <a:pt x="27649" y="21501"/>
                    <a:pt x="21512" y="27643"/>
                    <a:pt x="13937" y="27644"/>
                  </a:cubicBezTo>
                  <a:cubicBezTo>
                    <a:pt x="13936" y="27644"/>
                    <a:pt x="13936" y="27644"/>
                    <a:pt x="13935" y="27644"/>
                  </a:cubicBezTo>
                  <a:cubicBezTo>
                    <a:pt x="6362" y="27644"/>
                    <a:pt x="221" y="21507"/>
                    <a:pt x="218" y="13934"/>
                  </a:cubicBezTo>
                  <a:cubicBezTo>
                    <a:pt x="217" y="6360"/>
                    <a:pt x="6356" y="218"/>
                    <a:pt x="13930" y="217"/>
                  </a:cubicBezTo>
                  <a:cubicBezTo>
                    <a:pt x="13947" y="217"/>
                    <a:pt x="13964" y="216"/>
                    <a:pt x="13981" y="216"/>
                  </a:cubicBezTo>
                  <a:close/>
                  <a:moveTo>
                    <a:pt x="13933" y="1"/>
                  </a:moveTo>
                  <a:cubicBezTo>
                    <a:pt x="13930" y="1"/>
                    <a:pt x="13928" y="1"/>
                    <a:pt x="13925" y="1"/>
                  </a:cubicBezTo>
                  <a:cubicBezTo>
                    <a:pt x="6235" y="2"/>
                    <a:pt x="1" y="6238"/>
                    <a:pt x="2" y="13928"/>
                  </a:cubicBezTo>
                  <a:cubicBezTo>
                    <a:pt x="4" y="21618"/>
                    <a:pt x="6238" y="27851"/>
                    <a:pt x="13927" y="27851"/>
                  </a:cubicBezTo>
                  <a:cubicBezTo>
                    <a:pt x="13928" y="27851"/>
                    <a:pt x="13929" y="27851"/>
                    <a:pt x="13930" y="27851"/>
                  </a:cubicBezTo>
                  <a:cubicBezTo>
                    <a:pt x="17246" y="27851"/>
                    <a:pt x="20453" y="26668"/>
                    <a:pt x="22974" y="24515"/>
                  </a:cubicBezTo>
                  <a:cubicBezTo>
                    <a:pt x="28821" y="19519"/>
                    <a:pt x="29512" y="10730"/>
                    <a:pt x="24516" y="4884"/>
                  </a:cubicBezTo>
                  <a:cubicBezTo>
                    <a:pt x="23766" y="4006"/>
                    <a:pt x="22911" y="3226"/>
                    <a:pt x="21970" y="2557"/>
                  </a:cubicBezTo>
                  <a:cubicBezTo>
                    <a:pt x="19620" y="895"/>
                    <a:pt x="16811" y="1"/>
                    <a:pt x="139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1315;p43">
              <a:extLst>
                <a:ext uri="{FF2B5EF4-FFF2-40B4-BE49-F238E27FC236}">
                  <a16:creationId xmlns:a16="http://schemas.microsoft.com/office/drawing/2014/main" id="{02C0A80E-096D-8B45-752A-2C78E8685A9E}"/>
                </a:ext>
              </a:extLst>
            </p:cNvPr>
            <p:cNvSpPr/>
            <p:nvPr/>
          </p:nvSpPr>
          <p:spPr>
            <a:xfrm>
              <a:off x="3982782" y="669148"/>
              <a:ext cx="1637013" cy="1636275"/>
            </a:xfrm>
            <a:custGeom>
              <a:avLst/>
              <a:gdLst/>
              <a:ahLst/>
              <a:cxnLst/>
              <a:rect l="l" t="t" r="r" b="b"/>
              <a:pathLst>
                <a:path w="33298" h="33283" extrusionOk="0">
                  <a:moveTo>
                    <a:pt x="16647" y="2933"/>
                  </a:moveTo>
                  <a:cubicBezTo>
                    <a:pt x="24205" y="2933"/>
                    <a:pt x="30356" y="9082"/>
                    <a:pt x="30357" y="16642"/>
                  </a:cubicBezTo>
                  <a:cubicBezTo>
                    <a:pt x="30372" y="20290"/>
                    <a:pt x="28963" y="23726"/>
                    <a:pt x="26393" y="26315"/>
                  </a:cubicBezTo>
                  <a:cubicBezTo>
                    <a:pt x="23824" y="28905"/>
                    <a:pt x="20399" y="30338"/>
                    <a:pt x="16751" y="30353"/>
                  </a:cubicBezTo>
                  <a:lnTo>
                    <a:pt x="16647" y="30353"/>
                  </a:lnTo>
                  <a:cubicBezTo>
                    <a:pt x="9088" y="30353"/>
                    <a:pt x="2937" y="24203"/>
                    <a:pt x="2937" y="16643"/>
                  </a:cubicBezTo>
                  <a:cubicBezTo>
                    <a:pt x="2937" y="9084"/>
                    <a:pt x="9088" y="2933"/>
                    <a:pt x="16647" y="2933"/>
                  </a:cubicBezTo>
                  <a:close/>
                  <a:moveTo>
                    <a:pt x="16647" y="2720"/>
                  </a:moveTo>
                  <a:cubicBezTo>
                    <a:pt x="8970" y="2720"/>
                    <a:pt x="2724" y="8966"/>
                    <a:pt x="2724" y="16643"/>
                  </a:cubicBezTo>
                  <a:cubicBezTo>
                    <a:pt x="2724" y="24320"/>
                    <a:pt x="8970" y="30566"/>
                    <a:pt x="16647" y="30566"/>
                  </a:cubicBezTo>
                  <a:lnTo>
                    <a:pt x="16753" y="30566"/>
                  </a:lnTo>
                  <a:cubicBezTo>
                    <a:pt x="20457" y="30553"/>
                    <a:pt x="23935" y="29095"/>
                    <a:pt x="26545" y="26466"/>
                  </a:cubicBezTo>
                  <a:cubicBezTo>
                    <a:pt x="29155" y="23835"/>
                    <a:pt x="30585" y="20346"/>
                    <a:pt x="30570" y="16642"/>
                  </a:cubicBezTo>
                  <a:cubicBezTo>
                    <a:pt x="30570" y="8965"/>
                    <a:pt x="24324" y="2720"/>
                    <a:pt x="16647" y="2720"/>
                  </a:cubicBezTo>
                  <a:close/>
                  <a:moveTo>
                    <a:pt x="16629" y="1"/>
                  </a:moveTo>
                  <a:cubicBezTo>
                    <a:pt x="13245" y="1"/>
                    <a:pt x="9947" y="1032"/>
                    <a:pt x="7116" y="3012"/>
                  </a:cubicBezTo>
                  <a:cubicBezTo>
                    <a:pt x="3468" y="5563"/>
                    <a:pt x="1031" y="9380"/>
                    <a:pt x="255" y="13764"/>
                  </a:cubicBezTo>
                  <a:cubicBezTo>
                    <a:pt x="87" y="14714"/>
                    <a:pt x="2" y="15684"/>
                    <a:pt x="1" y="16649"/>
                  </a:cubicBezTo>
                  <a:cubicBezTo>
                    <a:pt x="4" y="21097"/>
                    <a:pt x="1740" y="25275"/>
                    <a:pt x="4886" y="28416"/>
                  </a:cubicBezTo>
                  <a:cubicBezTo>
                    <a:pt x="8029" y="31555"/>
                    <a:pt x="12205" y="33282"/>
                    <a:pt x="16647" y="33282"/>
                  </a:cubicBezTo>
                  <a:lnTo>
                    <a:pt x="16662" y="33282"/>
                  </a:lnTo>
                  <a:cubicBezTo>
                    <a:pt x="21108" y="33279"/>
                    <a:pt x="25287" y="31544"/>
                    <a:pt x="28427" y="28397"/>
                  </a:cubicBezTo>
                  <a:cubicBezTo>
                    <a:pt x="31569" y="25251"/>
                    <a:pt x="33298" y="21068"/>
                    <a:pt x="33293" y="16622"/>
                  </a:cubicBezTo>
                  <a:cubicBezTo>
                    <a:pt x="33290" y="12669"/>
                    <a:pt x="31876" y="8837"/>
                    <a:pt x="29310" y="5831"/>
                  </a:cubicBezTo>
                  <a:cubicBezTo>
                    <a:pt x="29115" y="5601"/>
                    <a:pt x="28893" y="5357"/>
                    <a:pt x="28634" y="5088"/>
                  </a:cubicBezTo>
                  <a:cubicBezTo>
                    <a:pt x="28613" y="5066"/>
                    <a:pt x="28585" y="5055"/>
                    <a:pt x="28557" y="5055"/>
                  </a:cubicBezTo>
                  <a:cubicBezTo>
                    <a:pt x="28530" y="5055"/>
                    <a:pt x="28503" y="5065"/>
                    <a:pt x="28482" y="5085"/>
                  </a:cubicBezTo>
                  <a:cubicBezTo>
                    <a:pt x="28441" y="5126"/>
                    <a:pt x="28439" y="5193"/>
                    <a:pt x="28481" y="5236"/>
                  </a:cubicBezTo>
                  <a:cubicBezTo>
                    <a:pt x="28737" y="5501"/>
                    <a:pt x="28956" y="5741"/>
                    <a:pt x="29148" y="5969"/>
                  </a:cubicBezTo>
                  <a:cubicBezTo>
                    <a:pt x="31681" y="8936"/>
                    <a:pt x="33077" y="12720"/>
                    <a:pt x="33080" y="16622"/>
                  </a:cubicBezTo>
                  <a:cubicBezTo>
                    <a:pt x="33083" y="21012"/>
                    <a:pt x="31378" y="25139"/>
                    <a:pt x="28277" y="28246"/>
                  </a:cubicBezTo>
                  <a:cubicBezTo>
                    <a:pt x="25176" y="31352"/>
                    <a:pt x="21050" y="33066"/>
                    <a:pt x="16660" y="33069"/>
                  </a:cubicBezTo>
                  <a:lnTo>
                    <a:pt x="16645" y="33069"/>
                  </a:lnTo>
                  <a:cubicBezTo>
                    <a:pt x="12262" y="33069"/>
                    <a:pt x="8139" y="31363"/>
                    <a:pt x="5036" y="28266"/>
                  </a:cubicBezTo>
                  <a:cubicBezTo>
                    <a:pt x="1930" y="25164"/>
                    <a:pt x="217" y="21039"/>
                    <a:pt x="214" y="16651"/>
                  </a:cubicBezTo>
                  <a:cubicBezTo>
                    <a:pt x="215" y="15696"/>
                    <a:pt x="300" y="14739"/>
                    <a:pt x="465" y="13801"/>
                  </a:cubicBezTo>
                  <a:cubicBezTo>
                    <a:pt x="1232" y="9474"/>
                    <a:pt x="3637" y="5704"/>
                    <a:pt x="7238" y="3186"/>
                  </a:cubicBezTo>
                  <a:cubicBezTo>
                    <a:pt x="10034" y="1232"/>
                    <a:pt x="13289" y="214"/>
                    <a:pt x="16630" y="214"/>
                  </a:cubicBezTo>
                  <a:cubicBezTo>
                    <a:pt x="17593" y="214"/>
                    <a:pt x="18564" y="299"/>
                    <a:pt x="19532" y="470"/>
                  </a:cubicBezTo>
                  <a:cubicBezTo>
                    <a:pt x="21894" y="886"/>
                    <a:pt x="24178" y="1839"/>
                    <a:pt x="26134" y="3225"/>
                  </a:cubicBezTo>
                  <a:cubicBezTo>
                    <a:pt x="26382" y="3402"/>
                    <a:pt x="26609" y="3570"/>
                    <a:pt x="26827" y="3742"/>
                  </a:cubicBezTo>
                  <a:cubicBezTo>
                    <a:pt x="26847" y="3757"/>
                    <a:pt x="26871" y="3765"/>
                    <a:pt x="26894" y="3765"/>
                  </a:cubicBezTo>
                  <a:cubicBezTo>
                    <a:pt x="26926" y="3765"/>
                    <a:pt x="26957" y="3751"/>
                    <a:pt x="26977" y="3724"/>
                  </a:cubicBezTo>
                  <a:cubicBezTo>
                    <a:pt x="27014" y="3678"/>
                    <a:pt x="27005" y="3611"/>
                    <a:pt x="26959" y="3575"/>
                  </a:cubicBezTo>
                  <a:cubicBezTo>
                    <a:pt x="26739" y="3401"/>
                    <a:pt x="26508" y="3229"/>
                    <a:pt x="26258" y="3051"/>
                  </a:cubicBezTo>
                  <a:cubicBezTo>
                    <a:pt x="24275" y="1647"/>
                    <a:pt x="21962" y="682"/>
                    <a:pt x="19570" y="260"/>
                  </a:cubicBezTo>
                  <a:cubicBezTo>
                    <a:pt x="18588" y="87"/>
                    <a:pt x="17605" y="1"/>
                    <a:pt x="1662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1316;p43">
              <a:extLst>
                <a:ext uri="{FF2B5EF4-FFF2-40B4-BE49-F238E27FC236}">
                  <a16:creationId xmlns:a16="http://schemas.microsoft.com/office/drawing/2014/main" id="{A6FD43CE-6938-E295-E2AD-249BBDD6E3BB}"/>
                </a:ext>
              </a:extLst>
            </p:cNvPr>
            <p:cNvSpPr/>
            <p:nvPr/>
          </p:nvSpPr>
          <p:spPr>
            <a:xfrm>
              <a:off x="4333802" y="586260"/>
              <a:ext cx="472697" cy="180869"/>
            </a:xfrm>
            <a:custGeom>
              <a:avLst/>
              <a:gdLst/>
              <a:ahLst/>
              <a:cxnLst/>
              <a:rect l="l" t="t" r="r" b="b"/>
              <a:pathLst>
                <a:path w="9615" h="3679" extrusionOk="0">
                  <a:moveTo>
                    <a:pt x="9499" y="0"/>
                  </a:moveTo>
                  <a:cubicBezTo>
                    <a:pt x="6175" y="0"/>
                    <a:pt x="2915" y="907"/>
                    <a:pt x="66" y="2621"/>
                  </a:cubicBezTo>
                  <a:cubicBezTo>
                    <a:pt x="16" y="2652"/>
                    <a:pt x="0" y="2718"/>
                    <a:pt x="30" y="2768"/>
                  </a:cubicBezTo>
                  <a:cubicBezTo>
                    <a:pt x="50" y="2801"/>
                    <a:pt x="86" y="2820"/>
                    <a:pt x="122" y="2820"/>
                  </a:cubicBezTo>
                  <a:cubicBezTo>
                    <a:pt x="141" y="2820"/>
                    <a:pt x="160" y="2815"/>
                    <a:pt x="177" y="2804"/>
                  </a:cubicBezTo>
                  <a:cubicBezTo>
                    <a:pt x="2963" y="1128"/>
                    <a:pt x="6149" y="233"/>
                    <a:pt x="9400" y="213"/>
                  </a:cubicBezTo>
                  <a:lnTo>
                    <a:pt x="9400" y="1683"/>
                  </a:lnTo>
                  <a:cubicBezTo>
                    <a:pt x="6819" y="1689"/>
                    <a:pt x="4278" y="2305"/>
                    <a:pt x="1979" y="3479"/>
                  </a:cubicBezTo>
                  <a:lnTo>
                    <a:pt x="1976" y="3480"/>
                  </a:lnTo>
                  <a:cubicBezTo>
                    <a:pt x="1925" y="3507"/>
                    <a:pt x="1906" y="3571"/>
                    <a:pt x="1933" y="3621"/>
                  </a:cubicBezTo>
                  <a:cubicBezTo>
                    <a:pt x="1951" y="3656"/>
                    <a:pt x="1986" y="3678"/>
                    <a:pt x="2027" y="3678"/>
                  </a:cubicBezTo>
                  <a:cubicBezTo>
                    <a:pt x="2043" y="3678"/>
                    <a:pt x="2059" y="3675"/>
                    <a:pt x="2076" y="3668"/>
                  </a:cubicBezTo>
                  <a:cubicBezTo>
                    <a:pt x="4359" y="2503"/>
                    <a:pt x="6887" y="1896"/>
                    <a:pt x="9451" y="1896"/>
                  </a:cubicBezTo>
                  <a:cubicBezTo>
                    <a:pt x="9469" y="1896"/>
                    <a:pt x="9488" y="1896"/>
                    <a:pt x="9507" y="1896"/>
                  </a:cubicBezTo>
                  <a:cubicBezTo>
                    <a:pt x="9566" y="1896"/>
                    <a:pt x="9614" y="1848"/>
                    <a:pt x="9614" y="1789"/>
                  </a:cubicBezTo>
                  <a:lnTo>
                    <a:pt x="9614" y="106"/>
                  </a:lnTo>
                  <a:cubicBezTo>
                    <a:pt x="9614" y="48"/>
                    <a:pt x="9565" y="0"/>
                    <a:pt x="9507" y="0"/>
                  </a:cubicBezTo>
                  <a:cubicBezTo>
                    <a:pt x="9504" y="0"/>
                    <a:pt x="9501" y="0"/>
                    <a:pt x="94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1317;p43">
              <a:extLst>
                <a:ext uri="{FF2B5EF4-FFF2-40B4-BE49-F238E27FC236}">
                  <a16:creationId xmlns:a16="http://schemas.microsoft.com/office/drawing/2014/main" id="{CEB51050-4165-458C-7F36-53A9620C30AB}"/>
                </a:ext>
              </a:extLst>
            </p:cNvPr>
            <p:cNvSpPr/>
            <p:nvPr/>
          </p:nvSpPr>
          <p:spPr>
            <a:xfrm>
              <a:off x="3782248" y="758575"/>
              <a:ext cx="571563" cy="1242828"/>
            </a:xfrm>
            <a:custGeom>
              <a:avLst/>
              <a:gdLst/>
              <a:ahLst/>
              <a:cxnLst/>
              <a:rect l="l" t="t" r="r" b="b"/>
              <a:pathLst>
                <a:path w="11626" h="25280" extrusionOk="0">
                  <a:moveTo>
                    <a:pt x="9972" y="1"/>
                  </a:moveTo>
                  <a:cubicBezTo>
                    <a:pt x="9950" y="1"/>
                    <a:pt x="9927" y="8"/>
                    <a:pt x="9907" y="23"/>
                  </a:cubicBezTo>
                  <a:cubicBezTo>
                    <a:pt x="1891" y="5883"/>
                    <a:pt x="0" y="17062"/>
                    <a:pt x="5643" y="25233"/>
                  </a:cubicBezTo>
                  <a:cubicBezTo>
                    <a:pt x="5662" y="25262"/>
                    <a:pt x="5695" y="25280"/>
                    <a:pt x="5729" y="25280"/>
                  </a:cubicBezTo>
                  <a:cubicBezTo>
                    <a:pt x="5732" y="25280"/>
                    <a:pt x="5734" y="25280"/>
                    <a:pt x="5737" y="25280"/>
                  </a:cubicBezTo>
                  <a:cubicBezTo>
                    <a:pt x="5759" y="25280"/>
                    <a:pt x="5780" y="25274"/>
                    <a:pt x="5798" y="25262"/>
                  </a:cubicBezTo>
                  <a:lnTo>
                    <a:pt x="7174" y="24310"/>
                  </a:lnTo>
                  <a:cubicBezTo>
                    <a:pt x="7198" y="24294"/>
                    <a:pt x="7214" y="24270"/>
                    <a:pt x="7218" y="24242"/>
                  </a:cubicBezTo>
                  <a:cubicBezTo>
                    <a:pt x="7224" y="24213"/>
                    <a:pt x="7217" y="24185"/>
                    <a:pt x="7202" y="24163"/>
                  </a:cubicBezTo>
                  <a:cubicBezTo>
                    <a:pt x="7162" y="24105"/>
                    <a:pt x="7123" y="24048"/>
                    <a:pt x="7084" y="23990"/>
                  </a:cubicBezTo>
                  <a:cubicBezTo>
                    <a:pt x="2023" y="16455"/>
                    <a:pt x="4029" y="6243"/>
                    <a:pt x="11565" y="1183"/>
                  </a:cubicBezTo>
                  <a:cubicBezTo>
                    <a:pt x="11566" y="1183"/>
                    <a:pt x="11566" y="1181"/>
                    <a:pt x="11568" y="1181"/>
                  </a:cubicBezTo>
                  <a:cubicBezTo>
                    <a:pt x="11614" y="1148"/>
                    <a:pt x="11626" y="1083"/>
                    <a:pt x="11593" y="1035"/>
                  </a:cubicBezTo>
                  <a:cubicBezTo>
                    <a:pt x="11572" y="1005"/>
                    <a:pt x="11538" y="988"/>
                    <a:pt x="11503" y="988"/>
                  </a:cubicBezTo>
                  <a:cubicBezTo>
                    <a:pt x="11484" y="988"/>
                    <a:pt x="11463" y="994"/>
                    <a:pt x="11445" y="1005"/>
                  </a:cubicBezTo>
                  <a:cubicBezTo>
                    <a:pt x="11419" y="1023"/>
                    <a:pt x="11392" y="1041"/>
                    <a:pt x="11365" y="1059"/>
                  </a:cubicBezTo>
                  <a:cubicBezTo>
                    <a:pt x="3761" y="6229"/>
                    <a:pt x="1787" y="16586"/>
                    <a:pt x="6956" y="24191"/>
                  </a:cubicBezTo>
                  <a:lnTo>
                    <a:pt x="5749" y="25025"/>
                  </a:lnTo>
                  <a:cubicBezTo>
                    <a:pt x="250" y="16946"/>
                    <a:pt x="2146" y="5962"/>
                    <a:pt x="10034" y="192"/>
                  </a:cubicBezTo>
                  <a:cubicBezTo>
                    <a:pt x="10080" y="158"/>
                    <a:pt x="10090" y="91"/>
                    <a:pt x="10056" y="44"/>
                  </a:cubicBezTo>
                  <a:cubicBezTo>
                    <a:pt x="10036" y="15"/>
                    <a:pt x="10005" y="1"/>
                    <a:pt x="997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1318;p43">
              <a:extLst>
                <a:ext uri="{FF2B5EF4-FFF2-40B4-BE49-F238E27FC236}">
                  <a16:creationId xmlns:a16="http://schemas.microsoft.com/office/drawing/2014/main" id="{0E21092C-8522-19ED-23E2-D24D08C5819E}"/>
                </a:ext>
              </a:extLst>
            </p:cNvPr>
            <p:cNvSpPr/>
            <p:nvPr/>
          </p:nvSpPr>
          <p:spPr>
            <a:xfrm>
              <a:off x="4022997" y="802723"/>
              <a:ext cx="783503" cy="1075725"/>
            </a:xfrm>
            <a:custGeom>
              <a:avLst/>
              <a:gdLst/>
              <a:ahLst/>
              <a:cxnLst/>
              <a:rect l="l" t="t" r="r" b="b"/>
              <a:pathLst>
                <a:path w="15937" h="21881" extrusionOk="0">
                  <a:moveTo>
                    <a:pt x="15722" y="216"/>
                  </a:moveTo>
                  <a:lnTo>
                    <a:pt x="15722" y="1154"/>
                  </a:lnTo>
                  <a:cubicBezTo>
                    <a:pt x="13202" y="1175"/>
                    <a:pt x="10746" y="1942"/>
                    <a:pt x="8660" y="3356"/>
                  </a:cubicBezTo>
                  <a:cubicBezTo>
                    <a:pt x="2823" y="7314"/>
                    <a:pt x="1301" y="15254"/>
                    <a:pt x="5260" y="21091"/>
                  </a:cubicBezTo>
                  <a:lnTo>
                    <a:pt x="4483" y="21627"/>
                  </a:lnTo>
                  <a:cubicBezTo>
                    <a:pt x="2962" y="19385"/>
                    <a:pt x="2138" y="16740"/>
                    <a:pt x="2117" y="14030"/>
                  </a:cubicBezTo>
                  <a:cubicBezTo>
                    <a:pt x="2059" y="6459"/>
                    <a:pt x="8151" y="274"/>
                    <a:pt x="15722" y="216"/>
                  </a:cubicBezTo>
                  <a:close/>
                  <a:moveTo>
                    <a:pt x="15829" y="0"/>
                  </a:moveTo>
                  <a:cubicBezTo>
                    <a:pt x="13004" y="0"/>
                    <a:pt x="10245" y="861"/>
                    <a:pt x="7920" y="2464"/>
                  </a:cubicBezTo>
                  <a:cubicBezTo>
                    <a:pt x="1590" y="6833"/>
                    <a:pt x="0" y="15506"/>
                    <a:pt x="4369" y="21835"/>
                  </a:cubicBezTo>
                  <a:cubicBezTo>
                    <a:pt x="4389" y="21864"/>
                    <a:pt x="4422" y="21880"/>
                    <a:pt x="4456" y="21880"/>
                  </a:cubicBezTo>
                  <a:cubicBezTo>
                    <a:pt x="4482" y="21880"/>
                    <a:pt x="4506" y="21873"/>
                    <a:pt x="4526" y="21859"/>
                  </a:cubicBezTo>
                  <a:lnTo>
                    <a:pt x="5469" y="21207"/>
                  </a:lnTo>
                  <a:cubicBezTo>
                    <a:pt x="5491" y="21189"/>
                    <a:pt x="5508" y="21164"/>
                    <a:pt x="5514" y="21136"/>
                  </a:cubicBezTo>
                  <a:cubicBezTo>
                    <a:pt x="5518" y="21109"/>
                    <a:pt x="5512" y="21081"/>
                    <a:pt x="5497" y="21057"/>
                  </a:cubicBezTo>
                  <a:cubicBezTo>
                    <a:pt x="4047" y="18959"/>
                    <a:pt x="3271" y="16469"/>
                    <a:pt x="3271" y="13919"/>
                  </a:cubicBezTo>
                  <a:cubicBezTo>
                    <a:pt x="3273" y="6987"/>
                    <a:pt x="8893" y="1367"/>
                    <a:pt x="15826" y="1367"/>
                  </a:cubicBezTo>
                  <a:cubicBezTo>
                    <a:pt x="15827" y="1367"/>
                    <a:pt x="15828" y="1367"/>
                    <a:pt x="15829" y="1367"/>
                  </a:cubicBezTo>
                  <a:cubicBezTo>
                    <a:pt x="15888" y="1367"/>
                    <a:pt x="15936" y="1319"/>
                    <a:pt x="15936" y="1261"/>
                  </a:cubicBezTo>
                  <a:lnTo>
                    <a:pt x="15936" y="107"/>
                  </a:lnTo>
                  <a:cubicBezTo>
                    <a:pt x="15936" y="48"/>
                    <a:pt x="15887" y="0"/>
                    <a:pt x="15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1319;p43">
              <a:extLst>
                <a:ext uri="{FF2B5EF4-FFF2-40B4-BE49-F238E27FC236}">
                  <a16:creationId xmlns:a16="http://schemas.microsoft.com/office/drawing/2014/main" id="{FC777FF7-BFF6-2CB1-1D3A-DF91F48F3AF3}"/>
                </a:ext>
              </a:extLst>
            </p:cNvPr>
            <p:cNvSpPr/>
            <p:nvPr/>
          </p:nvSpPr>
          <p:spPr>
            <a:xfrm>
              <a:off x="4905120" y="813244"/>
              <a:ext cx="294287" cy="171184"/>
            </a:xfrm>
            <a:custGeom>
              <a:avLst/>
              <a:gdLst/>
              <a:ahLst/>
              <a:cxnLst/>
              <a:rect l="l" t="t" r="r" b="b"/>
              <a:pathLst>
                <a:path w="5986" h="3482" extrusionOk="0">
                  <a:moveTo>
                    <a:pt x="396" y="230"/>
                  </a:moveTo>
                  <a:cubicBezTo>
                    <a:pt x="2307" y="581"/>
                    <a:pt x="4120" y="1341"/>
                    <a:pt x="5712" y="2454"/>
                  </a:cubicBezTo>
                  <a:lnTo>
                    <a:pt x="5171" y="3224"/>
                  </a:lnTo>
                  <a:cubicBezTo>
                    <a:pt x="3691" y="2189"/>
                    <a:pt x="2007" y="1484"/>
                    <a:pt x="232" y="1156"/>
                  </a:cubicBezTo>
                  <a:lnTo>
                    <a:pt x="396" y="230"/>
                  </a:lnTo>
                  <a:close/>
                  <a:moveTo>
                    <a:pt x="310" y="0"/>
                  </a:moveTo>
                  <a:cubicBezTo>
                    <a:pt x="260" y="0"/>
                    <a:pt x="217" y="37"/>
                    <a:pt x="209" y="87"/>
                  </a:cubicBezTo>
                  <a:lnTo>
                    <a:pt x="6" y="1222"/>
                  </a:lnTo>
                  <a:cubicBezTo>
                    <a:pt x="0" y="1250"/>
                    <a:pt x="6" y="1280"/>
                    <a:pt x="23" y="1303"/>
                  </a:cubicBezTo>
                  <a:cubicBezTo>
                    <a:pt x="39" y="1326"/>
                    <a:pt x="64" y="1341"/>
                    <a:pt x="91" y="1345"/>
                  </a:cubicBezTo>
                  <a:cubicBezTo>
                    <a:pt x="1909" y="1667"/>
                    <a:pt x="3633" y="2387"/>
                    <a:pt x="5137" y="3459"/>
                  </a:cubicBezTo>
                  <a:cubicBezTo>
                    <a:pt x="5155" y="3471"/>
                    <a:pt x="5176" y="3479"/>
                    <a:pt x="5198" y="3479"/>
                  </a:cubicBezTo>
                  <a:lnTo>
                    <a:pt x="5198" y="3477"/>
                  </a:lnTo>
                  <a:lnTo>
                    <a:pt x="5216" y="3482"/>
                  </a:lnTo>
                  <a:cubicBezTo>
                    <a:pt x="5244" y="3479"/>
                    <a:pt x="5268" y="3462"/>
                    <a:pt x="5284" y="3440"/>
                  </a:cubicBezTo>
                  <a:lnTo>
                    <a:pt x="5951" y="2498"/>
                  </a:lnTo>
                  <a:cubicBezTo>
                    <a:pt x="5951" y="2498"/>
                    <a:pt x="5951" y="2496"/>
                    <a:pt x="5951" y="2496"/>
                  </a:cubicBezTo>
                  <a:cubicBezTo>
                    <a:pt x="5986" y="2448"/>
                    <a:pt x="5974" y="2381"/>
                    <a:pt x="5926" y="2347"/>
                  </a:cubicBezTo>
                  <a:cubicBezTo>
                    <a:pt x="4259" y="1160"/>
                    <a:pt x="2348" y="359"/>
                    <a:pt x="332" y="2"/>
                  </a:cubicBezTo>
                  <a:lnTo>
                    <a:pt x="329" y="2"/>
                  </a:lnTo>
                  <a:cubicBezTo>
                    <a:pt x="323" y="1"/>
                    <a:pt x="317" y="0"/>
                    <a:pt x="3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1320;p43">
              <a:extLst>
                <a:ext uri="{FF2B5EF4-FFF2-40B4-BE49-F238E27FC236}">
                  <a16:creationId xmlns:a16="http://schemas.microsoft.com/office/drawing/2014/main" id="{D0497247-3029-688D-C37A-EC28B6332BF2}"/>
                </a:ext>
              </a:extLst>
            </p:cNvPr>
            <p:cNvSpPr/>
            <p:nvPr/>
          </p:nvSpPr>
          <p:spPr>
            <a:xfrm>
              <a:off x="4938648" y="600026"/>
              <a:ext cx="385729" cy="228950"/>
            </a:xfrm>
            <a:custGeom>
              <a:avLst/>
              <a:gdLst/>
              <a:ahLst/>
              <a:cxnLst/>
              <a:rect l="l" t="t" r="r" b="b"/>
              <a:pathLst>
                <a:path w="7846" h="4657" extrusionOk="0">
                  <a:moveTo>
                    <a:pt x="494" y="228"/>
                  </a:moveTo>
                  <a:cubicBezTo>
                    <a:pt x="3044" y="691"/>
                    <a:pt x="5462" y="1704"/>
                    <a:pt x="7580" y="3194"/>
                  </a:cubicBezTo>
                  <a:lnTo>
                    <a:pt x="6727" y="4390"/>
                  </a:lnTo>
                  <a:cubicBezTo>
                    <a:pt x="4784" y="3026"/>
                    <a:pt x="2569" y="2098"/>
                    <a:pt x="232" y="1671"/>
                  </a:cubicBezTo>
                  <a:lnTo>
                    <a:pt x="494" y="228"/>
                  </a:lnTo>
                  <a:close/>
                  <a:moveTo>
                    <a:pt x="403" y="0"/>
                  </a:moveTo>
                  <a:cubicBezTo>
                    <a:pt x="352" y="0"/>
                    <a:pt x="307" y="38"/>
                    <a:pt x="298" y="90"/>
                  </a:cubicBezTo>
                  <a:lnTo>
                    <a:pt x="5" y="1742"/>
                  </a:lnTo>
                  <a:cubicBezTo>
                    <a:pt x="0" y="1769"/>
                    <a:pt x="6" y="1797"/>
                    <a:pt x="21" y="1821"/>
                  </a:cubicBezTo>
                  <a:cubicBezTo>
                    <a:pt x="37" y="1845"/>
                    <a:pt x="63" y="1861"/>
                    <a:pt x="91" y="1866"/>
                  </a:cubicBezTo>
                  <a:cubicBezTo>
                    <a:pt x="2470" y="2287"/>
                    <a:pt x="4726" y="3234"/>
                    <a:pt x="6691" y="4638"/>
                  </a:cubicBezTo>
                  <a:cubicBezTo>
                    <a:pt x="6709" y="4650"/>
                    <a:pt x="6732" y="4656"/>
                    <a:pt x="6754" y="4656"/>
                  </a:cubicBezTo>
                  <a:lnTo>
                    <a:pt x="6772" y="4646"/>
                  </a:lnTo>
                  <a:cubicBezTo>
                    <a:pt x="6800" y="4641"/>
                    <a:pt x="6825" y="4626"/>
                    <a:pt x="6840" y="4604"/>
                  </a:cubicBezTo>
                  <a:lnTo>
                    <a:pt x="7811" y="3233"/>
                  </a:lnTo>
                  <a:cubicBezTo>
                    <a:pt x="7811" y="3231"/>
                    <a:pt x="7811" y="3231"/>
                    <a:pt x="7811" y="3231"/>
                  </a:cubicBezTo>
                  <a:cubicBezTo>
                    <a:pt x="7845" y="3184"/>
                    <a:pt x="7833" y="3117"/>
                    <a:pt x="7786" y="3082"/>
                  </a:cubicBezTo>
                  <a:cubicBezTo>
                    <a:pt x="5591" y="1522"/>
                    <a:pt x="3075" y="468"/>
                    <a:pt x="422" y="2"/>
                  </a:cubicBezTo>
                  <a:cubicBezTo>
                    <a:pt x="415" y="1"/>
                    <a:pt x="409" y="0"/>
                    <a:pt x="4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1321;p43">
              <a:extLst>
                <a:ext uri="{FF2B5EF4-FFF2-40B4-BE49-F238E27FC236}">
                  <a16:creationId xmlns:a16="http://schemas.microsoft.com/office/drawing/2014/main" id="{F6CFC2DD-3947-49ED-94AA-2D1ADF5C778D}"/>
                </a:ext>
              </a:extLst>
            </p:cNvPr>
            <p:cNvSpPr/>
            <p:nvPr/>
          </p:nvSpPr>
          <p:spPr>
            <a:xfrm>
              <a:off x="4280412" y="900114"/>
              <a:ext cx="1529101" cy="1487116"/>
            </a:xfrm>
            <a:custGeom>
              <a:avLst/>
              <a:gdLst/>
              <a:ahLst/>
              <a:cxnLst/>
              <a:rect l="l" t="t" r="r" b="b"/>
              <a:pathLst>
                <a:path w="31103" h="30249" extrusionOk="0">
                  <a:moveTo>
                    <a:pt x="24454" y="1"/>
                  </a:moveTo>
                  <a:cubicBezTo>
                    <a:pt x="24427" y="1"/>
                    <a:pt x="24399" y="11"/>
                    <a:pt x="24377" y="31"/>
                  </a:cubicBezTo>
                  <a:lnTo>
                    <a:pt x="23098" y="1121"/>
                  </a:lnTo>
                  <a:cubicBezTo>
                    <a:pt x="23078" y="1140"/>
                    <a:pt x="23064" y="1165"/>
                    <a:pt x="23063" y="1194"/>
                  </a:cubicBezTo>
                  <a:cubicBezTo>
                    <a:pt x="23060" y="1222"/>
                    <a:pt x="23069" y="1250"/>
                    <a:pt x="23088" y="1272"/>
                  </a:cubicBezTo>
                  <a:cubicBezTo>
                    <a:pt x="27996" y="6984"/>
                    <a:pt x="28392" y="15303"/>
                    <a:pt x="24050" y="21457"/>
                  </a:cubicBezTo>
                  <a:cubicBezTo>
                    <a:pt x="20849" y="25993"/>
                    <a:pt x="15769" y="28416"/>
                    <a:pt x="10609" y="28416"/>
                  </a:cubicBezTo>
                  <a:cubicBezTo>
                    <a:pt x="7334" y="28416"/>
                    <a:pt x="4027" y="27440"/>
                    <a:pt x="1149" y="25408"/>
                  </a:cubicBezTo>
                  <a:cubicBezTo>
                    <a:pt x="1130" y="25397"/>
                    <a:pt x="1109" y="25390"/>
                    <a:pt x="1087" y="25390"/>
                  </a:cubicBezTo>
                  <a:cubicBezTo>
                    <a:pt x="1081" y="25390"/>
                    <a:pt x="1076" y="25391"/>
                    <a:pt x="1070" y="25392"/>
                  </a:cubicBezTo>
                  <a:cubicBezTo>
                    <a:pt x="1041" y="25396"/>
                    <a:pt x="1016" y="25413"/>
                    <a:pt x="998" y="25436"/>
                  </a:cubicBezTo>
                  <a:lnTo>
                    <a:pt x="35" y="26811"/>
                  </a:lnTo>
                  <a:cubicBezTo>
                    <a:pt x="35" y="26812"/>
                    <a:pt x="33" y="26812"/>
                    <a:pt x="33" y="26814"/>
                  </a:cubicBezTo>
                  <a:cubicBezTo>
                    <a:pt x="1" y="26861"/>
                    <a:pt x="13" y="26925"/>
                    <a:pt x="60" y="26958"/>
                  </a:cubicBezTo>
                  <a:cubicBezTo>
                    <a:pt x="2827" y="28904"/>
                    <a:pt x="6078" y="30043"/>
                    <a:pt x="9454" y="30247"/>
                  </a:cubicBezTo>
                  <a:cubicBezTo>
                    <a:pt x="9455" y="30247"/>
                    <a:pt x="9456" y="30247"/>
                    <a:pt x="9457" y="30247"/>
                  </a:cubicBezTo>
                  <a:cubicBezTo>
                    <a:pt x="9515" y="30247"/>
                    <a:pt x="9563" y="30205"/>
                    <a:pt x="9567" y="30146"/>
                  </a:cubicBezTo>
                  <a:lnTo>
                    <a:pt x="9567" y="30144"/>
                  </a:lnTo>
                  <a:cubicBezTo>
                    <a:pt x="9570" y="30086"/>
                    <a:pt x="9525" y="30037"/>
                    <a:pt x="9467" y="30036"/>
                  </a:cubicBezTo>
                  <a:cubicBezTo>
                    <a:pt x="6166" y="29830"/>
                    <a:pt x="2984" y="28724"/>
                    <a:pt x="270" y="26838"/>
                  </a:cubicBezTo>
                  <a:lnTo>
                    <a:pt x="1122" y="25636"/>
                  </a:lnTo>
                  <a:cubicBezTo>
                    <a:pt x="3982" y="27616"/>
                    <a:pt x="7293" y="28595"/>
                    <a:pt x="10593" y="28595"/>
                  </a:cubicBezTo>
                  <a:cubicBezTo>
                    <a:pt x="14426" y="28595"/>
                    <a:pt x="18245" y="27275"/>
                    <a:pt x="21331" y="24670"/>
                  </a:cubicBezTo>
                  <a:cubicBezTo>
                    <a:pt x="28357" y="18741"/>
                    <a:pt x="29248" y="8238"/>
                    <a:pt x="23317" y="1211"/>
                  </a:cubicBezTo>
                  <a:lnTo>
                    <a:pt x="24433" y="259"/>
                  </a:lnTo>
                  <a:cubicBezTo>
                    <a:pt x="26998" y="3296"/>
                    <a:pt x="28493" y="7093"/>
                    <a:pt x="28686" y="11062"/>
                  </a:cubicBezTo>
                  <a:cubicBezTo>
                    <a:pt x="29173" y="21055"/>
                    <a:pt x="21468" y="29550"/>
                    <a:pt x="11476" y="30037"/>
                  </a:cubicBezTo>
                  <a:cubicBezTo>
                    <a:pt x="11416" y="30040"/>
                    <a:pt x="11372" y="30089"/>
                    <a:pt x="11373" y="30149"/>
                  </a:cubicBezTo>
                  <a:cubicBezTo>
                    <a:pt x="11378" y="30204"/>
                    <a:pt x="11424" y="30249"/>
                    <a:pt x="11480" y="30249"/>
                  </a:cubicBezTo>
                  <a:lnTo>
                    <a:pt x="11489" y="30238"/>
                  </a:lnTo>
                  <a:cubicBezTo>
                    <a:pt x="15541" y="30040"/>
                    <a:pt x="19412" y="28504"/>
                    <a:pt x="22495" y="25870"/>
                  </a:cubicBezTo>
                  <a:cubicBezTo>
                    <a:pt x="30192" y="19296"/>
                    <a:pt x="31103" y="7727"/>
                    <a:pt x="24529" y="31"/>
                  </a:cubicBezTo>
                  <a:cubicBezTo>
                    <a:pt x="24508" y="11"/>
                    <a:pt x="24481" y="1"/>
                    <a:pt x="2445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1322;p43">
              <a:extLst>
                <a:ext uri="{FF2B5EF4-FFF2-40B4-BE49-F238E27FC236}">
                  <a16:creationId xmlns:a16="http://schemas.microsoft.com/office/drawing/2014/main" id="{E4333B4C-AAEF-E8D8-3F48-5B860182194A}"/>
                </a:ext>
              </a:extLst>
            </p:cNvPr>
            <p:cNvSpPr/>
            <p:nvPr/>
          </p:nvSpPr>
          <p:spPr>
            <a:xfrm>
              <a:off x="1912992" y="2890212"/>
              <a:ext cx="1098487" cy="1008225"/>
            </a:xfrm>
            <a:custGeom>
              <a:avLst/>
              <a:gdLst/>
              <a:ahLst/>
              <a:cxnLst/>
              <a:rect l="l" t="t" r="r" b="b"/>
              <a:pathLst>
                <a:path w="22344" h="20508" extrusionOk="0">
                  <a:moveTo>
                    <a:pt x="11000" y="1060"/>
                  </a:moveTo>
                  <a:cubicBezTo>
                    <a:pt x="11047" y="1060"/>
                    <a:pt x="11094" y="1060"/>
                    <a:pt x="11141" y="1061"/>
                  </a:cubicBezTo>
                  <a:cubicBezTo>
                    <a:pt x="16217" y="1138"/>
                    <a:pt x="20269" y="5316"/>
                    <a:pt x="20192" y="10393"/>
                  </a:cubicBezTo>
                  <a:cubicBezTo>
                    <a:pt x="20115" y="15421"/>
                    <a:pt x="16015" y="19446"/>
                    <a:pt x="11002" y="19446"/>
                  </a:cubicBezTo>
                  <a:cubicBezTo>
                    <a:pt x="10955" y="19446"/>
                    <a:pt x="10907" y="19445"/>
                    <a:pt x="10859" y="19445"/>
                  </a:cubicBezTo>
                  <a:cubicBezTo>
                    <a:pt x="10326" y="19445"/>
                    <a:pt x="9795" y="19397"/>
                    <a:pt x="9269" y="19305"/>
                  </a:cubicBezTo>
                  <a:cubicBezTo>
                    <a:pt x="4263" y="18419"/>
                    <a:pt x="924" y="13642"/>
                    <a:pt x="1810" y="8638"/>
                  </a:cubicBezTo>
                  <a:cubicBezTo>
                    <a:pt x="2045" y="7305"/>
                    <a:pt x="2577" y="6043"/>
                    <a:pt x="3364" y="4944"/>
                  </a:cubicBezTo>
                  <a:cubicBezTo>
                    <a:pt x="5088" y="2510"/>
                    <a:pt x="7886" y="1062"/>
                    <a:pt x="10868" y="1061"/>
                  </a:cubicBezTo>
                  <a:lnTo>
                    <a:pt x="10859" y="1061"/>
                  </a:lnTo>
                  <a:cubicBezTo>
                    <a:pt x="10906" y="1060"/>
                    <a:pt x="10953" y="1060"/>
                    <a:pt x="11000" y="1060"/>
                  </a:cubicBezTo>
                  <a:close/>
                  <a:moveTo>
                    <a:pt x="10864" y="850"/>
                  </a:moveTo>
                  <a:cubicBezTo>
                    <a:pt x="8703" y="850"/>
                    <a:pt x="6532" y="1590"/>
                    <a:pt x="4761" y="3102"/>
                  </a:cubicBezTo>
                  <a:cubicBezTo>
                    <a:pt x="3105" y="4515"/>
                    <a:pt x="1990" y="6458"/>
                    <a:pt x="1607" y="8601"/>
                  </a:cubicBezTo>
                  <a:cubicBezTo>
                    <a:pt x="1512" y="9135"/>
                    <a:pt x="1464" y="9677"/>
                    <a:pt x="1464" y="10221"/>
                  </a:cubicBezTo>
                  <a:cubicBezTo>
                    <a:pt x="1454" y="15423"/>
                    <a:pt x="5665" y="19649"/>
                    <a:pt x="10868" y="19659"/>
                  </a:cubicBezTo>
                  <a:cubicBezTo>
                    <a:pt x="13106" y="19658"/>
                    <a:pt x="15271" y="18860"/>
                    <a:pt x="16973" y="17406"/>
                  </a:cubicBezTo>
                  <a:cubicBezTo>
                    <a:pt x="20923" y="14034"/>
                    <a:pt x="21392" y="8098"/>
                    <a:pt x="18020" y="4147"/>
                  </a:cubicBezTo>
                  <a:cubicBezTo>
                    <a:pt x="16160" y="1969"/>
                    <a:pt x="13520" y="850"/>
                    <a:pt x="10864" y="850"/>
                  </a:cubicBezTo>
                  <a:close/>
                  <a:moveTo>
                    <a:pt x="10864" y="214"/>
                  </a:moveTo>
                  <a:lnTo>
                    <a:pt x="10864" y="214"/>
                  </a:lnTo>
                  <a:cubicBezTo>
                    <a:pt x="11455" y="214"/>
                    <a:pt x="12046" y="266"/>
                    <a:pt x="12627" y="370"/>
                  </a:cubicBezTo>
                  <a:cubicBezTo>
                    <a:pt x="18087" y="1345"/>
                    <a:pt x="21723" y="6562"/>
                    <a:pt x="20747" y="12022"/>
                  </a:cubicBezTo>
                  <a:cubicBezTo>
                    <a:pt x="19879" y="16885"/>
                    <a:pt x="15646" y="20300"/>
                    <a:pt x="10873" y="20300"/>
                  </a:cubicBezTo>
                  <a:cubicBezTo>
                    <a:pt x="10287" y="20300"/>
                    <a:pt x="9692" y="20248"/>
                    <a:pt x="9095" y="20142"/>
                  </a:cubicBezTo>
                  <a:cubicBezTo>
                    <a:pt x="3637" y="19166"/>
                    <a:pt x="1" y="13951"/>
                    <a:pt x="976" y="8491"/>
                  </a:cubicBezTo>
                  <a:cubicBezTo>
                    <a:pt x="1231" y="7037"/>
                    <a:pt x="1807" y="5659"/>
                    <a:pt x="2663" y="4456"/>
                  </a:cubicBezTo>
                  <a:cubicBezTo>
                    <a:pt x="3147" y="3777"/>
                    <a:pt x="3714" y="3160"/>
                    <a:pt x="4350" y="2620"/>
                  </a:cubicBezTo>
                  <a:cubicBezTo>
                    <a:pt x="6165" y="1066"/>
                    <a:pt x="8476" y="215"/>
                    <a:pt x="10864" y="214"/>
                  </a:cubicBezTo>
                  <a:close/>
                  <a:moveTo>
                    <a:pt x="10865" y="1"/>
                  </a:moveTo>
                  <a:cubicBezTo>
                    <a:pt x="8510" y="1"/>
                    <a:pt x="6142" y="808"/>
                    <a:pt x="4210" y="2457"/>
                  </a:cubicBezTo>
                  <a:cubicBezTo>
                    <a:pt x="1923" y="4406"/>
                    <a:pt x="607" y="7262"/>
                    <a:pt x="610" y="10268"/>
                  </a:cubicBezTo>
                  <a:cubicBezTo>
                    <a:pt x="616" y="15926"/>
                    <a:pt x="5202" y="20508"/>
                    <a:pt x="10857" y="20508"/>
                  </a:cubicBezTo>
                  <a:cubicBezTo>
                    <a:pt x="10861" y="20508"/>
                    <a:pt x="10865" y="20508"/>
                    <a:pt x="10868" y="20508"/>
                  </a:cubicBezTo>
                  <a:cubicBezTo>
                    <a:pt x="13310" y="20508"/>
                    <a:pt x="15672" y="19637"/>
                    <a:pt x="17528" y="18051"/>
                  </a:cubicBezTo>
                  <a:cubicBezTo>
                    <a:pt x="21834" y="14373"/>
                    <a:pt x="22344" y="7901"/>
                    <a:pt x="18666" y="3595"/>
                  </a:cubicBezTo>
                  <a:cubicBezTo>
                    <a:pt x="16638" y="1220"/>
                    <a:pt x="13761" y="1"/>
                    <a:pt x="1086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1323;p43">
              <a:extLst>
                <a:ext uri="{FF2B5EF4-FFF2-40B4-BE49-F238E27FC236}">
                  <a16:creationId xmlns:a16="http://schemas.microsoft.com/office/drawing/2014/main" id="{896772D3-5D06-62F5-45FD-54B25051C863}"/>
                </a:ext>
              </a:extLst>
            </p:cNvPr>
            <p:cNvSpPr/>
            <p:nvPr/>
          </p:nvSpPr>
          <p:spPr>
            <a:xfrm>
              <a:off x="1912992" y="2890212"/>
              <a:ext cx="1098487" cy="1008225"/>
            </a:xfrm>
            <a:custGeom>
              <a:avLst/>
              <a:gdLst/>
              <a:ahLst/>
              <a:cxnLst/>
              <a:rect l="l" t="t" r="r" b="b"/>
              <a:pathLst>
                <a:path w="22344" h="20508" extrusionOk="0">
                  <a:moveTo>
                    <a:pt x="11000" y="1060"/>
                  </a:moveTo>
                  <a:cubicBezTo>
                    <a:pt x="11047" y="1060"/>
                    <a:pt x="11094" y="1060"/>
                    <a:pt x="11141" y="1061"/>
                  </a:cubicBezTo>
                  <a:cubicBezTo>
                    <a:pt x="16217" y="1138"/>
                    <a:pt x="20269" y="5316"/>
                    <a:pt x="20192" y="10393"/>
                  </a:cubicBezTo>
                  <a:cubicBezTo>
                    <a:pt x="20115" y="15421"/>
                    <a:pt x="16015" y="19446"/>
                    <a:pt x="11002" y="19446"/>
                  </a:cubicBezTo>
                  <a:cubicBezTo>
                    <a:pt x="10955" y="19446"/>
                    <a:pt x="10907" y="19445"/>
                    <a:pt x="10859" y="19445"/>
                  </a:cubicBezTo>
                  <a:cubicBezTo>
                    <a:pt x="10326" y="19445"/>
                    <a:pt x="9795" y="19397"/>
                    <a:pt x="9269" y="19305"/>
                  </a:cubicBezTo>
                  <a:cubicBezTo>
                    <a:pt x="4263" y="18419"/>
                    <a:pt x="924" y="13642"/>
                    <a:pt x="1810" y="8638"/>
                  </a:cubicBezTo>
                  <a:cubicBezTo>
                    <a:pt x="2045" y="7305"/>
                    <a:pt x="2577" y="6043"/>
                    <a:pt x="3364" y="4944"/>
                  </a:cubicBezTo>
                  <a:cubicBezTo>
                    <a:pt x="5088" y="2510"/>
                    <a:pt x="7886" y="1062"/>
                    <a:pt x="10868" y="1061"/>
                  </a:cubicBezTo>
                  <a:lnTo>
                    <a:pt x="10859" y="1061"/>
                  </a:lnTo>
                  <a:cubicBezTo>
                    <a:pt x="10906" y="1060"/>
                    <a:pt x="10953" y="1060"/>
                    <a:pt x="11000" y="1060"/>
                  </a:cubicBezTo>
                  <a:close/>
                  <a:moveTo>
                    <a:pt x="10864" y="850"/>
                  </a:moveTo>
                  <a:cubicBezTo>
                    <a:pt x="8703" y="850"/>
                    <a:pt x="6532" y="1590"/>
                    <a:pt x="4761" y="3102"/>
                  </a:cubicBezTo>
                  <a:cubicBezTo>
                    <a:pt x="3105" y="4515"/>
                    <a:pt x="1990" y="6458"/>
                    <a:pt x="1607" y="8601"/>
                  </a:cubicBezTo>
                  <a:cubicBezTo>
                    <a:pt x="1512" y="9135"/>
                    <a:pt x="1464" y="9677"/>
                    <a:pt x="1464" y="10221"/>
                  </a:cubicBezTo>
                  <a:cubicBezTo>
                    <a:pt x="1454" y="15423"/>
                    <a:pt x="5665" y="19649"/>
                    <a:pt x="10868" y="19659"/>
                  </a:cubicBezTo>
                  <a:cubicBezTo>
                    <a:pt x="13106" y="19658"/>
                    <a:pt x="15271" y="18860"/>
                    <a:pt x="16973" y="17406"/>
                  </a:cubicBezTo>
                  <a:cubicBezTo>
                    <a:pt x="20923" y="14034"/>
                    <a:pt x="21392" y="8098"/>
                    <a:pt x="18020" y="4147"/>
                  </a:cubicBezTo>
                  <a:cubicBezTo>
                    <a:pt x="16160" y="1969"/>
                    <a:pt x="13520" y="850"/>
                    <a:pt x="10864" y="850"/>
                  </a:cubicBezTo>
                  <a:close/>
                  <a:moveTo>
                    <a:pt x="10864" y="214"/>
                  </a:moveTo>
                  <a:lnTo>
                    <a:pt x="10864" y="214"/>
                  </a:lnTo>
                  <a:cubicBezTo>
                    <a:pt x="11455" y="214"/>
                    <a:pt x="12046" y="266"/>
                    <a:pt x="12627" y="370"/>
                  </a:cubicBezTo>
                  <a:cubicBezTo>
                    <a:pt x="18087" y="1345"/>
                    <a:pt x="21723" y="6562"/>
                    <a:pt x="20747" y="12022"/>
                  </a:cubicBezTo>
                  <a:cubicBezTo>
                    <a:pt x="19879" y="16885"/>
                    <a:pt x="15646" y="20300"/>
                    <a:pt x="10873" y="20300"/>
                  </a:cubicBezTo>
                  <a:cubicBezTo>
                    <a:pt x="10287" y="20300"/>
                    <a:pt x="9692" y="20248"/>
                    <a:pt x="9095" y="20142"/>
                  </a:cubicBezTo>
                  <a:cubicBezTo>
                    <a:pt x="3637" y="19166"/>
                    <a:pt x="1" y="13951"/>
                    <a:pt x="976" y="8491"/>
                  </a:cubicBezTo>
                  <a:cubicBezTo>
                    <a:pt x="1231" y="7037"/>
                    <a:pt x="1807" y="5659"/>
                    <a:pt x="2663" y="4456"/>
                  </a:cubicBezTo>
                  <a:cubicBezTo>
                    <a:pt x="3147" y="3777"/>
                    <a:pt x="3714" y="3160"/>
                    <a:pt x="4350" y="2620"/>
                  </a:cubicBezTo>
                  <a:cubicBezTo>
                    <a:pt x="6165" y="1066"/>
                    <a:pt x="8476" y="215"/>
                    <a:pt x="10864" y="214"/>
                  </a:cubicBezTo>
                  <a:close/>
                  <a:moveTo>
                    <a:pt x="10865" y="1"/>
                  </a:moveTo>
                  <a:cubicBezTo>
                    <a:pt x="8510" y="1"/>
                    <a:pt x="6142" y="808"/>
                    <a:pt x="4210" y="2457"/>
                  </a:cubicBezTo>
                  <a:cubicBezTo>
                    <a:pt x="1923" y="4406"/>
                    <a:pt x="607" y="7262"/>
                    <a:pt x="610" y="10268"/>
                  </a:cubicBezTo>
                  <a:cubicBezTo>
                    <a:pt x="616" y="15926"/>
                    <a:pt x="5202" y="20508"/>
                    <a:pt x="10857" y="20508"/>
                  </a:cubicBezTo>
                  <a:cubicBezTo>
                    <a:pt x="10861" y="20508"/>
                    <a:pt x="10865" y="20508"/>
                    <a:pt x="10868" y="20508"/>
                  </a:cubicBezTo>
                  <a:cubicBezTo>
                    <a:pt x="13310" y="20508"/>
                    <a:pt x="15672" y="19637"/>
                    <a:pt x="17528" y="18051"/>
                  </a:cubicBezTo>
                  <a:cubicBezTo>
                    <a:pt x="21834" y="14373"/>
                    <a:pt x="22344" y="7901"/>
                    <a:pt x="18666" y="3595"/>
                  </a:cubicBezTo>
                  <a:cubicBezTo>
                    <a:pt x="16638" y="1220"/>
                    <a:pt x="13761" y="1"/>
                    <a:pt x="1086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1324;p43">
              <a:extLst>
                <a:ext uri="{FF2B5EF4-FFF2-40B4-BE49-F238E27FC236}">
                  <a16:creationId xmlns:a16="http://schemas.microsoft.com/office/drawing/2014/main" id="{E5E17D10-B294-CFEB-4A9E-20E1761F4F34}"/>
                </a:ext>
              </a:extLst>
            </p:cNvPr>
            <p:cNvSpPr/>
            <p:nvPr/>
          </p:nvSpPr>
          <p:spPr>
            <a:xfrm>
              <a:off x="1845196" y="2794492"/>
              <a:ext cx="1284813" cy="1201777"/>
            </a:xfrm>
            <a:custGeom>
              <a:avLst/>
              <a:gdLst/>
              <a:ahLst/>
              <a:cxnLst/>
              <a:rect l="l" t="t" r="r" b="b"/>
              <a:pathLst>
                <a:path w="26134" h="24445" extrusionOk="0">
                  <a:moveTo>
                    <a:pt x="12241" y="2161"/>
                  </a:moveTo>
                  <a:cubicBezTo>
                    <a:pt x="12509" y="2161"/>
                    <a:pt x="12779" y="2173"/>
                    <a:pt x="13048" y="2193"/>
                  </a:cubicBezTo>
                  <a:cubicBezTo>
                    <a:pt x="15723" y="2403"/>
                    <a:pt x="18154" y="3644"/>
                    <a:pt x="19896" y="5683"/>
                  </a:cubicBezTo>
                  <a:cubicBezTo>
                    <a:pt x="21436" y="7487"/>
                    <a:pt x="22289" y="9782"/>
                    <a:pt x="22301" y="12153"/>
                  </a:cubicBezTo>
                  <a:cubicBezTo>
                    <a:pt x="22293" y="12166"/>
                    <a:pt x="22290" y="12183"/>
                    <a:pt x="22290" y="12199"/>
                  </a:cubicBezTo>
                  <a:cubicBezTo>
                    <a:pt x="22290" y="14882"/>
                    <a:pt x="21246" y="17403"/>
                    <a:pt x="19351" y="19301"/>
                  </a:cubicBezTo>
                  <a:cubicBezTo>
                    <a:pt x="17454" y="21198"/>
                    <a:pt x="14933" y="22243"/>
                    <a:pt x="12250" y="22245"/>
                  </a:cubicBezTo>
                  <a:lnTo>
                    <a:pt x="12247" y="22245"/>
                  </a:lnTo>
                  <a:cubicBezTo>
                    <a:pt x="6712" y="22245"/>
                    <a:pt x="2208" y="17742"/>
                    <a:pt x="2206" y="12206"/>
                  </a:cubicBezTo>
                  <a:cubicBezTo>
                    <a:pt x="2205" y="10116"/>
                    <a:pt x="2842" y="8109"/>
                    <a:pt x="4049" y="6403"/>
                  </a:cubicBezTo>
                  <a:cubicBezTo>
                    <a:pt x="4533" y="5724"/>
                    <a:pt x="5102" y="5106"/>
                    <a:pt x="5738" y="4567"/>
                  </a:cubicBezTo>
                  <a:cubicBezTo>
                    <a:pt x="7572" y="3000"/>
                    <a:pt x="9856" y="2161"/>
                    <a:pt x="12241" y="2161"/>
                  </a:cubicBezTo>
                  <a:close/>
                  <a:moveTo>
                    <a:pt x="12241" y="1948"/>
                  </a:moveTo>
                  <a:cubicBezTo>
                    <a:pt x="9804" y="1948"/>
                    <a:pt x="7472" y="2806"/>
                    <a:pt x="5599" y="4404"/>
                  </a:cubicBezTo>
                  <a:cubicBezTo>
                    <a:pt x="4950" y="4955"/>
                    <a:pt x="4371" y="5585"/>
                    <a:pt x="3875" y="6279"/>
                  </a:cubicBezTo>
                  <a:cubicBezTo>
                    <a:pt x="2642" y="8021"/>
                    <a:pt x="1992" y="10071"/>
                    <a:pt x="1992" y="12206"/>
                  </a:cubicBezTo>
                  <a:cubicBezTo>
                    <a:pt x="1993" y="14945"/>
                    <a:pt x="3061" y="17520"/>
                    <a:pt x="4998" y="19456"/>
                  </a:cubicBezTo>
                  <a:cubicBezTo>
                    <a:pt x="6935" y="21392"/>
                    <a:pt x="9509" y="22458"/>
                    <a:pt x="12247" y="22458"/>
                  </a:cubicBezTo>
                  <a:lnTo>
                    <a:pt x="12250" y="22458"/>
                  </a:lnTo>
                  <a:cubicBezTo>
                    <a:pt x="14990" y="22458"/>
                    <a:pt x="17564" y="21390"/>
                    <a:pt x="19501" y="19452"/>
                  </a:cubicBezTo>
                  <a:cubicBezTo>
                    <a:pt x="21427" y="17525"/>
                    <a:pt x="22491" y="14968"/>
                    <a:pt x="22503" y="12247"/>
                  </a:cubicBezTo>
                  <a:cubicBezTo>
                    <a:pt x="22509" y="12232"/>
                    <a:pt x="22514" y="12215"/>
                    <a:pt x="22514" y="12199"/>
                  </a:cubicBezTo>
                  <a:cubicBezTo>
                    <a:pt x="22512" y="9762"/>
                    <a:pt x="21640" y="7399"/>
                    <a:pt x="20057" y="5545"/>
                  </a:cubicBezTo>
                  <a:cubicBezTo>
                    <a:pt x="18279" y="3462"/>
                    <a:pt x="15796" y="2196"/>
                    <a:pt x="13065" y="1980"/>
                  </a:cubicBezTo>
                  <a:cubicBezTo>
                    <a:pt x="12789" y="1959"/>
                    <a:pt x="12514" y="1948"/>
                    <a:pt x="12241" y="1948"/>
                  </a:cubicBezTo>
                  <a:close/>
                  <a:moveTo>
                    <a:pt x="12207" y="214"/>
                  </a:moveTo>
                  <a:cubicBezTo>
                    <a:pt x="14598" y="214"/>
                    <a:pt x="16994" y="920"/>
                    <a:pt x="19059" y="2350"/>
                  </a:cubicBezTo>
                  <a:cubicBezTo>
                    <a:pt x="24522" y="6130"/>
                    <a:pt x="25890" y="13651"/>
                    <a:pt x="22112" y="19114"/>
                  </a:cubicBezTo>
                  <a:cubicBezTo>
                    <a:pt x="21285" y="20285"/>
                    <a:pt x="20270" y="21293"/>
                    <a:pt x="19092" y="22108"/>
                  </a:cubicBezTo>
                  <a:cubicBezTo>
                    <a:pt x="17079" y="23494"/>
                    <a:pt x="14723" y="24228"/>
                    <a:pt x="12279" y="24231"/>
                  </a:cubicBezTo>
                  <a:lnTo>
                    <a:pt x="12262" y="24231"/>
                  </a:lnTo>
                  <a:cubicBezTo>
                    <a:pt x="5626" y="24231"/>
                    <a:pt x="223" y="18837"/>
                    <a:pt x="214" y="12199"/>
                  </a:cubicBezTo>
                  <a:cubicBezTo>
                    <a:pt x="214" y="11492"/>
                    <a:pt x="275" y="10780"/>
                    <a:pt x="397" y="10085"/>
                  </a:cubicBezTo>
                  <a:cubicBezTo>
                    <a:pt x="705" y="8355"/>
                    <a:pt x="1405" y="6682"/>
                    <a:pt x="2422" y="5249"/>
                  </a:cubicBezTo>
                  <a:cubicBezTo>
                    <a:pt x="2992" y="4443"/>
                    <a:pt x="3659" y="3709"/>
                    <a:pt x="4407" y="3064"/>
                  </a:cubicBezTo>
                  <a:cubicBezTo>
                    <a:pt x="4416" y="3060"/>
                    <a:pt x="4425" y="3055"/>
                    <a:pt x="4432" y="3049"/>
                  </a:cubicBezTo>
                  <a:cubicBezTo>
                    <a:pt x="6662" y="1168"/>
                    <a:pt x="9430" y="214"/>
                    <a:pt x="12207" y="214"/>
                  </a:cubicBezTo>
                  <a:close/>
                  <a:moveTo>
                    <a:pt x="12206" y="0"/>
                  </a:moveTo>
                  <a:cubicBezTo>
                    <a:pt x="9389" y="0"/>
                    <a:pt x="6581" y="964"/>
                    <a:pt x="4316" y="2866"/>
                  </a:cubicBezTo>
                  <a:cubicBezTo>
                    <a:pt x="4307" y="2871"/>
                    <a:pt x="4298" y="2877"/>
                    <a:pt x="4289" y="2884"/>
                  </a:cubicBezTo>
                  <a:cubicBezTo>
                    <a:pt x="3521" y="3544"/>
                    <a:pt x="2833" y="4297"/>
                    <a:pt x="2248" y="5125"/>
                  </a:cubicBezTo>
                  <a:cubicBezTo>
                    <a:pt x="1213" y="6584"/>
                    <a:pt x="500" y="8286"/>
                    <a:pt x="187" y="10047"/>
                  </a:cubicBezTo>
                  <a:cubicBezTo>
                    <a:pt x="63" y="10756"/>
                    <a:pt x="1" y="11480"/>
                    <a:pt x="1" y="12199"/>
                  </a:cubicBezTo>
                  <a:cubicBezTo>
                    <a:pt x="10" y="18954"/>
                    <a:pt x="5508" y="24444"/>
                    <a:pt x="12262" y="24444"/>
                  </a:cubicBezTo>
                  <a:lnTo>
                    <a:pt x="12279" y="24444"/>
                  </a:lnTo>
                  <a:cubicBezTo>
                    <a:pt x="14767" y="24441"/>
                    <a:pt x="17164" y="23694"/>
                    <a:pt x="19213" y="22284"/>
                  </a:cubicBezTo>
                  <a:cubicBezTo>
                    <a:pt x="20411" y="21453"/>
                    <a:pt x="21445" y="20428"/>
                    <a:pt x="22286" y="19234"/>
                  </a:cubicBezTo>
                  <a:cubicBezTo>
                    <a:pt x="26133" y="13675"/>
                    <a:pt x="24740" y="6021"/>
                    <a:pt x="19180" y="2174"/>
                  </a:cubicBezTo>
                  <a:cubicBezTo>
                    <a:pt x="17079" y="719"/>
                    <a:pt x="14639" y="0"/>
                    <a:pt x="122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1325;p43">
              <a:extLst>
                <a:ext uri="{FF2B5EF4-FFF2-40B4-BE49-F238E27FC236}">
                  <a16:creationId xmlns:a16="http://schemas.microsoft.com/office/drawing/2014/main" id="{361AEC4D-6E81-00E9-9CC3-68EBE0D09FB0}"/>
                </a:ext>
              </a:extLst>
            </p:cNvPr>
            <p:cNvSpPr/>
            <p:nvPr/>
          </p:nvSpPr>
          <p:spPr>
            <a:xfrm>
              <a:off x="1784235" y="3388916"/>
              <a:ext cx="1042786" cy="668463"/>
            </a:xfrm>
            <a:custGeom>
              <a:avLst/>
              <a:gdLst/>
              <a:ahLst/>
              <a:cxnLst/>
              <a:rect l="l" t="t" r="r" b="b"/>
              <a:pathLst>
                <a:path w="21211" h="13597" extrusionOk="0">
                  <a:moveTo>
                    <a:pt x="1229" y="215"/>
                  </a:moveTo>
                  <a:cubicBezTo>
                    <a:pt x="1250" y="2633"/>
                    <a:pt x="1985" y="4992"/>
                    <a:pt x="3343" y="6993"/>
                  </a:cubicBezTo>
                  <a:cubicBezTo>
                    <a:pt x="5713" y="10484"/>
                    <a:pt x="9568" y="12366"/>
                    <a:pt x="13492" y="12366"/>
                  </a:cubicBezTo>
                  <a:cubicBezTo>
                    <a:pt x="15860" y="12366"/>
                    <a:pt x="18253" y="11681"/>
                    <a:pt x="20360" y="10251"/>
                  </a:cubicBezTo>
                  <a:lnTo>
                    <a:pt x="20941" y="11090"/>
                  </a:lnTo>
                  <a:cubicBezTo>
                    <a:pt x="18772" y="12563"/>
                    <a:pt x="16215" y="13360"/>
                    <a:pt x="13593" y="13380"/>
                  </a:cubicBezTo>
                  <a:cubicBezTo>
                    <a:pt x="13556" y="13381"/>
                    <a:pt x="13520" y="13381"/>
                    <a:pt x="13483" y="13381"/>
                  </a:cubicBezTo>
                  <a:cubicBezTo>
                    <a:pt x="6203" y="13381"/>
                    <a:pt x="273" y="7509"/>
                    <a:pt x="215" y="215"/>
                  </a:cubicBezTo>
                  <a:close/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8" y="7554"/>
                    <a:pt x="6041" y="13587"/>
                    <a:pt x="13487" y="13596"/>
                  </a:cubicBezTo>
                  <a:cubicBezTo>
                    <a:pt x="13495" y="13596"/>
                    <a:pt x="13502" y="13596"/>
                    <a:pt x="13509" y="13596"/>
                  </a:cubicBezTo>
                  <a:cubicBezTo>
                    <a:pt x="16240" y="13596"/>
                    <a:pt x="18906" y="12763"/>
                    <a:pt x="21149" y="11208"/>
                  </a:cubicBezTo>
                  <a:cubicBezTo>
                    <a:pt x="21197" y="11174"/>
                    <a:pt x="21210" y="11108"/>
                    <a:pt x="21178" y="11061"/>
                  </a:cubicBezTo>
                  <a:lnTo>
                    <a:pt x="20476" y="10045"/>
                  </a:lnTo>
                  <a:cubicBezTo>
                    <a:pt x="20460" y="10021"/>
                    <a:pt x="20435" y="10005"/>
                    <a:pt x="20408" y="10001"/>
                  </a:cubicBezTo>
                  <a:cubicBezTo>
                    <a:pt x="20402" y="10000"/>
                    <a:pt x="20396" y="9999"/>
                    <a:pt x="20390" y="9999"/>
                  </a:cubicBezTo>
                  <a:cubicBezTo>
                    <a:pt x="20367" y="9999"/>
                    <a:pt x="20345" y="10006"/>
                    <a:pt x="20326" y="10018"/>
                  </a:cubicBezTo>
                  <a:cubicBezTo>
                    <a:pt x="18314" y="11406"/>
                    <a:pt x="15929" y="12149"/>
                    <a:pt x="13484" y="12149"/>
                  </a:cubicBezTo>
                  <a:cubicBezTo>
                    <a:pt x="6836" y="12148"/>
                    <a:pt x="1448" y="6756"/>
                    <a:pt x="1449" y="108"/>
                  </a:cubicBezTo>
                  <a:cubicBezTo>
                    <a:pt x="1448" y="50"/>
                    <a:pt x="1400" y="2"/>
                    <a:pt x="134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1326;p43">
              <a:extLst>
                <a:ext uri="{FF2B5EF4-FFF2-40B4-BE49-F238E27FC236}">
                  <a16:creationId xmlns:a16="http://schemas.microsoft.com/office/drawing/2014/main" id="{289D17B4-09BC-64CD-6167-920BBA9A512A}"/>
                </a:ext>
              </a:extLst>
            </p:cNvPr>
            <p:cNvSpPr/>
            <p:nvPr/>
          </p:nvSpPr>
          <p:spPr>
            <a:xfrm>
              <a:off x="1958369" y="2931951"/>
              <a:ext cx="1006356" cy="924796"/>
            </a:xfrm>
            <a:custGeom>
              <a:avLst/>
              <a:gdLst/>
              <a:ahLst/>
              <a:cxnLst/>
              <a:rect l="l" t="t" r="r" b="b"/>
              <a:pathLst>
                <a:path w="20470" h="18811" extrusionOk="0">
                  <a:moveTo>
                    <a:pt x="10077" y="211"/>
                  </a:moveTo>
                  <a:cubicBezTo>
                    <a:pt x="10124" y="211"/>
                    <a:pt x="10171" y="211"/>
                    <a:pt x="10218" y="212"/>
                  </a:cubicBezTo>
                  <a:cubicBezTo>
                    <a:pt x="15294" y="289"/>
                    <a:pt x="19346" y="4467"/>
                    <a:pt x="19269" y="9544"/>
                  </a:cubicBezTo>
                  <a:cubicBezTo>
                    <a:pt x="19192" y="14572"/>
                    <a:pt x="15092" y="18597"/>
                    <a:pt x="10079" y="18597"/>
                  </a:cubicBezTo>
                  <a:cubicBezTo>
                    <a:pt x="10032" y="18597"/>
                    <a:pt x="9984" y="18596"/>
                    <a:pt x="9936" y="18596"/>
                  </a:cubicBezTo>
                  <a:cubicBezTo>
                    <a:pt x="9403" y="18596"/>
                    <a:pt x="8872" y="18548"/>
                    <a:pt x="8346" y="18456"/>
                  </a:cubicBezTo>
                  <a:cubicBezTo>
                    <a:pt x="3340" y="17570"/>
                    <a:pt x="1" y="12793"/>
                    <a:pt x="887" y="7789"/>
                  </a:cubicBezTo>
                  <a:cubicBezTo>
                    <a:pt x="1122" y="6456"/>
                    <a:pt x="1654" y="5194"/>
                    <a:pt x="2441" y="4095"/>
                  </a:cubicBezTo>
                  <a:cubicBezTo>
                    <a:pt x="4165" y="1661"/>
                    <a:pt x="6963" y="213"/>
                    <a:pt x="9945" y="212"/>
                  </a:cubicBezTo>
                  <a:lnTo>
                    <a:pt x="9936" y="212"/>
                  </a:lnTo>
                  <a:cubicBezTo>
                    <a:pt x="9983" y="211"/>
                    <a:pt x="10030" y="211"/>
                    <a:pt x="10077" y="211"/>
                  </a:cubicBezTo>
                  <a:close/>
                  <a:moveTo>
                    <a:pt x="9941" y="1"/>
                  </a:moveTo>
                  <a:cubicBezTo>
                    <a:pt x="7780" y="1"/>
                    <a:pt x="5609" y="741"/>
                    <a:pt x="3838" y="2253"/>
                  </a:cubicBezTo>
                  <a:cubicBezTo>
                    <a:pt x="2182" y="3666"/>
                    <a:pt x="1067" y="5609"/>
                    <a:pt x="684" y="7752"/>
                  </a:cubicBezTo>
                  <a:cubicBezTo>
                    <a:pt x="589" y="8286"/>
                    <a:pt x="541" y="8828"/>
                    <a:pt x="541" y="9372"/>
                  </a:cubicBezTo>
                  <a:cubicBezTo>
                    <a:pt x="531" y="14574"/>
                    <a:pt x="4742" y="18800"/>
                    <a:pt x="9945" y="18810"/>
                  </a:cubicBezTo>
                  <a:cubicBezTo>
                    <a:pt x="12183" y="18809"/>
                    <a:pt x="14348" y="18011"/>
                    <a:pt x="16050" y="16557"/>
                  </a:cubicBezTo>
                  <a:cubicBezTo>
                    <a:pt x="20000" y="13185"/>
                    <a:pt x="20469" y="7249"/>
                    <a:pt x="17097" y="3298"/>
                  </a:cubicBezTo>
                  <a:cubicBezTo>
                    <a:pt x="15237" y="1120"/>
                    <a:pt x="12597" y="1"/>
                    <a:pt x="994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1327;p43">
              <a:extLst>
                <a:ext uri="{FF2B5EF4-FFF2-40B4-BE49-F238E27FC236}">
                  <a16:creationId xmlns:a16="http://schemas.microsoft.com/office/drawing/2014/main" id="{E39A1265-B85B-144C-E2DA-2475B25C4356}"/>
                </a:ext>
              </a:extLst>
            </p:cNvPr>
            <p:cNvSpPr/>
            <p:nvPr/>
          </p:nvSpPr>
          <p:spPr>
            <a:xfrm>
              <a:off x="1943226" y="3388916"/>
              <a:ext cx="793827" cy="509520"/>
            </a:xfrm>
            <a:custGeom>
              <a:avLst/>
              <a:gdLst/>
              <a:ahLst/>
              <a:cxnLst/>
              <a:rect l="l" t="t" r="r" b="b"/>
              <a:pathLst>
                <a:path w="16147" h="10364" extrusionOk="0">
                  <a:moveTo>
                    <a:pt x="849" y="214"/>
                  </a:moveTo>
                  <a:cubicBezTo>
                    <a:pt x="869" y="2053"/>
                    <a:pt x="1427" y="3844"/>
                    <a:pt x="2456" y="5368"/>
                  </a:cubicBezTo>
                  <a:cubicBezTo>
                    <a:pt x="4272" y="8062"/>
                    <a:pt x="7240" y="9516"/>
                    <a:pt x="10262" y="9516"/>
                  </a:cubicBezTo>
                  <a:cubicBezTo>
                    <a:pt x="12070" y="9516"/>
                    <a:pt x="13898" y="8996"/>
                    <a:pt x="15511" y="7909"/>
                  </a:cubicBezTo>
                  <a:lnTo>
                    <a:pt x="15871" y="8433"/>
                  </a:lnTo>
                  <a:cubicBezTo>
                    <a:pt x="14241" y="9533"/>
                    <a:pt x="12324" y="10130"/>
                    <a:pt x="10359" y="10149"/>
                  </a:cubicBezTo>
                  <a:cubicBezTo>
                    <a:pt x="10323" y="10150"/>
                    <a:pt x="10288" y="10150"/>
                    <a:pt x="10252" y="10150"/>
                  </a:cubicBezTo>
                  <a:cubicBezTo>
                    <a:pt x="4756" y="10150"/>
                    <a:pt x="273" y="5723"/>
                    <a:pt x="215" y="215"/>
                  </a:cubicBezTo>
                  <a:lnTo>
                    <a:pt x="215" y="214"/>
                  </a:lnTo>
                  <a:close/>
                  <a:moveTo>
                    <a:pt x="106" y="1"/>
                  </a:moveTo>
                  <a:cubicBezTo>
                    <a:pt x="48" y="2"/>
                    <a:pt x="1" y="50"/>
                    <a:pt x="1" y="108"/>
                  </a:cubicBezTo>
                  <a:cubicBezTo>
                    <a:pt x="7" y="5769"/>
                    <a:pt x="4592" y="10356"/>
                    <a:pt x="10253" y="10364"/>
                  </a:cubicBezTo>
                  <a:cubicBezTo>
                    <a:pt x="10261" y="10364"/>
                    <a:pt x="10268" y="10364"/>
                    <a:pt x="10275" y="10364"/>
                  </a:cubicBezTo>
                  <a:cubicBezTo>
                    <a:pt x="12352" y="10364"/>
                    <a:pt x="14379" y="9731"/>
                    <a:pt x="16086" y="8549"/>
                  </a:cubicBezTo>
                  <a:cubicBezTo>
                    <a:pt x="16135" y="8515"/>
                    <a:pt x="16147" y="8448"/>
                    <a:pt x="16114" y="8398"/>
                  </a:cubicBezTo>
                  <a:lnTo>
                    <a:pt x="15631" y="7702"/>
                  </a:lnTo>
                  <a:cubicBezTo>
                    <a:pt x="15615" y="7678"/>
                    <a:pt x="15590" y="7663"/>
                    <a:pt x="15561" y="7657"/>
                  </a:cubicBezTo>
                  <a:cubicBezTo>
                    <a:pt x="15555" y="7656"/>
                    <a:pt x="15549" y="7655"/>
                    <a:pt x="15543" y="7655"/>
                  </a:cubicBezTo>
                  <a:cubicBezTo>
                    <a:pt x="15521" y="7655"/>
                    <a:pt x="15500" y="7662"/>
                    <a:pt x="15483" y="7675"/>
                  </a:cubicBezTo>
                  <a:cubicBezTo>
                    <a:pt x="13948" y="8735"/>
                    <a:pt x="12125" y="9304"/>
                    <a:pt x="10261" y="9304"/>
                  </a:cubicBezTo>
                  <a:cubicBezTo>
                    <a:pt x="10258" y="9304"/>
                    <a:pt x="10256" y="9304"/>
                    <a:pt x="10253" y="9304"/>
                  </a:cubicBezTo>
                  <a:cubicBezTo>
                    <a:pt x="5178" y="9301"/>
                    <a:pt x="1064" y="5184"/>
                    <a:pt x="1067" y="108"/>
                  </a:cubicBezTo>
                  <a:cubicBezTo>
                    <a:pt x="1065" y="50"/>
                    <a:pt x="1019" y="2"/>
                    <a:pt x="95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1328;p43">
              <a:extLst>
                <a:ext uri="{FF2B5EF4-FFF2-40B4-BE49-F238E27FC236}">
                  <a16:creationId xmlns:a16="http://schemas.microsoft.com/office/drawing/2014/main" id="{93A46647-810E-457D-6AB2-B06308D38BD2}"/>
                </a:ext>
              </a:extLst>
            </p:cNvPr>
            <p:cNvSpPr/>
            <p:nvPr/>
          </p:nvSpPr>
          <p:spPr>
            <a:xfrm>
              <a:off x="1950552" y="3101070"/>
              <a:ext cx="128904" cy="218232"/>
            </a:xfrm>
            <a:custGeom>
              <a:avLst/>
              <a:gdLst/>
              <a:ahLst/>
              <a:cxnLst/>
              <a:rect l="l" t="t" r="r" b="b"/>
              <a:pathLst>
                <a:path w="2622" h="4439" extrusionOk="0">
                  <a:moveTo>
                    <a:pt x="1836" y="254"/>
                  </a:moveTo>
                  <a:lnTo>
                    <a:pt x="2354" y="621"/>
                  </a:lnTo>
                  <a:cubicBezTo>
                    <a:pt x="1610" y="1697"/>
                    <a:pt x="1101" y="2920"/>
                    <a:pt x="863" y="4208"/>
                  </a:cubicBezTo>
                  <a:lnTo>
                    <a:pt x="239" y="4094"/>
                  </a:lnTo>
                  <a:lnTo>
                    <a:pt x="240" y="4094"/>
                  </a:lnTo>
                  <a:cubicBezTo>
                    <a:pt x="495" y="2716"/>
                    <a:pt x="1040" y="1407"/>
                    <a:pt x="1836" y="254"/>
                  </a:cubicBezTo>
                  <a:close/>
                  <a:moveTo>
                    <a:pt x="1820" y="0"/>
                  </a:moveTo>
                  <a:cubicBezTo>
                    <a:pt x="1786" y="0"/>
                    <a:pt x="1753" y="15"/>
                    <a:pt x="1732" y="44"/>
                  </a:cubicBezTo>
                  <a:cubicBezTo>
                    <a:pt x="861" y="1274"/>
                    <a:pt x="271" y="2681"/>
                    <a:pt x="9" y="4164"/>
                  </a:cubicBezTo>
                  <a:cubicBezTo>
                    <a:pt x="0" y="4224"/>
                    <a:pt x="39" y="4278"/>
                    <a:pt x="96" y="4289"/>
                  </a:cubicBezTo>
                  <a:lnTo>
                    <a:pt x="930" y="4438"/>
                  </a:lnTo>
                  <a:lnTo>
                    <a:pt x="947" y="4438"/>
                  </a:lnTo>
                  <a:cubicBezTo>
                    <a:pt x="967" y="4435"/>
                    <a:pt x="985" y="4429"/>
                    <a:pt x="1001" y="4419"/>
                  </a:cubicBezTo>
                  <a:cubicBezTo>
                    <a:pt x="1023" y="4401"/>
                    <a:pt x="1040" y="4376"/>
                    <a:pt x="1046" y="4349"/>
                  </a:cubicBezTo>
                  <a:cubicBezTo>
                    <a:pt x="1281" y="3018"/>
                    <a:pt x="1813" y="1757"/>
                    <a:pt x="2600" y="659"/>
                  </a:cubicBezTo>
                  <a:cubicBezTo>
                    <a:pt x="2615" y="636"/>
                    <a:pt x="2621" y="606"/>
                    <a:pt x="2617" y="578"/>
                  </a:cubicBezTo>
                  <a:cubicBezTo>
                    <a:pt x="2614" y="551"/>
                    <a:pt x="2597" y="525"/>
                    <a:pt x="2575" y="511"/>
                  </a:cubicBezTo>
                  <a:lnTo>
                    <a:pt x="1881" y="19"/>
                  </a:lnTo>
                  <a:cubicBezTo>
                    <a:pt x="1862" y="6"/>
                    <a:pt x="1841" y="0"/>
                    <a:pt x="18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1329;p43">
              <a:extLst>
                <a:ext uri="{FF2B5EF4-FFF2-40B4-BE49-F238E27FC236}">
                  <a16:creationId xmlns:a16="http://schemas.microsoft.com/office/drawing/2014/main" id="{8853BEA8-E2AF-40E5-919B-6A0903F48ABF}"/>
                </a:ext>
              </a:extLst>
            </p:cNvPr>
            <p:cNvSpPr/>
            <p:nvPr/>
          </p:nvSpPr>
          <p:spPr>
            <a:xfrm>
              <a:off x="1794067" y="3009382"/>
              <a:ext cx="171085" cy="285241"/>
            </a:xfrm>
            <a:custGeom>
              <a:avLst/>
              <a:gdLst/>
              <a:ahLst/>
              <a:cxnLst/>
              <a:rect l="l" t="t" r="r" b="b"/>
              <a:pathLst>
                <a:path w="3480" h="5802" extrusionOk="0">
                  <a:moveTo>
                    <a:pt x="2390" y="251"/>
                  </a:moveTo>
                  <a:lnTo>
                    <a:pt x="3222" y="842"/>
                  </a:lnTo>
                  <a:cubicBezTo>
                    <a:pt x="2232" y="2259"/>
                    <a:pt x="1558" y="3872"/>
                    <a:pt x="1243" y="5572"/>
                  </a:cubicBezTo>
                  <a:lnTo>
                    <a:pt x="238" y="5392"/>
                  </a:lnTo>
                  <a:cubicBezTo>
                    <a:pt x="579" y="3544"/>
                    <a:pt x="1312" y="1790"/>
                    <a:pt x="2390" y="251"/>
                  </a:cubicBezTo>
                  <a:close/>
                  <a:moveTo>
                    <a:pt x="2365" y="0"/>
                  </a:moveTo>
                  <a:cubicBezTo>
                    <a:pt x="2331" y="0"/>
                    <a:pt x="2298" y="17"/>
                    <a:pt x="2277" y="47"/>
                  </a:cubicBezTo>
                  <a:cubicBezTo>
                    <a:pt x="1127" y="1661"/>
                    <a:pt x="352" y="3512"/>
                    <a:pt x="11" y="5465"/>
                  </a:cubicBezTo>
                  <a:cubicBezTo>
                    <a:pt x="0" y="5523"/>
                    <a:pt x="37" y="5578"/>
                    <a:pt x="95" y="5589"/>
                  </a:cubicBezTo>
                  <a:lnTo>
                    <a:pt x="1310" y="5802"/>
                  </a:lnTo>
                  <a:lnTo>
                    <a:pt x="1328" y="5802"/>
                  </a:lnTo>
                  <a:cubicBezTo>
                    <a:pt x="1331" y="5802"/>
                    <a:pt x="1333" y="5802"/>
                    <a:pt x="1336" y="5802"/>
                  </a:cubicBezTo>
                  <a:cubicBezTo>
                    <a:pt x="1355" y="5802"/>
                    <a:pt x="1374" y="5797"/>
                    <a:pt x="1389" y="5787"/>
                  </a:cubicBezTo>
                  <a:cubicBezTo>
                    <a:pt x="1413" y="5770"/>
                    <a:pt x="1428" y="5746"/>
                    <a:pt x="1434" y="5718"/>
                  </a:cubicBezTo>
                  <a:cubicBezTo>
                    <a:pt x="1739" y="3976"/>
                    <a:pt x="2432" y="2323"/>
                    <a:pt x="3459" y="882"/>
                  </a:cubicBezTo>
                  <a:cubicBezTo>
                    <a:pt x="3474" y="858"/>
                    <a:pt x="3480" y="830"/>
                    <a:pt x="3475" y="802"/>
                  </a:cubicBezTo>
                  <a:cubicBezTo>
                    <a:pt x="3471" y="773"/>
                    <a:pt x="3456" y="750"/>
                    <a:pt x="3432" y="733"/>
                  </a:cubicBezTo>
                  <a:lnTo>
                    <a:pt x="2426" y="20"/>
                  </a:lnTo>
                  <a:cubicBezTo>
                    <a:pt x="2407" y="7"/>
                    <a:pt x="2386" y="0"/>
                    <a:pt x="236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1330;p43">
              <a:extLst>
                <a:ext uri="{FF2B5EF4-FFF2-40B4-BE49-F238E27FC236}">
                  <a16:creationId xmlns:a16="http://schemas.microsoft.com/office/drawing/2014/main" id="{F5599D8E-EA51-0EAA-025F-C22112FA8A7E}"/>
                </a:ext>
              </a:extLst>
            </p:cNvPr>
            <p:cNvSpPr/>
            <p:nvPr/>
          </p:nvSpPr>
          <p:spPr>
            <a:xfrm>
              <a:off x="2117508" y="2890408"/>
              <a:ext cx="890972" cy="795646"/>
            </a:xfrm>
            <a:custGeom>
              <a:avLst/>
              <a:gdLst/>
              <a:ahLst/>
              <a:cxnLst/>
              <a:rect l="l" t="t" r="r" b="b"/>
              <a:pathLst>
                <a:path w="18123" h="16184" extrusionOk="0">
                  <a:moveTo>
                    <a:pt x="6706" y="219"/>
                  </a:moveTo>
                  <a:cubicBezTo>
                    <a:pt x="8680" y="219"/>
                    <a:pt x="10660" y="800"/>
                    <a:pt x="12375" y="1974"/>
                  </a:cubicBezTo>
                  <a:cubicBezTo>
                    <a:pt x="16951" y="5105"/>
                    <a:pt x="18123" y="11353"/>
                    <a:pt x="14991" y="15930"/>
                  </a:cubicBezTo>
                  <a:lnTo>
                    <a:pt x="14470" y="15562"/>
                  </a:lnTo>
                  <a:lnTo>
                    <a:pt x="14478" y="15562"/>
                  </a:lnTo>
                  <a:cubicBezTo>
                    <a:pt x="16861" y="12085"/>
                    <a:pt x="16640" y="7446"/>
                    <a:pt x="13936" y="4212"/>
                  </a:cubicBezTo>
                  <a:cubicBezTo>
                    <a:pt x="12075" y="1987"/>
                    <a:pt x="9405" y="840"/>
                    <a:pt x="6716" y="840"/>
                  </a:cubicBezTo>
                  <a:cubicBezTo>
                    <a:pt x="4588" y="840"/>
                    <a:pt x="2448" y="1558"/>
                    <a:pt x="689" y="3030"/>
                  </a:cubicBezTo>
                  <a:lnTo>
                    <a:pt x="276" y="2547"/>
                  </a:lnTo>
                  <a:cubicBezTo>
                    <a:pt x="2130" y="1002"/>
                    <a:pt x="4414" y="219"/>
                    <a:pt x="6706" y="219"/>
                  </a:cubicBezTo>
                  <a:close/>
                  <a:moveTo>
                    <a:pt x="6706" y="0"/>
                  </a:moveTo>
                  <a:cubicBezTo>
                    <a:pt x="4350" y="0"/>
                    <a:pt x="1982" y="808"/>
                    <a:pt x="50" y="2458"/>
                  </a:cubicBezTo>
                  <a:cubicBezTo>
                    <a:pt x="50" y="2458"/>
                    <a:pt x="50" y="2459"/>
                    <a:pt x="48" y="2459"/>
                  </a:cubicBezTo>
                  <a:cubicBezTo>
                    <a:pt x="5" y="2498"/>
                    <a:pt x="1" y="2564"/>
                    <a:pt x="38" y="2607"/>
                  </a:cubicBezTo>
                  <a:lnTo>
                    <a:pt x="590" y="3247"/>
                  </a:lnTo>
                  <a:cubicBezTo>
                    <a:pt x="608" y="3269"/>
                    <a:pt x="634" y="3283"/>
                    <a:pt x="663" y="3286"/>
                  </a:cubicBezTo>
                  <a:cubicBezTo>
                    <a:pt x="665" y="3286"/>
                    <a:pt x="667" y="3286"/>
                    <a:pt x="669" y="3286"/>
                  </a:cubicBezTo>
                  <a:cubicBezTo>
                    <a:pt x="694" y="3286"/>
                    <a:pt x="720" y="3277"/>
                    <a:pt x="739" y="3259"/>
                  </a:cubicBezTo>
                  <a:cubicBezTo>
                    <a:pt x="2452" y="1795"/>
                    <a:pt x="4579" y="1053"/>
                    <a:pt x="6714" y="1053"/>
                  </a:cubicBezTo>
                  <a:cubicBezTo>
                    <a:pt x="8557" y="1053"/>
                    <a:pt x="10405" y="1606"/>
                    <a:pt x="11996" y="2724"/>
                  </a:cubicBezTo>
                  <a:cubicBezTo>
                    <a:pt x="16150" y="5641"/>
                    <a:pt x="17152" y="11374"/>
                    <a:pt x="14235" y="15528"/>
                  </a:cubicBezTo>
                  <a:cubicBezTo>
                    <a:pt x="14219" y="15552"/>
                    <a:pt x="14213" y="15580"/>
                    <a:pt x="14217" y="15607"/>
                  </a:cubicBezTo>
                  <a:cubicBezTo>
                    <a:pt x="14222" y="15635"/>
                    <a:pt x="14236" y="15660"/>
                    <a:pt x="14260" y="15675"/>
                  </a:cubicBezTo>
                  <a:lnTo>
                    <a:pt x="14956" y="16164"/>
                  </a:lnTo>
                  <a:cubicBezTo>
                    <a:pt x="14973" y="16175"/>
                    <a:pt x="14994" y="16183"/>
                    <a:pt x="15017" y="16183"/>
                  </a:cubicBezTo>
                  <a:cubicBezTo>
                    <a:pt x="15018" y="16183"/>
                    <a:pt x="15020" y="16183"/>
                    <a:pt x="15021" y="16183"/>
                  </a:cubicBezTo>
                  <a:cubicBezTo>
                    <a:pt x="15054" y="16183"/>
                    <a:pt x="15085" y="16168"/>
                    <a:pt x="15104" y="16143"/>
                  </a:cubicBezTo>
                  <a:cubicBezTo>
                    <a:pt x="17790" y="12313"/>
                    <a:pt x="17545" y="7150"/>
                    <a:pt x="14506" y="3594"/>
                  </a:cubicBezTo>
                  <a:cubicBezTo>
                    <a:pt x="12478" y="1220"/>
                    <a:pt x="9601" y="0"/>
                    <a:pt x="67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1331;p43">
              <a:extLst>
                <a:ext uri="{FF2B5EF4-FFF2-40B4-BE49-F238E27FC236}">
                  <a16:creationId xmlns:a16="http://schemas.microsoft.com/office/drawing/2014/main" id="{6C5172B4-2934-978C-3ABA-3C09215AB4BB}"/>
                </a:ext>
              </a:extLst>
            </p:cNvPr>
            <p:cNvSpPr/>
            <p:nvPr/>
          </p:nvSpPr>
          <p:spPr>
            <a:xfrm>
              <a:off x="2014168" y="2730040"/>
              <a:ext cx="1175869" cy="1047210"/>
            </a:xfrm>
            <a:custGeom>
              <a:avLst/>
              <a:gdLst/>
              <a:ahLst/>
              <a:cxnLst/>
              <a:rect l="l" t="t" r="r" b="b"/>
              <a:pathLst>
                <a:path w="23918" h="21301" extrusionOk="0">
                  <a:moveTo>
                    <a:pt x="8832" y="226"/>
                  </a:moveTo>
                  <a:cubicBezTo>
                    <a:pt x="11462" y="226"/>
                    <a:pt x="14099" y="1005"/>
                    <a:pt x="16379" y="2581"/>
                  </a:cubicBezTo>
                  <a:cubicBezTo>
                    <a:pt x="22409" y="6749"/>
                    <a:pt x="23917" y="15017"/>
                    <a:pt x="19748" y="21047"/>
                  </a:cubicBezTo>
                  <a:lnTo>
                    <a:pt x="18913" y="20460"/>
                  </a:lnTo>
                  <a:lnTo>
                    <a:pt x="18913" y="20456"/>
                  </a:lnTo>
                  <a:cubicBezTo>
                    <a:pt x="22031" y="15919"/>
                    <a:pt x="21742" y="9861"/>
                    <a:pt x="18206" y="5642"/>
                  </a:cubicBezTo>
                  <a:cubicBezTo>
                    <a:pt x="15782" y="2750"/>
                    <a:pt x="12308" y="1259"/>
                    <a:pt x="8809" y="1259"/>
                  </a:cubicBezTo>
                  <a:cubicBezTo>
                    <a:pt x="6031" y="1259"/>
                    <a:pt x="3238" y="2198"/>
                    <a:pt x="943" y="4122"/>
                  </a:cubicBezTo>
                  <a:lnTo>
                    <a:pt x="280" y="3347"/>
                  </a:lnTo>
                  <a:cubicBezTo>
                    <a:pt x="2740" y="1275"/>
                    <a:pt x="5781" y="226"/>
                    <a:pt x="8832" y="226"/>
                  </a:cubicBezTo>
                  <a:close/>
                  <a:moveTo>
                    <a:pt x="8822" y="0"/>
                  </a:moveTo>
                  <a:cubicBezTo>
                    <a:pt x="5711" y="0"/>
                    <a:pt x="2585" y="1070"/>
                    <a:pt x="41" y="3256"/>
                  </a:cubicBezTo>
                  <a:cubicBezTo>
                    <a:pt x="0" y="3299"/>
                    <a:pt x="0" y="3366"/>
                    <a:pt x="41" y="3408"/>
                  </a:cubicBezTo>
                  <a:lnTo>
                    <a:pt x="840" y="4346"/>
                  </a:lnTo>
                  <a:cubicBezTo>
                    <a:pt x="859" y="4366"/>
                    <a:pt x="885" y="4380"/>
                    <a:pt x="913" y="4383"/>
                  </a:cubicBezTo>
                  <a:cubicBezTo>
                    <a:pt x="916" y="4383"/>
                    <a:pt x="920" y="4383"/>
                    <a:pt x="923" y="4383"/>
                  </a:cubicBezTo>
                  <a:cubicBezTo>
                    <a:pt x="948" y="4383"/>
                    <a:pt x="974" y="4373"/>
                    <a:pt x="992" y="4358"/>
                  </a:cubicBezTo>
                  <a:cubicBezTo>
                    <a:pt x="3233" y="2446"/>
                    <a:pt x="6015" y="1478"/>
                    <a:pt x="8808" y="1478"/>
                  </a:cubicBezTo>
                  <a:cubicBezTo>
                    <a:pt x="11216" y="1478"/>
                    <a:pt x="13631" y="2198"/>
                    <a:pt x="15712" y="3655"/>
                  </a:cubicBezTo>
                  <a:cubicBezTo>
                    <a:pt x="21160" y="7469"/>
                    <a:pt x="22483" y="14977"/>
                    <a:pt x="18669" y="20423"/>
                  </a:cubicBezTo>
                  <a:cubicBezTo>
                    <a:pt x="18652" y="20447"/>
                    <a:pt x="18646" y="20475"/>
                    <a:pt x="18649" y="20505"/>
                  </a:cubicBezTo>
                  <a:cubicBezTo>
                    <a:pt x="18657" y="20532"/>
                    <a:pt x="18672" y="20556"/>
                    <a:pt x="18695" y="20574"/>
                  </a:cubicBezTo>
                  <a:lnTo>
                    <a:pt x="19703" y="21281"/>
                  </a:lnTo>
                  <a:cubicBezTo>
                    <a:pt x="19720" y="21293"/>
                    <a:pt x="19740" y="21300"/>
                    <a:pt x="19760" y="21300"/>
                  </a:cubicBezTo>
                  <a:cubicBezTo>
                    <a:pt x="19762" y="21300"/>
                    <a:pt x="19764" y="21300"/>
                    <a:pt x="19766" y="21300"/>
                  </a:cubicBezTo>
                  <a:lnTo>
                    <a:pt x="19764" y="21300"/>
                  </a:lnTo>
                  <a:cubicBezTo>
                    <a:pt x="19800" y="21300"/>
                    <a:pt x="19833" y="21284"/>
                    <a:pt x="19852" y="21255"/>
                  </a:cubicBezTo>
                  <a:cubicBezTo>
                    <a:pt x="23409" y="16206"/>
                    <a:pt x="23083" y="9386"/>
                    <a:pt x="19059" y="4700"/>
                  </a:cubicBezTo>
                  <a:cubicBezTo>
                    <a:pt x="16392" y="1594"/>
                    <a:pt x="12618" y="0"/>
                    <a:pt x="88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1332;p43">
              <a:extLst>
                <a:ext uri="{FF2B5EF4-FFF2-40B4-BE49-F238E27FC236}">
                  <a16:creationId xmlns:a16="http://schemas.microsoft.com/office/drawing/2014/main" id="{E7CBFD66-D61E-AD9F-945E-0B017E324200}"/>
                </a:ext>
              </a:extLst>
            </p:cNvPr>
            <p:cNvSpPr/>
            <p:nvPr/>
          </p:nvSpPr>
          <p:spPr>
            <a:xfrm>
              <a:off x="4909790" y="2475034"/>
              <a:ext cx="274130" cy="366064"/>
            </a:xfrm>
            <a:custGeom>
              <a:avLst/>
              <a:gdLst/>
              <a:ahLst/>
              <a:cxnLst/>
              <a:rect l="l" t="t" r="r" b="b"/>
              <a:pathLst>
                <a:path w="5576" h="7446" extrusionOk="0">
                  <a:moveTo>
                    <a:pt x="106" y="0"/>
                  </a:moveTo>
                  <a:cubicBezTo>
                    <a:pt x="48" y="0"/>
                    <a:pt x="1" y="48"/>
                    <a:pt x="1" y="108"/>
                  </a:cubicBezTo>
                  <a:lnTo>
                    <a:pt x="1" y="7339"/>
                  </a:lnTo>
                  <a:cubicBezTo>
                    <a:pt x="1" y="7397"/>
                    <a:pt x="48" y="7445"/>
                    <a:pt x="106" y="7445"/>
                  </a:cubicBezTo>
                  <a:cubicBezTo>
                    <a:pt x="166" y="7445"/>
                    <a:pt x="213" y="7397"/>
                    <a:pt x="213" y="7339"/>
                  </a:cubicBezTo>
                  <a:lnTo>
                    <a:pt x="213" y="213"/>
                  </a:lnTo>
                  <a:lnTo>
                    <a:pt x="5468" y="213"/>
                  </a:lnTo>
                  <a:cubicBezTo>
                    <a:pt x="5527" y="213"/>
                    <a:pt x="5575" y="166"/>
                    <a:pt x="5575" y="108"/>
                  </a:cubicBezTo>
                  <a:cubicBezTo>
                    <a:pt x="5575" y="48"/>
                    <a:pt x="5527" y="0"/>
                    <a:pt x="546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1333;p43">
              <a:extLst>
                <a:ext uri="{FF2B5EF4-FFF2-40B4-BE49-F238E27FC236}">
                  <a16:creationId xmlns:a16="http://schemas.microsoft.com/office/drawing/2014/main" id="{8D25E323-66A3-AABC-378D-CB3A86B87903}"/>
                </a:ext>
              </a:extLst>
            </p:cNvPr>
            <p:cNvSpPr/>
            <p:nvPr/>
          </p:nvSpPr>
          <p:spPr>
            <a:xfrm>
              <a:off x="4909790" y="2875955"/>
              <a:ext cx="10717" cy="34512"/>
            </a:xfrm>
            <a:custGeom>
              <a:avLst/>
              <a:gdLst/>
              <a:ahLst/>
              <a:cxnLst/>
              <a:rect l="l" t="t" r="r" b="b"/>
              <a:pathLst>
                <a:path w="218" h="702" extrusionOk="0">
                  <a:moveTo>
                    <a:pt x="106" y="0"/>
                  </a:moveTo>
                  <a:cubicBezTo>
                    <a:pt x="48" y="0"/>
                    <a:pt x="1" y="48"/>
                    <a:pt x="1" y="108"/>
                  </a:cubicBezTo>
                  <a:lnTo>
                    <a:pt x="1" y="596"/>
                  </a:lnTo>
                  <a:cubicBezTo>
                    <a:pt x="1" y="654"/>
                    <a:pt x="48" y="702"/>
                    <a:pt x="106" y="702"/>
                  </a:cubicBezTo>
                  <a:lnTo>
                    <a:pt x="115" y="702"/>
                  </a:lnTo>
                  <a:cubicBezTo>
                    <a:pt x="175" y="697"/>
                    <a:pt x="218" y="645"/>
                    <a:pt x="213" y="587"/>
                  </a:cubicBezTo>
                  <a:lnTo>
                    <a:pt x="213" y="108"/>
                  </a:lnTo>
                  <a:cubicBezTo>
                    <a:pt x="212" y="49"/>
                    <a:pt x="166" y="2"/>
                    <a:pt x="1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1334;p43">
              <a:extLst>
                <a:ext uri="{FF2B5EF4-FFF2-40B4-BE49-F238E27FC236}">
                  <a16:creationId xmlns:a16="http://schemas.microsoft.com/office/drawing/2014/main" id="{49F43636-22D5-A9E2-E3CC-86E289777E1A}"/>
                </a:ext>
              </a:extLst>
            </p:cNvPr>
            <p:cNvSpPr/>
            <p:nvPr/>
          </p:nvSpPr>
          <p:spPr>
            <a:xfrm>
              <a:off x="5300730" y="2474936"/>
              <a:ext cx="214447" cy="10521"/>
            </a:xfrm>
            <a:custGeom>
              <a:avLst/>
              <a:gdLst/>
              <a:ahLst/>
              <a:cxnLst/>
              <a:rect l="l" t="t" r="r" b="b"/>
              <a:pathLst>
                <a:path w="4362" h="214" extrusionOk="0">
                  <a:moveTo>
                    <a:pt x="107" y="1"/>
                  </a:moveTo>
                  <a:cubicBezTo>
                    <a:pt x="49" y="1"/>
                    <a:pt x="1" y="49"/>
                    <a:pt x="1" y="107"/>
                  </a:cubicBezTo>
                  <a:cubicBezTo>
                    <a:pt x="1" y="166"/>
                    <a:pt x="49" y="214"/>
                    <a:pt x="107" y="214"/>
                  </a:cubicBezTo>
                  <a:lnTo>
                    <a:pt x="4255" y="214"/>
                  </a:lnTo>
                  <a:cubicBezTo>
                    <a:pt x="4314" y="214"/>
                    <a:pt x="4362" y="166"/>
                    <a:pt x="4362" y="107"/>
                  </a:cubicBezTo>
                  <a:cubicBezTo>
                    <a:pt x="4362" y="49"/>
                    <a:pt x="4314" y="1"/>
                    <a:pt x="42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1335;p43">
              <a:extLst>
                <a:ext uri="{FF2B5EF4-FFF2-40B4-BE49-F238E27FC236}">
                  <a16:creationId xmlns:a16="http://schemas.microsoft.com/office/drawing/2014/main" id="{1BCD16A3-0E8B-5975-EC72-759EC500457A}"/>
                </a:ext>
              </a:extLst>
            </p:cNvPr>
            <p:cNvSpPr/>
            <p:nvPr/>
          </p:nvSpPr>
          <p:spPr>
            <a:xfrm>
              <a:off x="5300730" y="2534472"/>
              <a:ext cx="214447" cy="10570"/>
            </a:xfrm>
            <a:custGeom>
              <a:avLst/>
              <a:gdLst/>
              <a:ahLst/>
              <a:cxnLst/>
              <a:rect l="l" t="t" r="r" b="b"/>
              <a:pathLst>
                <a:path w="4362" h="215" extrusionOk="0">
                  <a:moveTo>
                    <a:pt x="107" y="0"/>
                  </a:moveTo>
                  <a:cubicBezTo>
                    <a:pt x="49" y="0"/>
                    <a:pt x="1" y="48"/>
                    <a:pt x="1" y="108"/>
                  </a:cubicBezTo>
                  <a:cubicBezTo>
                    <a:pt x="1" y="167"/>
                    <a:pt x="49" y="215"/>
                    <a:pt x="107" y="215"/>
                  </a:cubicBezTo>
                  <a:lnTo>
                    <a:pt x="4255" y="215"/>
                  </a:lnTo>
                  <a:cubicBezTo>
                    <a:pt x="4314" y="215"/>
                    <a:pt x="4362" y="167"/>
                    <a:pt x="4362" y="108"/>
                  </a:cubicBezTo>
                  <a:cubicBezTo>
                    <a:pt x="4362" y="48"/>
                    <a:pt x="4314" y="0"/>
                    <a:pt x="42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1336;p43">
              <a:extLst>
                <a:ext uri="{FF2B5EF4-FFF2-40B4-BE49-F238E27FC236}">
                  <a16:creationId xmlns:a16="http://schemas.microsoft.com/office/drawing/2014/main" id="{C9B0551C-EF26-4F7E-238D-6A89C37C6D7B}"/>
                </a:ext>
              </a:extLst>
            </p:cNvPr>
            <p:cNvSpPr/>
            <p:nvPr/>
          </p:nvSpPr>
          <p:spPr>
            <a:xfrm>
              <a:off x="5300730" y="2594057"/>
              <a:ext cx="214447" cy="10521"/>
            </a:xfrm>
            <a:custGeom>
              <a:avLst/>
              <a:gdLst/>
              <a:ahLst/>
              <a:cxnLst/>
              <a:rect l="l" t="t" r="r" b="b"/>
              <a:pathLst>
                <a:path w="4362" h="214" extrusionOk="0">
                  <a:moveTo>
                    <a:pt x="107" y="0"/>
                  </a:moveTo>
                  <a:cubicBezTo>
                    <a:pt x="49" y="0"/>
                    <a:pt x="1" y="48"/>
                    <a:pt x="1" y="108"/>
                  </a:cubicBezTo>
                  <a:cubicBezTo>
                    <a:pt x="1" y="166"/>
                    <a:pt x="49" y="213"/>
                    <a:pt x="107" y="213"/>
                  </a:cubicBezTo>
                  <a:lnTo>
                    <a:pt x="4255" y="213"/>
                  </a:lnTo>
                  <a:cubicBezTo>
                    <a:pt x="4314" y="213"/>
                    <a:pt x="4362" y="166"/>
                    <a:pt x="4362" y="108"/>
                  </a:cubicBezTo>
                  <a:cubicBezTo>
                    <a:pt x="4362" y="48"/>
                    <a:pt x="4314" y="0"/>
                    <a:pt x="42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1337;p43">
              <a:extLst>
                <a:ext uri="{FF2B5EF4-FFF2-40B4-BE49-F238E27FC236}">
                  <a16:creationId xmlns:a16="http://schemas.microsoft.com/office/drawing/2014/main" id="{BABCC424-0BC7-F713-5D92-AB1DD76570D6}"/>
                </a:ext>
              </a:extLst>
            </p:cNvPr>
            <p:cNvSpPr/>
            <p:nvPr/>
          </p:nvSpPr>
          <p:spPr>
            <a:xfrm>
              <a:off x="2444586" y="3342703"/>
              <a:ext cx="89869" cy="43656"/>
            </a:xfrm>
            <a:custGeom>
              <a:avLst/>
              <a:gdLst/>
              <a:ahLst/>
              <a:cxnLst/>
              <a:rect l="l" t="t" r="r" b="b"/>
              <a:pathLst>
                <a:path w="1828" h="888" extrusionOk="0">
                  <a:moveTo>
                    <a:pt x="1704" y="1"/>
                  </a:moveTo>
                  <a:cubicBezTo>
                    <a:pt x="1690" y="1"/>
                    <a:pt x="1677" y="3"/>
                    <a:pt x="1663" y="9"/>
                  </a:cubicBezTo>
                  <a:lnTo>
                    <a:pt x="79" y="683"/>
                  </a:lnTo>
                  <a:lnTo>
                    <a:pt x="78" y="683"/>
                  </a:lnTo>
                  <a:cubicBezTo>
                    <a:pt x="24" y="707"/>
                    <a:pt x="0" y="770"/>
                    <a:pt x="24" y="823"/>
                  </a:cubicBezTo>
                  <a:cubicBezTo>
                    <a:pt x="40" y="862"/>
                    <a:pt x="77" y="887"/>
                    <a:pt x="117" y="887"/>
                  </a:cubicBezTo>
                  <a:cubicBezTo>
                    <a:pt x="119" y="887"/>
                    <a:pt x="120" y="887"/>
                    <a:pt x="121" y="887"/>
                  </a:cubicBezTo>
                  <a:cubicBezTo>
                    <a:pt x="124" y="887"/>
                    <a:pt x="126" y="888"/>
                    <a:pt x="129" y="888"/>
                  </a:cubicBezTo>
                  <a:cubicBezTo>
                    <a:pt x="142" y="888"/>
                    <a:pt x="154" y="885"/>
                    <a:pt x="166" y="880"/>
                  </a:cubicBezTo>
                  <a:lnTo>
                    <a:pt x="1747" y="205"/>
                  </a:lnTo>
                  <a:cubicBezTo>
                    <a:pt x="1747" y="205"/>
                    <a:pt x="1748" y="204"/>
                    <a:pt x="1750" y="204"/>
                  </a:cubicBezTo>
                  <a:cubicBezTo>
                    <a:pt x="1802" y="181"/>
                    <a:pt x="1827" y="120"/>
                    <a:pt x="1803" y="67"/>
                  </a:cubicBezTo>
                  <a:cubicBezTo>
                    <a:pt x="1786" y="26"/>
                    <a:pt x="1746" y="1"/>
                    <a:pt x="17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1338;p43">
              <a:extLst>
                <a:ext uri="{FF2B5EF4-FFF2-40B4-BE49-F238E27FC236}">
                  <a16:creationId xmlns:a16="http://schemas.microsoft.com/office/drawing/2014/main" id="{9A98486D-35F1-05E9-FEE7-F22CB5665CE3}"/>
                </a:ext>
              </a:extLst>
            </p:cNvPr>
            <p:cNvSpPr/>
            <p:nvPr/>
          </p:nvSpPr>
          <p:spPr>
            <a:xfrm>
              <a:off x="2570392" y="2942029"/>
              <a:ext cx="905917" cy="390547"/>
            </a:xfrm>
            <a:custGeom>
              <a:avLst/>
              <a:gdLst/>
              <a:ahLst/>
              <a:cxnLst/>
              <a:rect l="l" t="t" r="r" b="b"/>
              <a:pathLst>
                <a:path w="18427" h="7944" extrusionOk="0">
                  <a:moveTo>
                    <a:pt x="18304" y="0"/>
                  </a:moveTo>
                  <a:cubicBezTo>
                    <a:pt x="18290" y="0"/>
                    <a:pt x="18276" y="3"/>
                    <a:pt x="18263" y="8"/>
                  </a:cubicBezTo>
                  <a:lnTo>
                    <a:pt x="98" y="7728"/>
                  </a:lnTo>
                  <a:cubicBezTo>
                    <a:pt x="39" y="7740"/>
                    <a:pt x="1" y="7798"/>
                    <a:pt x="13" y="7856"/>
                  </a:cubicBezTo>
                  <a:cubicBezTo>
                    <a:pt x="23" y="7909"/>
                    <a:pt x="69" y="7944"/>
                    <a:pt x="119" y="7944"/>
                  </a:cubicBezTo>
                  <a:cubicBezTo>
                    <a:pt x="126" y="7944"/>
                    <a:pt x="133" y="7943"/>
                    <a:pt x="141" y="7941"/>
                  </a:cubicBezTo>
                  <a:cubicBezTo>
                    <a:pt x="156" y="7940"/>
                    <a:pt x="171" y="7934"/>
                    <a:pt x="184" y="7925"/>
                  </a:cubicBezTo>
                  <a:lnTo>
                    <a:pt x="18346" y="205"/>
                  </a:lnTo>
                  <a:cubicBezTo>
                    <a:pt x="18347" y="205"/>
                    <a:pt x="18349" y="205"/>
                    <a:pt x="18349" y="203"/>
                  </a:cubicBezTo>
                  <a:cubicBezTo>
                    <a:pt x="18402" y="181"/>
                    <a:pt x="18426" y="120"/>
                    <a:pt x="18404" y="66"/>
                  </a:cubicBezTo>
                  <a:cubicBezTo>
                    <a:pt x="18404" y="66"/>
                    <a:pt x="18404" y="65"/>
                    <a:pt x="18402" y="65"/>
                  </a:cubicBezTo>
                  <a:cubicBezTo>
                    <a:pt x="18386" y="24"/>
                    <a:pt x="18346" y="0"/>
                    <a:pt x="183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1339;p43">
              <a:extLst>
                <a:ext uri="{FF2B5EF4-FFF2-40B4-BE49-F238E27FC236}">
                  <a16:creationId xmlns:a16="http://schemas.microsoft.com/office/drawing/2014/main" id="{9825A96B-5726-C71E-3CD5-3085C313C6AA}"/>
                </a:ext>
              </a:extLst>
            </p:cNvPr>
            <p:cNvSpPr/>
            <p:nvPr/>
          </p:nvSpPr>
          <p:spPr>
            <a:xfrm>
              <a:off x="4248849" y="1498470"/>
              <a:ext cx="510405" cy="799530"/>
            </a:xfrm>
            <a:custGeom>
              <a:avLst/>
              <a:gdLst/>
              <a:ahLst/>
              <a:cxnLst/>
              <a:rect l="l" t="t" r="r" b="b"/>
              <a:pathLst>
                <a:path w="10382" h="16263" extrusionOk="0">
                  <a:moveTo>
                    <a:pt x="9529" y="1"/>
                  </a:moveTo>
                  <a:cubicBezTo>
                    <a:pt x="9529" y="90"/>
                    <a:pt x="8369" y="9028"/>
                    <a:pt x="5718" y="12143"/>
                  </a:cubicBezTo>
                  <a:cubicBezTo>
                    <a:pt x="3117" y="15197"/>
                    <a:pt x="32" y="15410"/>
                    <a:pt x="1" y="15410"/>
                  </a:cubicBezTo>
                  <a:lnTo>
                    <a:pt x="17" y="15699"/>
                  </a:lnTo>
                  <a:lnTo>
                    <a:pt x="46" y="16263"/>
                  </a:lnTo>
                  <a:cubicBezTo>
                    <a:pt x="187" y="16257"/>
                    <a:pt x="3515" y="16051"/>
                    <a:pt x="6365" y="12691"/>
                  </a:cubicBezTo>
                  <a:cubicBezTo>
                    <a:pt x="9182" y="9385"/>
                    <a:pt x="10333" y="484"/>
                    <a:pt x="10382" y="109"/>
                  </a:cubicBezTo>
                  <a:lnTo>
                    <a:pt x="952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1340;p43">
              <a:extLst>
                <a:ext uri="{FF2B5EF4-FFF2-40B4-BE49-F238E27FC236}">
                  <a16:creationId xmlns:a16="http://schemas.microsoft.com/office/drawing/2014/main" id="{D3C037A5-2B37-7593-FAAE-0C90E2BE660B}"/>
                </a:ext>
              </a:extLst>
            </p:cNvPr>
            <p:cNvSpPr/>
            <p:nvPr/>
          </p:nvSpPr>
          <p:spPr>
            <a:xfrm>
              <a:off x="4192558" y="1440065"/>
              <a:ext cx="678197" cy="1050750"/>
            </a:xfrm>
            <a:custGeom>
              <a:avLst/>
              <a:gdLst/>
              <a:ahLst/>
              <a:cxnLst/>
              <a:rect l="l" t="t" r="r" b="b"/>
              <a:pathLst>
                <a:path w="13795" h="21373" extrusionOk="0">
                  <a:moveTo>
                    <a:pt x="11991" y="0"/>
                  </a:moveTo>
                  <a:lnTo>
                    <a:pt x="11166" y="213"/>
                  </a:lnTo>
                  <a:cubicBezTo>
                    <a:pt x="11184" y="282"/>
                    <a:pt x="12898" y="7010"/>
                    <a:pt x="11338" y="11849"/>
                  </a:cubicBezTo>
                  <a:cubicBezTo>
                    <a:pt x="9831" y="16516"/>
                    <a:pt x="4773" y="20519"/>
                    <a:pt x="523" y="20519"/>
                  </a:cubicBezTo>
                  <a:cubicBezTo>
                    <a:pt x="368" y="20519"/>
                    <a:pt x="214" y="20514"/>
                    <a:pt x="61" y="20503"/>
                  </a:cubicBezTo>
                  <a:lnTo>
                    <a:pt x="1" y="21356"/>
                  </a:lnTo>
                  <a:cubicBezTo>
                    <a:pt x="178" y="21373"/>
                    <a:pt x="357" y="21373"/>
                    <a:pt x="535" y="21373"/>
                  </a:cubicBezTo>
                  <a:cubicBezTo>
                    <a:pt x="5188" y="21373"/>
                    <a:pt x="10514" y="17183"/>
                    <a:pt x="12148" y="12113"/>
                  </a:cubicBezTo>
                  <a:cubicBezTo>
                    <a:pt x="13794" y="7012"/>
                    <a:pt x="12066" y="285"/>
                    <a:pt x="1199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1341;p43">
              <a:extLst>
                <a:ext uri="{FF2B5EF4-FFF2-40B4-BE49-F238E27FC236}">
                  <a16:creationId xmlns:a16="http://schemas.microsoft.com/office/drawing/2014/main" id="{2F4F98D8-554C-4D98-147D-095912BCE2B6}"/>
                </a:ext>
              </a:extLst>
            </p:cNvPr>
            <p:cNvSpPr/>
            <p:nvPr/>
          </p:nvSpPr>
          <p:spPr>
            <a:xfrm>
              <a:off x="4235035" y="1592371"/>
              <a:ext cx="393742" cy="824603"/>
            </a:xfrm>
            <a:custGeom>
              <a:avLst/>
              <a:gdLst/>
              <a:ahLst/>
              <a:cxnLst/>
              <a:rect l="l" t="t" r="r" b="b"/>
              <a:pathLst>
                <a:path w="8009" h="16773" extrusionOk="0">
                  <a:moveTo>
                    <a:pt x="6087" y="1"/>
                  </a:moveTo>
                  <a:lnTo>
                    <a:pt x="5255" y="184"/>
                  </a:lnTo>
                  <a:cubicBezTo>
                    <a:pt x="5283" y="322"/>
                    <a:pt x="8008" y="13193"/>
                    <a:pt x="1" y="15965"/>
                  </a:cubicBezTo>
                  <a:lnTo>
                    <a:pt x="282" y="16771"/>
                  </a:lnTo>
                  <a:lnTo>
                    <a:pt x="282" y="16772"/>
                  </a:lnTo>
                  <a:cubicBezTo>
                    <a:pt x="3912" y="15513"/>
                    <a:pt x="6063" y="12195"/>
                    <a:pt x="6503" y="7164"/>
                  </a:cubicBezTo>
                  <a:cubicBezTo>
                    <a:pt x="6692" y="4768"/>
                    <a:pt x="6552" y="2359"/>
                    <a:pt x="608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1342;p43">
              <a:extLst>
                <a:ext uri="{FF2B5EF4-FFF2-40B4-BE49-F238E27FC236}">
                  <a16:creationId xmlns:a16="http://schemas.microsoft.com/office/drawing/2014/main" id="{89E2034E-BB33-69BA-9B7F-7E78B144B99B}"/>
                </a:ext>
              </a:extLst>
            </p:cNvPr>
            <p:cNvSpPr/>
            <p:nvPr/>
          </p:nvSpPr>
          <p:spPr>
            <a:xfrm>
              <a:off x="1962203" y="1622409"/>
              <a:ext cx="561485" cy="372750"/>
            </a:xfrm>
            <a:custGeom>
              <a:avLst/>
              <a:gdLst/>
              <a:ahLst/>
              <a:cxnLst/>
              <a:rect l="l" t="t" r="r" b="b"/>
              <a:pathLst>
                <a:path w="11421" h="7582" extrusionOk="0">
                  <a:moveTo>
                    <a:pt x="4909" y="0"/>
                  </a:moveTo>
                  <a:lnTo>
                    <a:pt x="809" y="4065"/>
                  </a:lnTo>
                  <a:lnTo>
                    <a:pt x="45" y="6893"/>
                  </a:lnTo>
                  <a:cubicBezTo>
                    <a:pt x="0" y="7064"/>
                    <a:pt x="55" y="7244"/>
                    <a:pt x="188" y="7362"/>
                  </a:cubicBezTo>
                  <a:cubicBezTo>
                    <a:pt x="276" y="7438"/>
                    <a:pt x="385" y="7476"/>
                    <a:pt x="494" y="7476"/>
                  </a:cubicBezTo>
                  <a:cubicBezTo>
                    <a:pt x="623" y="7476"/>
                    <a:pt x="752" y="7422"/>
                    <a:pt x="844" y="7317"/>
                  </a:cubicBezTo>
                  <a:cubicBezTo>
                    <a:pt x="852" y="7308"/>
                    <a:pt x="861" y="7298"/>
                    <a:pt x="868" y="7287"/>
                  </a:cubicBezTo>
                  <a:lnTo>
                    <a:pt x="2542" y="5000"/>
                  </a:lnTo>
                  <a:lnTo>
                    <a:pt x="2719" y="7003"/>
                  </a:lnTo>
                  <a:cubicBezTo>
                    <a:pt x="2749" y="7315"/>
                    <a:pt x="2999" y="7560"/>
                    <a:pt x="3312" y="7580"/>
                  </a:cubicBezTo>
                  <a:cubicBezTo>
                    <a:pt x="3325" y="7581"/>
                    <a:pt x="3337" y="7582"/>
                    <a:pt x="3350" y="7582"/>
                  </a:cubicBezTo>
                  <a:cubicBezTo>
                    <a:pt x="3659" y="7582"/>
                    <a:pt x="3924" y="7361"/>
                    <a:pt x="3979" y="7055"/>
                  </a:cubicBezTo>
                  <a:lnTo>
                    <a:pt x="4427" y="4442"/>
                  </a:lnTo>
                  <a:lnTo>
                    <a:pt x="11420" y="2365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1343;p43">
              <a:extLst>
                <a:ext uri="{FF2B5EF4-FFF2-40B4-BE49-F238E27FC236}">
                  <a16:creationId xmlns:a16="http://schemas.microsoft.com/office/drawing/2014/main" id="{A9FFCDED-2ED8-EB5F-A986-6455A138E03A}"/>
                </a:ext>
              </a:extLst>
            </p:cNvPr>
            <p:cNvSpPr/>
            <p:nvPr/>
          </p:nvSpPr>
          <p:spPr>
            <a:xfrm>
              <a:off x="1958221" y="1616411"/>
              <a:ext cx="582084" cy="384057"/>
            </a:xfrm>
            <a:custGeom>
              <a:avLst/>
              <a:gdLst/>
              <a:ahLst/>
              <a:cxnLst/>
              <a:rect l="l" t="t" r="r" b="b"/>
              <a:pathLst>
                <a:path w="11840" h="7812" extrusionOk="0">
                  <a:moveTo>
                    <a:pt x="5016" y="237"/>
                  </a:moveTo>
                  <a:lnTo>
                    <a:pt x="11159" y="2470"/>
                  </a:lnTo>
                  <a:lnTo>
                    <a:pt x="4478" y="4455"/>
                  </a:lnTo>
                  <a:lnTo>
                    <a:pt x="4414" y="4474"/>
                  </a:lnTo>
                  <a:lnTo>
                    <a:pt x="3954" y="7150"/>
                  </a:lnTo>
                  <a:cubicBezTo>
                    <a:pt x="3912" y="7384"/>
                    <a:pt x="3720" y="7561"/>
                    <a:pt x="3483" y="7583"/>
                  </a:cubicBezTo>
                  <a:cubicBezTo>
                    <a:pt x="3466" y="7585"/>
                    <a:pt x="3449" y="7586"/>
                    <a:pt x="3432" y="7586"/>
                  </a:cubicBezTo>
                  <a:cubicBezTo>
                    <a:pt x="3163" y="7586"/>
                    <a:pt x="2932" y="7381"/>
                    <a:pt x="2907" y="7108"/>
                  </a:cubicBezTo>
                  <a:lnTo>
                    <a:pt x="2703" y="4826"/>
                  </a:lnTo>
                  <a:lnTo>
                    <a:pt x="863" y="7347"/>
                  </a:lnTo>
                  <a:cubicBezTo>
                    <a:pt x="805" y="7429"/>
                    <a:pt x="714" y="7482"/>
                    <a:pt x="614" y="7491"/>
                  </a:cubicBezTo>
                  <a:cubicBezTo>
                    <a:pt x="601" y="7493"/>
                    <a:pt x="588" y="7494"/>
                    <a:pt x="574" y="7494"/>
                  </a:cubicBezTo>
                  <a:cubicBezTo>
                    <a:pt x="543" y="7494"/>
                    <a:pt x="512" y="7489"/>
                    <a:pt x="482" y="7481"/>
                  </a:cubicBezTo>
                  <a:cubicBezTo>
                    <a:pt x="291" y="7430"/>
                    <a:pt x="178" y="7232"/>
                    <a:pt x="230" y="7041"/>
                  </a:cubicBezTo>
                  <a:lnTo>
                    <a:pt x="981" y="4242"/>
                  </a:lnTo>
                  <a:lnTo>
                    <a:pt x="5016" y="237"/>
                  </a:lnTo>
                  <a:close/>
                  <a:moveTo>
                    <a:pt x="4962" y="0"/>
                  </a:moveTo>
                  <a:lnTo>
                    <a:pt x="788" y="4131"/>
                  </a:lnTo>
                  <a:lnTo>
                    <a:pt x="23" y="6989"/>
                  </a:lnTo>
                  <a:cubicBezTo>
                    <a:pt x="5" y="7056"/>
                    <a:pt x="1" y="7128"/>
                    <a:pt x="8" y="7196"/>
                  </a:cubicBezTo>
                  <a:cubicBezTo>
                    <a:pt x="40" y="7489"/>
                    <a:pt x="287" y="7706"/>
                    <a:pt x="575" y="7706"/>
                  </a:cubicBezTo>
                  <a:cubicBezTo>
                    <a:pt x="596" y="7706"/>
                    <a:pt x="617" y="7705"/>
                    <a:pt x="638" y="7702"/>
                  </a:cubicBezTo>
                  <a:cubicBezTo>
                    <a:pt x="797" y="7686"/>
                    <a:pt x="942" y="7603"/>
                    <a:pt x="1037" y="7473"/>
                  </a:cubicBezTo>
                  <a:lnTo>
                    <a:pt x="2542" y="5417"/>
                  </a:lnTo>
                  <a:lnTo>
                    <a:pt x="2693" y="7135"/>
                  </a:lnTo>
                  <a:cubicBezTo>
                    <a:pt x="2727" y="7501"/>
                    <a:pt x="3020" y="7787"/>
                    <a:pt x="3387" y="7811"/>
                  </a:cubicBezTo>
                  <a:lnTo>
                    <a:pt x="3433" y="7811"/>
                  </a:lnTo>
                  <a:cubicBezTo>
                    <a:pt x="3438" y="7811"/>
                    <a:pt x="3443" y="7811"/>
                    <a:pt x="3448" y="7811"/>
                  </a:cubicBezTo>
                  <a:cubicBezTo>
                    <a:pt x="3808" y="7811"/>
                    <a:pt x="4114" y="7552"/>
                    <a:pt x="4174" y="7196"/>
                  </a:cubicBezTo>
                  <a:lnTo>
                    <a:pt x="4602" y="4650"/>
                  </a:lnTo>
                  <a:lnTo>
                    <a:pt x="11839" y="2500"/>
                  </a:lnTo>
                  <a:lnTo>
                    <a:pt x="496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1344;p43">
              <a:extLst>
                <a:ext uri="{FF2B5EF4-FFF2-40B4-BE49-F238E27FC236}">
                  <a16:creationId xmlns:a16="http://schemas.microsoft.com/office/drawing/2014/main" id="{A4A9AD7C-B101-A03F-0B33-6A6C7F6A10A6}"/>
                </a:ext>
              </a:extLst>
            </p:cNvPr>
            <p:cNvSpPr/>
            <p:nvPr/>
          </p:nvSpPr>
          <p:spPr>
            <a:xfrm>
              <a:off x="2965266" y="1243366"/>
              <a:ext cx="431745" cy="364589"/>
            </a:xfrm>
            <a:custGeom>
              <a:avLst/>
              <a:gdLst/>
              <a:ahLst/>
              <a:cxnLst/>
              <a:rect l="l" t="t" r="r" b="b"/>
              <a:pathLst>
                <a:path w="8782" h="7416" extrusionOk="0">
                  <a:moveTo>
                    <a:pt x="7147" y="1"/>
                  </a:moveTo>
                  <a:lnTo>
                    <a:pt x="0" y="2273"/>
                  </a:lnTo>
                  <a:lnTo>
                    <a:pt x="1635" y="7415"/>
                  </a:lnTo>
                  <a:lnTo>
                    <a:pt x="8782" y="5145"/>
                  </a:lnTo>
                  <a:lnTo>
                    <a:pt x="714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1345;p43">
              <a:extLst>
                <a:ext uri="{FF2B5EF4-FFF2-40B4-BE49-F238E27FC236}">
                  <a16:creationId xmlns:a16="http://schemas.microsoft.com/office/drawing/2014/main" id="{E336A466-64BD-D706-57FC-72DEEE790E9E}"/>
                </a:ext>
              </a:extLst>
            </p:cNvPr>
            <p:cNvSpPr/>
            <p:nvPr/>
          </p:nvSpPr>
          <p:spPr>
            <a:xfrm>
              <a:off x="2958530" y="1236139"/>
              <a:ext cx="445166" cy="378305"/>
            </a:xfrm>
            <a:custGeom>
              <a:avLst/>
              <a:gdLst/>
              <a:ahLst/>
              <a:cxnLst/>
              <a:rect l="l" t="t" r="r" b="b"/>
              <a:pathLst>
                <a:path w="9055" h="7695" extrusionOk="0">
                  <a:moveTo>
                    <a:pt x="7214" y="277"/>
                  </a:moveTo>
                  <a:lnTo>
                    <a:pt x="8786" y="5220"/>
                  </a:lnTo>
                  <a:lnTo>
                    <a:pt x="1845" y="7425"/>
                  </a:lnTo>
                  <a:lnTo>
                    <a:pt x="273" y="2485"/>
                  </a:lnTo>
                  <a:lnTo>
                    <a:pt x="7214" y="277"/>
                  </a:lnTo>
                  <a:close/>
                  <a:moveTo>
                    <a:pt x="7348" y="0"/>
                  </a:moveTo>
                  <a:lnTo>
                    <a:pt x="0" y="2347"/>
                  </a:lnTo>
                  <a:lnTo>
                    <a:pt x="1705" y="7695"/>
                  </a:lnTo>
                  <a:lnTo>
                    <a:pt x="9054" y="5348"/>
                  </a:lnTo>
                  <a:lnTo>
                    <a:pt x="734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1346;p43">
              <a:extLst>
                <a:ext uri="{FF2B5EF4-FFF2-40B4-BE49-F238E27FC236}">
                  <a16:creationId xmlns:a16="http://schemas.microsoft.com/office/drawing/2014/main" id="{291C31D5-F460-BCC5-712B-C9B966D761B5}"/>
                </a:ext>
              </a:extLst>
            </p:cNvPr>
            <p:cNvSpPr/>
            <p:nvPr/>
          </p:nvSpPr>
          <p:spPr>
            <a:xfrm>
              <a:off x="2416760" y="1372074"/>
              <a:ext cx="552046" cy="519303"/>
            </a:xfrm>
            <a:custGeom>
              <a:avLst/>
              <a:gdLst/>
              <a:ahLst/>
              <a:cxnLst/>
              <a:rect l="l" t="t" r="r" b="b"/>
              <a:pathLst>
                <a:path w="11229" h="10563" extrusionOk="0">
                  <a:moveTo>
                    <a:pt x="9230" y="0"/>
                  </a:moveTo>
                  <a:lnTo>
                    <a:pt x="0" y="3331"/>
                  </a:lnTo>
                  <a:lnTo>
                    <a:pt x="3901" y="10563"/>
                  </a:lnTo>
                  <a:lnTo>
                    <a:pt x="11229" y="5615"/>
                  </a:lnTo>
                  <a:lnTo>
                    <a:pt x="9230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1347;p43">
              <a:extLst>
                <a:ext uri="{FF2B5EF4-FFF2-40B4-BE49-F238E27FC236}">
                  <a16:creationId xmlns:a16="http://schemas.microsoft.com/office/drawing/2014/main" id="{C2122061-32A7-A124-925D-D5A7172E54F7}"/>
                </a:ext>
              </a:extLst>
            </p:cNvPr>
            <p:cNvSpPr/>
            <p:nvPr/>
          </p:nvSpPr>
          <p:spPr>
            <a:xfrm>
              <a:off x="2409238" y="1365191"/>
              <a:ext cx="565860" cy="533708"/>
            </a:xfrm>
            <a:custGeom>
              <a:avLst/>
              <a:gdLst/>
              <a:ahLst/>
              <a:cxnLst/>
              <a:rect l="l" t="t" r="r" b="b"/>
              <a:pathLst>
                <a:path w="11510" h="10856" extrusionOk="0">
                  <a:moveTo>
                    <a:pt x="9309" y="276"/>
                  </a:moveTo>
                  <a:lnTo>
                    <a:pt x="11243" y="5712"/>
                  </a:lnTo>
                  <a:lnTo>
                    <a:pt x="4084" y="10546"/>
                  </a:lnTo>
                  <a:lnTo>
                    <a:pt x="307" y="3527"/>
                  </a:lnTo>
                  <a:lnTo>
                    <a:pt x="9309" y="276"/>
                  </a:lnTo>
                  <a:close/>
                  <a:moveTo>
                    <a:pt x="9447" y="0"/>
                  </a:moveTo>
                  <a:lnTo>
                    <a:pt x="0" y="3413"/>
                  </a:lnTo>
                  <a:lnTo>
                    <a:pt x="4017" y="10856"/>
                  </a:lnTo>
                  <a:lnTo>
                    <a:pt x="11510" y="5792"/>
                  </a:lnTo>
                  <a:lnTo>
                    <a:pt x="944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1348;p43">
              <a:extLst>
                <a:ext uri="{FF2B5EF4-FFF2-40B4-BE49-F238E27FC236}">
                  <a16:creationId xmlns:a16="http://schemas.microsoft.com/office/drawing/2014/main" id="{C75970CA-E072-E6BD-BAF7-6308C2C62714}"/>
                </a:ext>
              </a:extLst>
            </p:cNvPr>
            <p:cNvSpPr/>
            <p:nvPr/>
          </p:nvSpPr>
          <p:spPr>
            <a:xfrm>
              <a:off x="2854355" y="1277977"/>
              <a:ext cx="254416" cy="411293"/>
            </a:xfrm>
            <a:custGeom>
              <a:avLst/>
              <a:gdLst/>
              <a:ahLst/>
              <a:cxnLst/>
              <a:rect l="l" t="t" r="r" b="b"/>
              <a:pathLst>
                <a:path w="5175" h="8366" extrusionOk="0">
                  <a:moveTo>
                    <a:pt x="2221" y="1"/>
                  </a:moveTo>
                  <a:cubicBezTo>
                    <a:pt x="2133" y="1"/>
                    <a:pt x="2043" y="14"/>
                    <a:pt x="1954" y="43"/>
                  </a:cubicBezTo>
                  <a:lnTo>
                    <a:pt x="715" y="436"/>
                  </a:lnTo>
                  <a:cubicBezTo>
                    <a:pt x="253" y="583"/>
                    <a:pt x="0" y="1071"/>
                    <a:pt x="148" y="1531"/>
                  </a:cubicBezTo>
                  <a:lnTo>
                    <a:pt x="2125" y="7757"/>
                  </a:lnTo>
                  <a:cubicBezTo>
                    <a:pt x="2244" y="8129"/>
                    <a:pt x="2586" y="8365"/>
                    <a:pt x="2956" y="8365"/>
                  </a:cubicBezTo>
                  <a:cubicBezTo>
                    <a:pt x="3043" y="8365"/>
                    <a:pt x="3133" y="8352"/>
                    <a:pt x="3221" y="8324"/>
                  </a:cubicBezTo>
                  <a:lnTo>
                    <a:pt x="4461" y="7929"/>
                  </a:lnTo>
                  <a:cubicBezTo>
                    <a:pt x="4921" y="7784"/>
                    <a:pt x="5174" y="7295"/>
                    <a:pt x="5028" y="6835"/>
                  </a:cubicBezTo>
                  <a:lnTo>
                    <a:pt x="3050" y="608"/>
                  </a:lnTo>
                  <a:cubicBezTo>
                    <a:pt x="2932" y="237"/>
                    <a:pt x="2591" y="1"/>
                    <a:pt x="222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1349;p43">
              <a:extLst>
                <a:ext uri="{FF2B5EF4-FFF2-40B4-BE49-F238E27FC236}">
                  <a16:creationId xmlns:a16="http://schemas.microsoft.com/office/drawing/2014/main" id="{B92CA3DD-55A4-8E74-0FB0-42D9E6170D2A}"/>
                </a:ext>
              </a:extLst>
            </p:cNvPr>
            <p:cNvSpPr/>
            <p:nvPr/>
          </p:nvSpPr>
          <p:spPr>
            <a:xfrm>
              <a:off x="2848701" y="1272618"/>
              <a:ext cx="266117" cy="421716"/>
            </a:xfrm>
            <a:custGeom>
              <a:avLst/>
              <a:gdLst/>
              <a:ahLst/>
              <a:cxnLst/>
              <a:rect l="l" t="t" r="r" b="b"/>
              <a:pathLst>
                <a:path w="5413" h="8578" extrusionOk="0">
                  <a:moveTo>
                    <a:pt x="2337" y="213"/>
                  </a:moveTo>
                  <a:cubicBezTo>
                    <a:pt x="2669" y="213"/>
                    <a:pt x="2963" y="427"/>
                    <a:pt x="3066" y="741"/>
                  </a:cubicBezTo>
                  <a:lnTo>
                    <a:pt x="5045" y="6966"/>
                  </a:lnTo>
                  <a:cubicBezTo>
                    <a:pt x="5172" y="7370"/>
                    <a:pt x="4948" y="7799"/>
                    <a:pt x="4546" y="7928"/>
                  </a:cubicBezTo>
                  <a:lnTo>
                    <a:pt x="3309" y="8320"/>
                  </a:lnTo>
                  <a:cubicBezTo>
                    <a:pt x="3233" y="8345"/>
                    <a:pt x="3153" y="8358"/>
                    <a:pt x="3074" y="8358"/>
                  </a:cubicBezTo>
                  <a:cubicBezTo>
                    <a:pt x="2953" y="8358"/>
                    <a:pt x="2833" y="8328"/>
                    <a:pt x="2724" y="8271"/>
                  </a:cubicBezTo>
                  <a:cubicBezTo>
                    <a:pt x="2544" y="8178"/>
                    <a:pt x="2407" y="8018"/>
                    <a:pt x="2344" y="7823"/>
                  </a:cubicBezTo>
                  <a:lnTo>
                    <a:pt x="368" y="1605"/>
                  </a:lnTo>
                  <a:cubicBezTo>
                    <a:pt x="367" y="1603"/>
                    <a:pt x="367" y="1602"/>
                    <a:pt x="367" y="1600"/>
                  </a:cubicBezTo>
                  <a:cubicBezTo>
                    <a:pt x="239" y="1198"/>
                    <a:pt x="462" y="769"/>
                    <a:pt x="864" y="643"/>
                  </a:cubicBezTo>
                  <a:lnTo>
                    <a:pt x="2103" y="248"/>
                  </a:lnTo>
                  <a:cubicBezTo>
                    <a:pt x="2177" y="224"/>
                    <a:pt x="2256" y="213"/>
                    <a:pt x="2334" y="213"/>
                  </a:cubicBezTo>
                  <a:cubicBezTo>
                    <a:pt x="2335" y="213"/>
                    <a:pt x="2336" y="213"/>
                    <a:pt x="2337" y="213"/>
                  </a:cubicBezTo>
                  <a:close/>
                  <a:moveTo>
                    <a:pt x="2334" y="0"/>
                  </a:moveTo>
                  <a:cubicBezTo>
                    <a:pt x="2236" y="0"/>
                    <a:pt x="2137" y="15"/>
                    <a:pt x="2039" y="46"/>
                  </a:cubicBezTo>
                  <a:lnTo>
                    <a:pt x="803" y="437"/>
                  </a:lnTo>
                  <a:cubicBezTo>
                    <a:pt x="287" y="601"/>
                    <a:pt x="1" y="1152"/>
                    <a:pt x="163" y="1669"/>
                  </a:cubicBezTo>
                  <a:lnTo>
                    <a:pt x="2142" y="7894"/>
                  </a:lnTo>
                  <a:cubicBezTo>
                    <a:pt x="2271" y="8299"/>
                    <a:pt x="2648" y="8574"/>
                    <a:pt x="3074" y="8577"/>
                  </a:cubicBezTo>
                  <a:cubicBezTo>
                    <a:pt x="3078" y="8577"/>
                    <a:pt x="3083" y="8578"/>
                    <a:pt x="3088" y="8578"/>
                  </a:cubicBezTo>
                  <a:cubicBezTo>
                    <a:pt x="3184" y="8578"/>
                    <a:pt x="3279" y="8563"/>
                    <a:pt x="3372" y="8536"/>
                  </a:cubicBezTo>
                  <a:lnTo>
                    <a:pt x="4609" y="8141"/>
                  </a:lnTo>
                  <a:cubicBezTo>
                    <a:pt x="4610" y="8140"/>
                    <a:pt x="4612" y="8140"/>
                    <a:pt x="4613" y="8140"/>
                  </a:cubicBezTo>
                  <a:cubicBezTo>
                    <a:pt x="5129" y="7976"/>
                    <a:pt x="5413" y="7425"/>
                    <a:pt x="5249" y="6910"/>
                  </a:cubicBezTo>
                  <a:lnTo>
                    <a:pt x="3270" y="686"/>
                  </a:lnTo>
                  <a:cubicBezTo>
                    <a:pt x="3138" y="267"/>
                    <a:pt x="2751" y="0"/>
                    <a:pt x="23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1350;p43">
              <a:extLst>
                <a:ext uri="{FF2B5EF4-FFF2-40B4-BE49-F238E27FC236}">
                  <a16:creationId xmlns:a16="http://schemas.microsoft.com/office/drawing/2014/main" id="{D7A5DB01-6798-639E-E992-B3109EB495FC}"/>
                </a:ext>
              </a:extLst>
            </p:cNvPr>
            <p:cNvSpPr/>
            <p:nvPr/>
          </p:nvSpPr>
          <p:spPr>
            <a:xfrm>
              <a:off x="2566607" y="1729190"/>
              <a:ext cx="232145" cy="162187"/>
            </a:xfrm>
            <a:custGeom>
              <a:avLst/>
              <a:gdLst/>
              <a:ahLst/>
              <a:cxnLst/>
              <a:rect l="l" t="t" r="r" b="b"/>
              <a:pathLst>
                <a:path w="4722" h="3299" extrusionOk="0">
                  <a:moveTo>
                    <a:pt x="3201" y="0"/>
                  </a:moveTo>
                  <a:cubicBezTo>
                    <a:pt x="2815" y="0"/>
                    <a:pt x="2361" y="105"/>
                    <a:pt x="1842" y="398"/>
                  </a:cubicBezTo>
                  <a:cubicBezTo>
                    <a:pt x="0" y="1439"/>
                    <a:pt x="853" y="3299"/>
                    <a:pt x="853" y="3299"/>
                  </a:cubicBezTo>
                  <a:lnTo>
                    <a:pt x="853" y="3297"/>
                  </a:lnTo>
                  <a:lnTo>
                    <a:pt x="3894" y="1238"/>
                  </a:lnTo>
                  <a:lnTo>
                    <a:pt x="4722" y="687"/>
                  </a:lnTo>
                  <a:cubicBezTo>
                    <a:pt x="4722" y="687"/>
                    <a:pt x="4186" y="0"/>
                    <a:pt x="32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1351;p43">
              <a:extLst>
                <a:ext uri="{FF2B5EF4-FFF2-40B4-BE49-F238E27FC236}">
                  <a16:creationId xmlns:a16="http://schemas.microsoft.com/office/drawing/2014/main" id="{18F7515C-FD64-2A73-462B-02E280D4AE1E}"/>
                </a:ext>
              </a:extLst>
            </p:cNvPr>
            <p:cNvSpPr/>
            <p:nvPr/>
          </p:nvSpPr>
          <p:spPr>
            <a:xfrm>
              <a:off x="2561937" y="1723930"/>
              <a:ext cx="243944" cy="175117"/>
            </a:xfrm>
            <a:custGeom>
              <a:avLst/>
              <a:gdLst/>
              <a:ahLst/>
              <a:cxnLst/>
              <a:rect l="l" t="t" r="r" b="b"/>
              <a:pathLst>
                <a:path w="4962" h="3562" extrusionOk="0">
                  <a:moveTo>
                    <a:pt x="3298" y="212"/>
                  </a:moveTo>
                  <a:cubicBezTo>
                    <a:pt x="3803" y="212"/>
                    <a:pt x="4289" y="414"/>
                    <a:pt x="4646" y="775"/>
                  </a:cubicBezTo>
                  <a:lnTo>
                    <a:pt x="999" y="3240"/>
                  </a:lnTo>
                  <a:cubicBezTo>
                    <a:pt x="852" y="2825"/>
                    <a:pt x="496" y="1449"/>
                    <a:pt x="1989" y="596"/>
                  </a:cubicBezTo>
                  <a:cubicBezTo>
                    <a:pt x="2382" y="356"/>
                    <a:pt x="2832" y="224"/>
                    <a:pt x="3292" y="212"/>
                  </a:cubicBezTo>
                  <a:cubicBezTo>
                    <a:pt x="3294" y="212"/>
                    <a:pt x="3296" y="212"/>
                    <a:pt x="3298" y="212"/>
                  </a:cubicBezTo>
                  <a:close/>
                  <a:moveTo>
                    <a:pt x="3280" y="0"/>
                  </a:moveTo>
                  <a:cubicBezTo>
                    <a:pt x="2881" y="0"/>
                    <a:pt x="2413" y="109"/>
                    <a:pt x="1885" y="411"/>
                  </a:cubicBezTo>
                  <a:cubicBezTo>
                    <a:pt x="0" y="1488"/>
                    <a:pt x="852" y="3428"/>
                    <a:pt x="852" y="3447"/>
                  </a:cubicBezTo>
                  <a:lnTo>
                    <a:pt x="904" y="3562"/>
                  </a:lnTo>
                  <a:lnTo>
                    <a:pt x="4041" y="1434"/>
                  </a:lnTo>
                  <a:lnTo>
                    <a:pt x="4961" y="821"/>
                  </a:lnTo>
                  <a:lnTo>
                    <a:pt x="4891" y="730"/>
                  </a:lnTo>
                  <a:cubicBezTo>
                    <a:pt x="4884" y="719"/>
                    <a:pt x="4306" y="0"/>
                    <a:pt x="328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1352;p43">
              <a:extLst>
                <a:ext uri="{FF2B5EF4-FFF2-40B4-BE49-F238E27FC236}">
                  <a16:creationId xmlns:a16="http://schemas.microsoft.com/office/drawing/2014/main" id="{224B5CD5-1B94-3D58-D1A3-C70630877366}"/>
                </a:ext>
              </a:extLst>
            </p:cNvPr>
            <p:cNvSpPr/>
            <p:nvPr/>
          </p:nvSpPr>
          <p:spPr>
            <a:xfrm>
              <a:off x="2608543" y="1790004"/>
              <a:ext cx="201566" cy="293107"/>
            </a:xfrm>
            <a:custGeom>
              <a:avLst/>
              <a:gdLst/>
              <a:ahLst/>
              <a:cxnLst/>
              <a:rect l="l" t="t" r="r" b="b"/>
              <a:pathLst>
                <a:path w="4100" h="5962" extrusionOk="0">
                  <a:moveTo>
                    <a:pt x="3032" y="1"/>
                  </a:moveTo>
                  <a:cubicBezTo>
                    <a:pt x="84" y="96"/>
                    <a:pt x="0" y="2062"/>
                    <a:pt x="0" y="2062"/>
                  </a:cubicBezTo>
                  <a:lnTo>
                    <a:pt x="1150" y="5961"/>
                  </a:lnTo>
                  <a:lnTo>
                    <a:pt x="4100" y="5675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1353;p43">
              <a:extLst>
                <a:ext uri="{FF2B5EF4-FFF2-40B4-BE49-F238E27FC236}">
                  <a16:creationId xmlns:a16="http://schemas.microsoft.com/office/drawing/2014/main" id="{C8B724FB-FBCC-B5B4-CE27-0EB98EB02A71}"/>
                </a:ext>
              </a:extLst>
            </p:cNvPr>
            <p:cNvSpPr/>
            <p:nvPr/>
          </p:nvSpPr>
          <p:spPr>
            <a:xfrm>
              <a:off x="2603282" y="1784744"/>
              <a:ext cx="212677" cy="303972"/>
            </a:xfrm>
            <a:custGeom>
              <a:avLst/>
              <a:gdLst/>
              <a:ahLst/>
              <a:cxnLst/>
              <a:rect l="l" t="t" r="r" b="b"/>
              <a:pathLst>
                <a:path w="4326" h="6183" extrusionOk="0">
                  <a:moveTo>
                    <a:pt x="3053" y="220"/>
                  </a:moveTo>
                  <a:lnTo>
                    <a:pt x="4074" y="5687"/>
                  </a:lnTo>
                  <a:lnTo>
                    <a:pt x="1327" y="5954"/>
                  </a:lnTo>
                  <a:lnTo>
                    <a:pt x="216" y="2155"/>
                  </a:lnTo>
                  <a:cubicBezTo>
                    <a:pt x="231" y="1962"/>
                    <a:pt x="443" y="340"/>
                    <a:pt x="3053" y="220"/>
                  </a:cubicBezTo>
                  <a:close/>
                  <a:moveTo>
                    <a:pt x="3137" y="1"/>
                  </a:moveTo>
                  <a:cubicBezTo>
                    <a:pt x="124" y="99"/>
                    <a:pt x="0" y="2142"/>
                    <a:pt x="0" y="2164"/>
                  </a:cubicBezTo>
                  <a:lnTo>
                    <a:pt x="0" y="2181"/>
                  </a:lnTo>
                  <a:lnTo>
                    <a:pt x="1172" y="6183"/>
                  </a:lnTo>
                  <a:lnTo>
                    <a:pt x="4326" y="5881"/>
                  </a:lnTo>
                  <a:lnTo>
                    <a:pt x="323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1354;p43">
              <a:extLst>
                <a:ext uri="{FF2B5EF4-FFF2-40B4-BE49-F238E27FC236}">
                  <a16:creationId xmlns:a16="http://schemas.microsoft.com/office/drawing/2014/main" id="{423B54D9-4C67-17AA-594E-72A4CB22F34D}"/>
                </a:ext>
              </a:extLst>
            </p:cNvPr>
            <p:cNvSpPr/>
            <p:nvPr/>
          </p:nvSpPr>
          <p:spPr>
            <a:xfrm>
              <a:off x="2577816" y="2069001"/>
              <a:ext cx="231949" cy="210465"/>
            </a:xfrm>
            <a:custGeom>
              <a:avLst/>
              <a:gdLst/>
              <a:ahLst/>
              <a:cxnLst/>
              <a:rect l="l" t="t" r="r" b="b"/>
              <a:pathLst>
                <a:path w="4718" h="4281" extrusionOk="0">
                  <a:moveTo>
                    <a:pt x="4717" y="0"/>
                  </a:moveTo>
                  <a:lnTo>
                    <a:pt x="1769" y="286"/>
                  </a:lnTo>
                  <a:lnTo>
                    <a:pt x="192" y="3042"/>
                  </a:lnTo>
                  <a:cubicBezTo>
                    <a:pt x="0" y="3377"/>
                    <a:pt x="67" y="3802"/>
                    <a:pt x="352" y="4064"/>
                  </a:cubicBezTo>
                  <a:cubicBezTo>
                    <a:pt x="510" y="4209"/>
                    <a:pt x="710" y="4281"/>
                    <a:pt x="909" y="4281"/>
                  </a:cubicBezTo>
                  <a:cubicBezTo>
                    <a:pt x="1133" y="4281"/>
                    <a:pt x="1355" y="4191"/>
                    <a:pt x="1519" y="4014"/>
                  </a:cubicBezTo>
                  <a:cubicBezTo>
                    <a:pt x="1532" y="4000"/>
                    <a:pt x="1546" y="3983"/>
                    <a:pt x="1559" y="3967"/>
                  </a:cubicBezTo>
                  <a:lnTo>
                    <a:pt x="4717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1355;p43">
              <a:extLst>
                <a:ext uri="{FF2B5EF4-FFF2-40B4-BE49-F238E27FC236}">
                  <a16:creationId xmlns:a16="http://schemas.microsoft.com/office/drawing/2014/main" id="{59F082FD-956B-3E30-9106-4C53DFAFAFEC}"/>
                </a:ext>
              </a:extLst>
            </p:cNvPr>
            <p:cNvSpPr/>
            <p:nvPr/>
          </p:nvSpPr>
          <p:spPr>
            <a:xfrm>
              <a:off x="2576636" y="2062610"/>
              <a:ext cx="244878" cy="222067"/>
            </a:xfrm>
            <a:custGeom>
              <a:avLst/>
              <a:gdLst/>
              <a:ahLst/>
              <a:cxnLst/>
              <a:rect l="l" t="t" r="r" b="b"/>
              <a:pathLst>
                <a:path w="4981" h="4517" extrusionOk="0">
                  <a:moveTo>
                    <a:pt x="4500" y="261"/>
                  </a:moveTo>
                  <a:lnTo>
                    <a:pt x="1500" y="4031"/>
                  </a:lnTo>
                  <a:cubicBezTo>
                    <a:pt x="1359" y="4208"/>
                    <a:pt x="1149" y="4303"/>
                    <a:pt x="935" y="4303"/>
                  </a:cubicBezTo>
                  <a:cubicBezTo>
                    <a:pt x="814" y="4303"/>
                    <a:pt x="691" y="4272"/>
                    <a:pt x="580" y="4208"/>
                  </a:cubicBezTo>
                  <a:cubicBezTo>
                    <a:pt x="234" y="4010"/>
                    <a:pt x="113" y="3571"/>
                    <a:pt x="310" y="3224"/>
                  </a:cubicBezTo>
                  <a:lnTo>
                    <a:pt x="1856" y="516"/>
                  </a:lnTo>
                  <a:lnTo>
                    <a:pt x="4500" y="261"/>
                  </a:lnTo>
                  <a:close/>
                  <a:moveTo>
                    <a:pt x="4981" y="1"/>
                  </a:moveTo>
                  <a:lnTo>
                    <a:pt x="1726" y="316"/>
                  </a:lnTo>
                  <a:lnTo>
                    <a:pt x="125" y="3119"/>
                  </a:lnTo>
                  <a:cubicBezTo>
                    <a:pt x="44" y="3260"/>
                    <a:pt x="0" y="3421"/>
                    <a:pt x="0" y="3586"/>
                  </a:cubicBezTo>
                  <a:cubicBezTo>
                    <a:pt x="2" y="4100"/>
                    <a:pt x="420" y="4517"/>
                    <a:pt x="934" y="4517"/>
                  </a:cubicBezTo>
                  <a:cubicBezTo>
                    <a:pt x="935" y="4517"/>
                    <a:pt x="936" y="4517"/>
                    <a:pt x="937" y="4517"/>
                  </a:cubicBezTo>
                  <a:lnTo>
                    <a:pt x="1007" y="4515"/>
                  </a:lnTo>
                  <a:cubicBezTo>
                    <a:pt x="1266" y="4493"/>
                    <a:pt x="1504" y="4366"/>
                    <a:pt x="1666" y="4165"/>
                  </a:cubicBezTo>
                  <a:lnTo>
                    <a:pt x="498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1356;p43">
              <a:extLst>
                <a:ext uri="{FF2B5EF4-FFF2-40B4-BE49-F238E27FC236}">
                  <a16:creationId xmlns:a16="http://schemas.microsoft.com/office/drawing/2014/main" id="{F48E57A4-3CFF-EE9B-1A89-1768BE97F6B4}"/>
                </a:ext>
              </a:extLst>
            </p:cNvPr>
            <p:cNvSpPr/>
            <p:nvPr/>
          </p:nvSpPr>
          <p:spPr>
            <a:xfrm>
              <a:off x="2646447" y="2047812"/>
              <a:ext cx="182393" cy="62240"/>
            </a:xfrm>
            <a:custGeom>
              <a:avLst/>
              <a:gdLst/>
              <a:ahLst/>
              <a:cxnLst/>
              <a:rect l="l" t="t" r="r" b="b"/>
              <a:pathLst>
                <a:path w="3710" h="1266" extrusionOk="0">
                  <a:moveTo>
                    <a:pt x="3265" y="0"/>
                  </a:moveTo>
                  <a:cubicBezTo>
                    <a:pt x="3247" y="0"/>
                    <a:pt x="3229" y="2"/>
                    <a:pt x="3211" y="4"/>
                  </a:cubicBezTo>
                  <a:lnTo>
                    <a:pt x="385" y="372"/>
                  </a:lnTo>
                  <a:cubicBezTo>
                    <a:pt x="159" y="400"/>
                    <a:pt x="1" y="605"/>
                    <a:pt x="29" y="832"/>
                  </a:cubicBezTo>
                  <a:lnTo>
                    <a:pt x="39" y="906"/>
                  </a:lnTo>
                  <a:cubicBezTo>
                    <a:pt x="67" y="1115"/>
                    <a:pt x="244" y="1265"/>
                    <a:pt x="449" y="1265"/>
                  </a:cubicBezTo>
                  <a:cubicBezTo>
                    <a:pt x="466" y="1265"/>
                    <a:pt x="483" y="1264"/>
                    <a:pt x="501" y="1262"/>
                  </a:cubicBezTo>
                  <a:lnTo>
                    <a:pt x="3326" y="894"/>
                  </a:lnTo>
                  <a:cubicBezTo>
                    <a:pt x="3552" y="865"/>
                    <a:pt x="3710" y="659"/>
                    <a:pt x="3681" y="433"/>
                  </a:cubicBezTo>
                  <a:lnTo>
                    <a:pt x="3671" y="360"/>
                  </a:lnTo>
                  <a:cubicBezTo>
                    <a:pt x="3645" y="152"/>
                    <a:pt x="3468" y="0"/>
                    <a:pt x="326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1357;p43">
              <a:extLst>
                <a:ext uri="{FF2B5EF4-FFF2-40B4-BE49-F238E27FC236}">
                  <a16:creationId xmlns:a16="http://schemas.microsoft.com/office/drawing/2014/main" id="{D197F337-AE77-7540-139A-483FE24CD4F7}"/>
                </a:ext>
              </a:extLst>
            </p:cNvPr>
            <p:cNvSpPr/>
            <p:nvPr/>
          </p:nvSpPr>
          <p:spPr>
            <a:xfrm>
              <a:off x="2641334" y="2042650"/>
              <a:ext cx="193012" cy="72711"/>
            </a:xfrm>
            <a:custGeom>
              <a:avLst/>
              <a:gdLst/>
              <a:ahLst/>
              <a:cxnLst/>
              <a:rect l="l" t="t" r="r" b="b"/>
              <a:pathLst>
                <a:path w="3926" h="1479" extrusionOk="0">
                  <a:moveTo>
                    <a:pt x="3366" y="213"/>
                  </a:moveTo>
                  <a:cubicBezTo>
                    <a:pt x="3522" y="215"/>
                    <a:pt x="3653" y="334"/>
                    <a:pt x="3669" y="489"/>
                  </a:cubicBezTo>
                  <a:lnTo>
                    <a:pt x="3680" y="562"/>
                  </a:lnTo>
                  <a:cubicBezTo>
                    <a:pt x="3690" y="642"/>
                    <a:pt x="3668" y="724"/>
                    <a:pt x="3617" y="788"/>
                  </a:cubicBezTo>
                  <a:cubicBezTo>
                    <a:pt x="3568" y="852"/>
                    <a:pt x="3495" y="894"/>
                    <a:pt x="3415" y="903"/>
                  </a:cubicBezTo>
                  <a:lnTo>
                    <a:pt x="589" y="1260"/>
                  </a:lnTo>
                  <a:lnTo>
                    <a:pt x="586" y="1260"/>
                  </a:lnTo>
                  <a:cubicBezTo>
                    <a:pt x="573" y="1262"/>
                    <a:pt x="560" y="1262"/>
                    <a:pt x="548" y="1262"/>
                  </a:cubicBezTo>
                  <a:cubicBezTo>
                    <a:pt x="398" y="1262"/>
                    <a:pt x="267" y="1150"/>
                    <a:pt x="248" y="996"/>
                  </a:cubicBezTo>
                  <a:lnTo>
                    <a:pt x="237" y="922"/>
                  </a:lnTo>
                  <a:cubicBezTo>
                    <a:pt x="218" y="755"/>
                    <a:pt x="336" y="603"/>
                    <a:pt x="502" y="581"/>
                  </a:cubicBezTo>
                  <a:lnTo>
                    <a:pt x="3328" y="215"/>
                  </a:lnTo>
                  <a:lnTo>
                    <a:pt x="3366" y="215"/>
                  </a:lnTo>
                  <a:lnTo>
                    <a:pt x="3366" y="213"/>
                  </a:lnTo>
                  <a:close/>
                  <a:moveTo>
                    <a:pt x="3378" y="0"/>
                  </a:moveTo>
                  <a:cubicBezTo>
                    <a:pt x="3356" y="0"/>
                    <a:pt x="3333" y="2"/>
                    <a:pt x="3310" y="5"/>
                  </a:cubicBezTo>
                  <a:lnTo>
                    <a:pt x="484" y="373"/>
                  </a:lnTo>
                  <a:cubicBezTo>
                    <a:pt x="202" y="408"/>
                    <a:pt x="1" y="669"/>
                    <a:pt x="38" y="952"/>
                  </a:cubicBezTo>
                  <a:lnTo>
                    <a:pt x="38" y="1028"/>
                  </a:lnTo>
                  <a:cubicBezTo>
                    <a:pt x="71" y="1285"/>
                    <a:pt x="291" y="1479"/>
                    <a:pt x="551" y="1479"/>
                  </a:cubicBezTo>
                  <a:lnTo>
                    <a:pt x="617" y="1474"/>
                  </a:lnTo>
                  <a:lnTo>
                    <a:pt x="3443" y="1108"/>
                  </a:lnTo>
                  <a:cubicBezTo>
                    <a:pt x="3726" y="1069"/>
                    <a:pt x="3925" y="810"/>
                    <a:pt x="3891" y="526"/>
                  </a:cubicBezTo>
                  <a:lnTo>
                    <a:pt x="3891" y="453"/>
                  </a:lnTo>
                  <a:cubicBezTo>
                    <a:pt x="3891" y="451"/>
                    <a:pt x="3890" y="450"/>
                    <a:pt x="3890" y="448"/>
                  </a:cubicBezTo>
                  <a:cubicBezTo>
                    <a:pt x="3855" y="190"/>
                    <a:pt x="3634" y="0"/>
                    <a:pt x="337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1358;p43">
              <a:extLst>
                <a:ext uri="{FF2B5EF4-FFF2-40B4-BE49-F238E27FC236}">
                  <a16:creationId xmlns:a16="http://schemas.microsoft.com/office/drawing/2014/main" id="{A54AA1ED-F279-F59E-F2B6-FCE1895BE098}"/>
                </a:ext>
              </a:extLst>
            </p:cNvPr>
            <p:cNvSpPr/>
            <p:nvPr/>
          </p:nvSpPr>
          <p:spPr>
            <a:xfrm>
              <a:off x="2092484" y="1532491"/>
              <a:ext cx="441725" cy="224869"/>
            </a:xfrm>
            <a:custGeom>
              <a:avLst/>
              <a:gdLst/>
              <a:ahLst/>
              <a:cxnLst/>
              <a:rect l="l" t="t" r="r" b="b"/>
              <a:pathLst>
                <a:path w="8985" h="4574" extrusionOk="0">
                  <a:moveTo>
                    <a:pt x="1" y="1"/>
                  </a:moveTo>
                  <a:lnTo>
                    <a:pt x="161" y="2648"/>
                  </a:lnTo>
                  <a:lnTo>
                    <a:pt x="8985" y="4573"/>
                  </a:lnTo>
                  <a:lnTo>
                    <a:pt x="6596" y="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1359;p43">
              <a:extLst>
                <a:ext uri="{FF2B5EF4-FFF2-40B4-BE49-F238E27FC236}">
                  <a16:creationId xmlns:a16="http://schemas.microsoft.com/office/drawing/2014/main" id="{F445D5C0-3E59-206D-D014-BB118AF8A0E9}"/>
                </a:ext>
              </a:extLst>
            </p:cNvPr>
            <p:cNvSpPr/>
            <p:nvPr/>
          </p:nvSpPr>
          <p:spPr>
            <a:xfrm>
              <a:off x="2086928" y="1527181"/>
              <a:ext cx="457310" cy="237701"/>
            </a:xfrm>
            <a:custGeom>
              <a:avLst/>
              <a:gdLst/>
              <a:ahLst/>
              <a:cxnLst/>
              <a:rect l="l" t="t" r="r" b="b"/>
              <a:pathLst>
                <a:path w="9302" h="4835" extrusionOk="0">
                  <a:moveTo>
                    <a:pt x="227" y="216"/>
                  </a:moveTo>
                  <a:lnTo>
                    <a:pt x="6645" y="282"/>
                  </a:lnTo>
                  <a:lnTo>
                    <a:pt x="8895" y="4528"/>
                  </a:lnTo>
                  <a:lnTo>
                    <a:pt x="376" y="2668"/>
                  </a:lnTo>
                  <a:lnTo>
                    <a:pt x="227" y="216"/>
                  </a:lnTo>
                  <a:close/>
                  <a:moveTo>
                    <a:pt x="0" y="0"/>
                  </a:moveTo>
                  <a:lnTo>
                    <a:pt x="173" y="2843"/>
                  </a:lnTo>
                  <a:lnTo>
                    <a:pt x="9300" y="4835"/>
                  </a:lnTo>
                  <a:lnTo>
                    <a:pt x="9302" y="4835"/>
                  </a:lnTo>
                  <a:lnTo>
                    <a:pt x="6774" y="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1360;p43">
              <a:extLst>
                <a:ext uri="{FF2B5EF4-FFF2-40B4-BE49-F238E27FC236}">
                  <a16:creationId xmlns:a16="http://schemas.microsoft.com/office/drawing/2014/main" id="{6BC8D2EE-D102-75BA-23A5-0D0BECEA4C0C}"/>
                </a:ext>
              </a:extLst>
            </p:cNvPr>
            <p:cNvSpPr/>
            <p:nvPr/>
          </p:nvSpPr>
          <p:spPr>
            <a:xfrm>
              <a:off x="1859847" y="1532491"/>
              <a:ext cx="240601" cy="130231"/>
            </a:xfrm>
            <a:custGeom>
              <a:avLst/>
              <a:gdLst/>
              <a:ahLst/>
              <a:cxnLst/>
              <a:rect l="l" t="t" r="r" b="b"/>
              <a:pathLst>
                <a:path w="4894" h="2649" extrusionOk="0">
                  <a:moveTo>
                    <a:pt x="4733" y="1"/>
                  </a:moveTo>
                  <a:lnTo>
                    <a:pt x="1" y="162"/>
                  </a:lnTo>
                  <a:lnTo>
                    <a:pt x="242" y="2648"/>
                  </a:lnTo>
                  <a:lnTo>
                    <a:pt x="4893" y="2648"/>
                  </a:lnTo>
                  <a:lnTo>
                    <a:pt x="4733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1361;p43">
              <a:extLst>
                <a:ext uri="{FF2B5EF4-FFF2-40B4-BE49-F238E27FC236}">
                  <a16:creationId xmlns:a16="http://schemas.microsoft.com/office/drawing/2014/main" id="{B4A01029-12A9-4C3F-3A7D-9D250079E992}"/>
                </a:ext>
              </a:extLst>
            </p:cNvPr>
            <p:cNvSpPr/>
            <p:nvPr/>
          </p:nvSpPr>
          <p:spPr>
            <a:xfrm>
              <a:off x="1854095" y="1527083"/>
              <a:ext cx="251909" cy="140654"/>
            </a:xfrm>
            <a:custGeom>
              <a:avLst/>
              <a:gdLst/>
              <a:ahLst/>
              <a:cxnLst/>
              <a:rect l="l" t="t" r="r" b="b"/>
              <a:pathLst>
                <a:path w="5124" h="2861" extrusionOk="0">
                  <a:moveTo>
                    <a:pt x="4744" y="215"/>
                  </a:moveTo>
                  <a:lnTo>
                    <a:pt x="4890" y="2647"/>
                  </a:lnTo>
                  <a:lnTo>
                    <a:pt x="448" y="2647"/>
                  </a:lnTo>
                  <a:lnTo>
                    <a:pt x="235" y="373"/>
                  </a:lnTo>
                  <a:lnTo>
                    <a:pt x="4744" y="215"/>
                  </a:lnTo>
                  <a:close/>
                  <a:moveTo>
                    <a:pt x="4951" y="1"/>
                  </a:moveTo>
                  <a:lnTo>
                    <a:pt x="0" y="169"/>
                  </a:lnTo>
                  <a:lnTo>
                    <a:pt x="261" y="2861"/>
                  </a:lnTo>
                  <a:lnTo>
                    <a:pt x="5123" y="2861"/>
                  </a:lnTo>
                  <a:lnTo>
                    <a:pt x="495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1362;p43">
              <a:extLst>
                <a:ext uri="{FF2B5EF4-FFF2-40B4-BE49-F238E27FC236}">
                  <a16:creationId xmlns:a16="http://schemas.microsoft.com/office/drawing/2014/main" id="{A33CA239-F858-0637-EA06-F39AC32BCB68}"/>
                </a:ext>
              </a:extLst>
            </p:cNvPr>
            <p:cNvSpPr/>
            <p:nvPr/>
          </p:nvSpPr>
          <p:spPr>
            <a:xfrm>
              <a:off x="1658772" y="1540406"/>
              <a:ext cx="213218" cy="207466"/>
            </a:xfrm>
            <a:custGeom>
              <a:avLst/>
              <a:gdLst/>
              <a:ahLst/>
              <a:cxnLst/>
              <a:rect l="l" t="t" r="r" b="b"/>
              <a:pathLst>
                <a:path w="4337" h="4220" extrusionOk="0">
                  <a:moveTo>
                    <a:pt x="4091" y="1"/>
                  </a:moveTo>
                  <a:lnTo>
                    <a:pt x="331" y="2965"/>
                  </a:lnTo>
                  <a:cubicBezTo>
                    <a:pt x="88" y="3159"/>
                    <a:pt x="1" y="3489"/>
                    <a:pt x="118" y="3777"/>
                  </a:cubicBezTo>
                  <a:cubicBezTo>
                    <a:pt x="227" y="4052"/>
                    <a:pt x="491" y="4219"/>
                    <a:pt x="770" y="4219"/>
                  </a:cubicBezTo>
                  <a:cubicBezTo>
                    <a:pt x="857" y="4219"/>
                    <a:pt x="944" y="4203"/>
                    <a:pt x="1029" y="4170"/>
                  </a:cubicBezTo>
                  <a:cubicBezTo>
                    <a:pt x="1050" y="4161"/>
                    <a:pt x="1070" y="4152"/>
                    <a:pt x="1091" y="4141"/>
                  </a:cubicBezTo>
                  <a:lnTo>
                    <a:pt x="4336" y="2487"/>
                  </a:lnTo>
                  <a:lnTo>
                    <a:pt x="409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1363;p43">
              <a:extLst>
                <a:ext uri="{FF2B5EF4-FFF2-40B4-BE49-F238E27FC236}">
                  <a16:creationId xmlns:a16="http://schemas.microsoft.com/office/drawing/2014/main" id="{EA17C90B-F89D-D11F-802C-463411176FF5}"/>
                </a:ext>
              </a:extLst>
            </p:cNvPr>
            <p:cNvSpPr/>
            <p:nvPr/>
          </p:nvSpPr>
          <p:spPr>
            <a:xfrm>
              <a:off x="1653069" y="1530328"/>
              <a:ext cx="224279" cy="222706"/>
            </a:xfrm>
            <a:custGeom>
              <a:avLst/>
              <a:gdLst/>
              <a:ahLst/>
              <a:cxnLst/>
              <a:rect l="l" t="t" r="r" b="b"/>
              <a:pathLst>
                <a:path w="4562" h="4530" extrusionOk="0">
                  <a:moveTo>
                    <a:pt x="4111" y="410"/>
                  </a:moveTo>
                  <a:lnTo>
                    <a:pt x="4335" y="2636"/>
                  </a:lnTo>
                  <a:lnTo>
                    <a:pt x="1153" y="4259"/>
                  </a:lnTo>
                  <a:cubicBezTo>
                    <a:pt x="1068" y="4303"/>
                    <a:pt x="975" y="4325"/>
                    <a:pt x="881" y="4325"/>
                  </a:cubicBezTo>
                  <a:cubicBezTo>
                    <a:pt x="811" y="4325"/>
                    <a:pt x="741" y="4312"/>
                    <a:pt x="673" y="4287"/>
                  </a:cubicBezTo>
                  <a:cubicBezTo>
                    <a:pt x="514" y="4227"/>
                    <a:pt x="389" y="4102"/>
                    <a:pt x="330" y="3943"/>
                  </a:cubicBezTo>
                  <a:cubicBezTo>
                    <a:pt x="231" y="3699"/>
                    <a:pt x="307" y="3417"/>
                    <a:pt x="513" y="3252"/>
                  </a:cubicBezTo>
                  <a:lnTo>
                    <a:pt x="4111" y="410"/>
                  </a:lnTo>
                  <a:close/>
                  <a:moveTo>
                    <a:pt x="4295" y="0"/>
                  </a:moveTo>
                  <a:lnTo>
                    <a:pt x="382" y="3087"/>
                  </a:lnTo>
                  <a:cubicBezTo>
                    <a:pt x="102" y="3310"/>
                    <a:pt x="0" y="3690"/>
                    <a:pt x="132" y="4022"/>
                  </a:cubicBezTo>
                  <a:cubicBezTo>
                    <a:pt x="215" y="4233"/>
                    <a:pt x="385" y="4400"/>
                    <a:pt x="599" y="4479"/>
                  </a:cubicBezTo>
                  <a:cubicBezTo>
                    <a:pt x="690" y="4513"/>
                    <a:pt x="785" y="4530"/>
                    <a:pt x="882" y="4530"/>
                  </a:cubicBezTo>
                  <a:cubicBezTo>
                    <a:pt x="885" y="4530"/>
                    <a:pt x="888" y="4530"/>
                    <a:pt x="891" y="4530"/>
                  </a:cubicBezTo>
                  <a:cubicBezTo>
                    <a:pt x="1016" y="4530"/>
                    <a:pt x="1139" y="4500"/>
                    <a:pt x="1251" y="4443"/>
                  </a:cubicBezTo>
                  <a:lnTo>
                    <a:pt x="4561" y="2753"/>
                  </a:lnTo>
                  <a:lnTo>
                    <a:pt x="429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1364;p43">
              <a:extLst>
                <a:ext uri="{FF2B5EF4-FFF2-40B4-BE49-F238E27FC236}">
                  <a16:creationId xmlns:a16="http://schemas.microsoft.com/office/drawing/2014/main" id="{F514ACC6-C539-41DB-743F-10075FC36937}"/>
                </a:ext>
              </a:extLst>
            </p:cNvPr>
            <p:cNvSpPr/>
            <p:nvPr/>
          </p:nvSpPr>
          <p:spPr>
            <a:xfrm>
              <a:off x="1840477" y="1527231"/>
              <a:ext cx="54865" cy="148520"/>
            </a:xfrm>
            <a:custGeom>
              <a:avLst/>
              <a:gdLst/>
              <a:ahLst/>
              <a:cxnLst/>
              <a:rect l="l" t="t" r="r" b="b"/>
              <a:pathLst>
                <a:path w="1116" h="3021" extrusionOk="0">
                  <a:moveTo>
                    <a:pt x="405" y="0"/>
                  </a:moveTo>
                  <a:cubicBezTo>
                    <a:pt x="388" y="0"/>
                    <a:pt x="370" y="1"/>
                    <a:pt x="353" y="4"/>
                  </a:cubicBezTo>
                  <a:cubicBezTo>
                    <a:pt x="145" y="32"/>
                    <a:pt x="0" y="223"/>
                    <a:pt x="28" y="431"/>
                  </a:cubicBezTo>
                  <a:lnTo>
                    <a:pt x="337" y="2693"/>
                  </a:lnTo>
                  <a:cubicBezTo>
                    <a:pt x="338" y="2694"/>
                    <a:pt x="338" y="2694"/>
                    <a:pt x="338" y="2696"/>
                  </a:cubicBezTo>
                  <a:cubicBezTo>
                    <a:pt x="364" y="2885"/>
                    <a:pt x="526" y="3021"/>
                    <a:pt x="712" y="3021"/>
                  </a:cubicBezTo>
                  <a:cubicBezTo>
                    <a:pt x="729" y="3021"/>
                    <a:pt x="746" y="3020"/>
                    <a:pt x="764" y="3017"/>
                  </a:cubicBezTo>
                  <a:cubicBezTo>
                    <a:pt x="971" y="2989"/>
                    <a:pt x="1115" y="2797"/>
                    <a:pt x="1089" y="2590"/>
                  </a:cubicBezTo>
                  <a:lnTo>
                    <a:pt x="779" y="328"/>
                  </a:lnTo>
                  <a:cubicBezTo>
                    <a:pt x="779" y="327"/>
                    <a:pt x="779" y="327"/>
                    <a:pt x="779" y="325"/>
                  </a:cubicBezTo>
                  <a:cubicBezTo>
                    <a:pt x="752" y="136"/>
                    <a:pt x="590" y="0"/>
                    <a:pt x="4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1365;p43">
              <a:extLst>
                <a:ext uri="{FF2B5EF4-FFF2-40B4-BE49-F238E27FC236}">
                  <a16:creationId xmlns:a16="http://schemas.microsoft.com/office/drawing/2014/main" id="{0E449B8C-B84F-C311-1A8B-940B8D8B790C}"/>
                </a:ext>
              </a:extLst>
            </p:cNvPr>
            <p:cNvSpPr/>
            <p:nvPr/>
          </p:nvSpPr>
          <p:spPr>
            <a:xfrm>
              <a:off x="1834823" y="1521675"/>
              <a:ext cx="66124" cy="159336"/>
            </a:xfrm>
            <a:custGeom>
              <a:avLst/>
              <a:gdLst/>
              <a:ahLst/>
              <a:cxnLst/>
              <a:rect l="l" t="t" r="r" b="b"/>
              <a:pathLst>
                <a:path w="1345" h="3241" extrusionOk="0">
                  <a:moveTo>
                    <a:pt x="525" y="219"/>
                  </a:moveTo>
                  <a:cubicBezTo>
                    <a:pt x="581" y="219"/>
                    <a:pt x="636" y="239"/>
                    <a:pt x="682" y="273"/>
                  </a:cubicBezTo>
                  <a:cubicBezTo>
                    <a:pt x="740" y="316"/>
                    <a:pt x="779" y="382"/>
                    <a:pt x="790" y="453"/>
                  </a:cubicBezTo>
                  <a:lnTo>
                    <a:pt x="1098" y="2716"/>
                  </a:lnTo>
                  <a:cubicBezTo>
                    <a:pt x="1117" y="2865"/>
                    <a:pt x="1013" y="3002"/>
                    <a:pt x="864" y="3023"/>
                  </a:cubicBezTo>
                  <a:cubicBezTo>
                    <a:pt x="853" y="3024"/>
                    <a:pt x="841" y="3025"/>
                    <a:pt x="830" y="3025"/>
                  </a:cubicBezTo>
                  <a:cubicBezTo>
                    <a:pt x="770" y="3025"/>
                    <a:pt x="712" y="3006"/>
                    <a:pt x="663" y="2971"/>
                  </a:cubicBezTo>
                  <a:cubicBezTo>
                    <a:pt x="605" y="2926"/>
                    <a:pt x="566" y="2861"/>
                    <a:pt x="557" y="2789"/>
                  </a:cubicBezTo>
                  <a:lnTo>
                    <a:pt x="249" y="526"/>
                  </a:lnTo>
                  <a:cubicBezTo>
                    <a:pt x="230" y="377"/>
                    <a:pt x="334" y="240"/>
                    <a:pt x="481" y="219"/>
                  </a:cubicBezTo>
                  <a:lnTo>
                    <a:pt x="519" y="219"/>
                  </a:lnTo>
                  <a:cubicBezTo>
                    <a:pt x="521" y="219"/>
                    <a:pt x="523" y="219"/>
                    <a:pt x="525" y="219"/>
                  </a:cubicBezTo>
                  <a:close/>
                  <a:moveTo>
                    <a:pt x="520" y="0"/>
                  </a:moveTo>
                  <a:cubicBezTo>
                    <a:pt x="498" y="0"/>
                    <a:pt x="475" y="2"/>
                    <a:pt x="453" y="5"/>
                  </a:cubicBezTo>
                  <a:cubicBezTo>
                    <a:pt x="187" y="41"/>
                    <a:pt x="0" y="286"/>
                    <a:pt x="36" y="551"/>
                  </a:cubicBezTo>
                  <a:lnTo>
                    <a:pt x="346" y="2815"/>
                  </a:lnTo>
                  <a:cubicBezTo>
                    <a:pt x="377" y="3057"/>
                    <a:pt x="581" y="3239"/>
                    <a:pt x="825" y="3240"/>
                  </a:cubicBezTo>
                  <a:lnTo>
                    <a:pt x="883" y="3230"/>
                  </a:lnTo>
                  <a:lnTo>
                    <a:pt x="888" y="3230"/>
                  </a:lnTo>
                  <a:cubicBezTo>
                    <a:pt x="1156" y="3194"/>
                    <a:pt x="1345" y="2950"/>
                    <a:pt x="1309" y="2682"/>
                  </a:cubicBezTo>
                  <a:lnTo>
                    <a:pt x="1001" y="420"/>
                  </a:lnTo>
                  <a:cubicBezTo>
                    <a:pt x="983" y="292"/>
                    <a:pt x="916" y="178"/>
                    <a:pt x="813" y="100"/>
                  </a:cubicBezTo>
                  <a:cubicBezTo>
                    <a:pt x="729" y="35"/>
                    <a:pt x="625" y="0"/>
                    <a:pt x="5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1366;p43">
              <a:extLst>
                <a:ext uri="{FF2B5EF4-FFF2-40B4-BE49-F238E27FC236}">
                  <a16:creationId xmlns:a16="http://schemas.microsoft.com/office/drawing/2014/main" id="{EB782418-C1D6-9C1E-96E7-6C2CE951B27A}"/>
                </a:ext>
              </a:extLst>
            </p:cNvPr>
            <p:cNvSpPr/>
            <p:nvPr/>
          </p:nvSpPr>
          <p:spPr>
            <a:xfrm>
              <a:off x="2084667" y="1516857"/>
              <a:ext cx="38543" cy="149503"/>
            </a:xfrm>
            <a:custGeom>
              <a:avLst/>
              <a:gdLst/>
              <a:ahLst/>
              <a:cxnLst/>
              <a:rect l="l" t="t" r="r" b="b"/>
              <a:pathLst>
                <a:path w="784" h="3041" extrusionOk="0">
                  <a:moveTo>
                    <a:pt x="382" y="0"/>
                  </a:moveTo>
                  <a:cubicBezTo>
                    <a:pt x="381" y="0"/>
                    <a:pt x="379" y="0"/>
                    <a:pt x="377" y="0"/>
                  </a:cubicBezTo>
                  <a:cubicBezTo>
                    <a:pt x="167" y="2"/>
                    <a:pt x="0" y="174"/>
                    <a:pt x="2" y="383"/>
                  </a:cubicBezTo>
                  <a:lnTo>
                    <a:pt x="24" y="2665"/>
                  </a:lnTo>
                  <a:lnTo>
                    <a:pt x="23" y="2665"/>
                  </a:lnTo>
                  <a:lnTo>
                    <a:pt x="23" y="2670"/>
                  </a:lnTo>
                  <a:cubicBezTo>
                    <a:pt x="27" y="2877"/>
                    <a:pt x="195" y="3041"/>
                    <a:pt x="401" y="3041"/>
                  </a:cubicBezTo>
                  <a:cubicBezTo>
                    <a:pt x="403" y="3041"/>
                    <a:pt x="405" y="3041"/>
                    <a:pt x="407" y="3041"/>
                  </a:cubicBezTo>
                  <a:cubicBezTo>
                    <a:pt x="615" y="3038"/>
                    <a:pt x="783" y="2868"/>
                    <a:pt x="782" y="2659"/>
                  </a:cubicBezTo>
                  <a:lnTo>
                    <a:pt x="761" y="375"/>
                  </a:lnTo>
                  <a:cubicBezTo>
                    <a:pt x="758" y="167"/>
                    <a:pt x="590" y="0"/>
                    <a:pt x="38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1367;p43">
              <a:extLst>
                <a:ext uri="{FF2B5EF4-FFF2-40B4-BE49-F238E27FC236}">
                  <a16:creationId xmlns:a16="http://schemas.microsoft.com/office/drawing/2014/main" id="{DC8622D0-6DE0-4CEC-57ED-E9587DBA0F5D}"/>
                </a:ext>
              </a:extLst>
            </p:cNvPr>
            <p:cNvSpPr/>
            <p:nvPr/>
          </p:nvSpPr>
          <p:spPr>
            <a:xfrm>
              <a:off x="2079308" y="1511597"/>
              <a:ext cx="49113" cy="159975"/>
            </a:xfrm>
            <a:custGeom>
              <a:avLst/>
              <a:gdLst/>
              <a:ahLst/>
              <a:cxnLst/>
              <a:rect l="l" t="t" r="r" b="b"/>
              <a:pathLst>
                <a:path w="999" h="3254" extrusionOk="0">
                  <a:moveTo>
                    <a:pt x="489" y="219"/>
                  </a:moveTo>
                  <a:cubicBezTo>
                    <a:pt x="560" y="220"/>
                    <a:pt x="627" y="249"/>
                    <a:pt x="678" y="298"/>
                  </a:cubicBezTo>
                  <a:cubicBezTo>
                    <a:pt x="730" y="348"/>
                    <a:pt x="760" y="418"/>
                    <a:pt x="761" y="490"/>
                  </a:cubicBezTo>
                  <a:lnTo>
                    <a:pt x="782" y="2772"/>
                  </a:lnTo>
                  <a:cubicBezTo>
                    <a:pt x="782" y="2923"/>
                    <a:pt x="660" y="3045"/>
                    <a:pt x="510" y="3045"/>
                  </a:cubicBezTo>
                  <a:cubicBezTo>
                    <a:pt x="359" y="3045"/>
                    <a:pt x="237" y="2923"/>
                    <a:pt x="237" y="2772"/>
                  </a:cubicBezTo>
                  <a:lnTo>
                    <a:pt x="219" y="494"/>
                  </a:lnTo>
                  <a:cubicBezTo>
                    <a:pt x="218" y="344"/>
                    <a:pt x="339" y="222"/>
                    <a:pt x="489" y="219"/>
                  </a:cubicBezTo>
                  <a:close/>
                  <a:moveTo>
                    <a:pt x="481" y="0"/>
                  </a:moveTo>
                  <a:cubicBezTo>
                    <a:pt x="215" y="3"/>
                    <a:pt x="1" y="222"/>
                    <a:pt x="2" y="490"/>
                  </a:cubicBezTo>
                  <a:lnTo>
                    <a:pt x="24" y="2774"/>
                  </a:lnTo>
                  <a:cubicBezTo>
                    <a:pt x="29" y="3040"/>
                    <a:pt x="245" y="3253"/>
                    <a:pt x="510" y="3253"/>
                  </a:cubicBezTo>
                  <a:lnTo>
                    <a:pt x="516" y="3253"/>
                  </a:lnTo>
                  <a:cubicBezTo>
                    <a:pt x="784" y="3250"/>
                    <a:pt x="998" y="3032"/>
                    <a:pt x="997" y="2764"/>
                  </a:cubicBezTo>
                  <a:lnTo>
                    <a:pt x="974" y="482"/>
                  </a:lnTo>
                  <a:cubicBezTo>
                    <a:pt x="973" y="353"/>
                    <a:pt x="921" y="229"/>
                    <a:pt x="827" y="139"/>
                  </a:cubicBezTo>
                  <a:cubicBezTo>
                    <a:pt x="735" y="49"/>
                    <a:pt x="611" y="0"/>
                    <a:pt x="4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1368;p43">
              <a:extLst>
                <a:ext uri="{FF2B5EF4-FFF2-40B4-BE49-F238E27FC236}">
                  <a16:creationId xmlns:a16="http://schemas.microsoft.com/office/drawing/2014/main" id="{F5A71B25-7C5C-3AB0-CBD8-19E7D9B4FE13}"/>
                </a:ext>
              </a:extLst>
            </p:cNvPr>
            <p:cNvSpPr/>
            <p:nvPr/>
          </p:nvSpPr>
          <p:spPr>
            <a:xfrm>
              <a:off x="2416760" y="1506730"/>
              <a:ext cx="117449" cy="250630"/>
            </a:xfrm>
            <a:custGeom>
              <a:avLst/>
              <a:gdLst/>
              <a:ahLst/>
              <a:cxnLst/>
              <a:rect l="l" t="t" r="r" b="b"/>
              <a:pathLst>
                <a:path w="2389" h="5098" extrusionOk="0">
                  <a:moveTo>
                    <a:pt x="1805" y="1"/>
                  </a:moveTo>
                  <a:lnTo>
                    <a:pt x="0" y="592"/>
                  </a:lnTo>
                  <a:lnTo>
                    <a:pt x="2389" y="5097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1369;p43">
              <a:extLst>
                <a:ext uri="{FF2B5EF4-FFF2-40B4-BE49-F238E27FC236}">
                  <a16:creationId xmlns:a16="http://schemas.microsoft.com/office/drawing/2014/main" id="{513F9A03-D007-FDA0-F826-B3ABD9E0CE36}"/>
                </a:ext>
              </a:extLst>
            </p:cNvPr>
            <p:cNvSpPr/>
            <p:nvPr/>
          </p:nvSpPr>
          <p:spPr>
            <a:xfrm>
              <a:off x="2409238" y="1499650"/>
              <a:ext cx="133378" cy="284651"/>
            </a:xfrm>
            <a:custGeom>
              <a:avLst/>
              <a:gdLst/>
              <a:ahLst/>
              <a:cxnLst/>
              <a:rect l="l" t="t" r="r" b="b"/>
              <a:pathLst>
                <a:path w="2713" h="5790" extrusionOk="0">
                  <a:moveTo>
                    <a:pt x="1875" y="292"/>
                  </a:moveTo>
                  <a:lnTo>
                    <a:pt x="2378" y="4698"/>
                  </a:lnTo>
                  <a:lnTo>
                    <a:pt x="307" y="797"/>
                  </a:lnTo>
                  <a:lnTo>
                    <a:pt x="1875" y="292"/>
                  </a:lnTo>
                  <a:close/>
                  <a:moveTo>
                    <a:pt x="2049" y="0"/>
                  </a:moveTo>
                  <a:lnTo>
                    <a:pt x="0" y="672"/>
                  </a:lnTo>
                  <a:lnTo>
                    <a:pt x="2713" y="5789"/>
                  </a:lnTo>
                  <a:lnTo>
                    <a:pt x="204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1370;p43">
              <a:extLst>
                <a:ext uri="{FF2B5EF4-FFF2-40B4-BE49-F238E27FC236}">
                  <a16:creationId xmlns:a16="http://schemas.microsoft.com/office/drawing/2014/main" id="{3F247A64-B35F-65D0-AF09-60AD40DBEA09}"/>
                </a:ext>
              </a:extLst>
            </p:cNvPr>
            <p:cNvSpPr/>
            <p:nvPr/>
          </p:nvSpPr>
          <p:spPr>
            <a:xfrm>
              <a:off x="2038405" y="1535785"/>
              <a:ext cx="495804" cy="221575"/>
            </a:xfrm>
            <a:custGeom>
              <a:avLst/>
              <a:gdLst/>
              <a:ahLst/>
              <a:cxnLst/>
              <a:rect l="l" t="t" r="r" b="b"/>
              <a:pathLst>
                <a:path w="10085" h="4507" extrusionOk="0">
                  <a:moveTo>
                    <a:pt x="7696" y="1"/>
                  </a:moveTo>
                  <a:lnTo>
                    <a:pt x="0" y="1654"/>
                  </a:lnTo>
                  <a:lnTo>
                    <a:pt x="1007" y="4471"/>
                  </a:lnTo>
                  <a:lnTo>
                    <a:pt x="10085" y="4506"/>
                  </a:lnTo>
                  <a:lnTo>
                    <a:pt x="7696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1371;p43">
              <a:extLst>
                <a:ext uri="{FF2B5EF4-FFF2-40B4-BE49-F238E27FC236}">
                  <a16:creationId xmlns:a16="http://schemas.microsoft.com/office/drawing/2014/main" id="{EA5EAD69-381B-AD05-FCE2-CC3B6781F2AB}"/>
                </a:ext>
              </a:extLst>
            </p:cNvPr>
            <p:cNvSpPr/>
            <p:nvPr/>
          </p:nvSpPr>
          <p:spPr>
            <a:xfrm>
              <a:off x="2031719" y="1529295"/>
              <a:ext cx="511192" cy="233325"/>
            </a:xfrm>
            <a:custGeom>
              <a:avLst/>
              <a:gdLst/>
              <a:ahLst/>
              <a:cxnLst/>
              <a:rect l="l" t="t" r="r" b="b"/>
              <a:pathLst>
                <a:path w="10398" h="4746" extrusionOk="0">
                  <a:moveTo>
                    <a:pt x="7777" y="256"/>
                  </a:moveTo>
                  <a:lnTo>
                    <a:pt x="10055" y="4531"/>
                  </a:lnTo>
                  <a:lnTo>
                    <a:pt x="1228" y="4495"/>
                  </a:lnTo>
                  <a:lnTo>
                    <a:pt x="278" y="1866"/>
                  </a:lnTo>
                  <a:lnTo>
                    <a:pt x="7777" y="256"/>
                  </a:lnTo>
                  <a:close/>
                  <a:moveTo>
                    <a:pt x="7891" y="0"/>
                  </a:moveTo>
                  <a:lnTo>
                    <a:pt x="1" y="1707"/>
                  </a:lnTo>
                  <a:lnTo>
                    <a:pt x="1067" y="4708"/>
                  </a:lnTo>
                  <a:lnTo>
                    <a:pt x="10398" y="4746"/>
                  </a:lnTo>
                  <a:lnTo>
                    <a:pt x="789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1372;p43">
              <a:extLst>
                <a:ext uri="{FF2B5EF4-FFF2-40B4-BE49-F238E27FC236}">
                  <a16:creationId xmlns:a16="http://schemas.microsoft.com/office/drawing/2014/main" id="{9444676B-F597-6DCD-2AD1-EE0CF21B9D2D}"/>
                </a:ext>
              </a:extLst>
            </p:cNvPr>
            <p:cNvSpPr/>
            <p:nvPr/>
          </p:nvSpPr>
          <p:spPr>
            <a:xfrm>
              <a:off x="1877742" y="1617050"/>
              <a:ext cx="210170" cy="251220"/>
            </a:xfrm>
            <a:custGeom>
              <a:avLst/>
              <a:gdLst/>
              <a:ahLst/>
              <a:cxnLst/>
              <a:rect l="l" t="t" r="r" b="b"/>
              <a:pathLst>
                <a:path w="4275" h="5110" extrusionOk="0">
                  <a:moveTo>
                    <a:pt x="3268" y="1"/>
                  </a:moveTo>
                  <a:lnTo>
                    <a:pt x="0" y="3772"/>
                  </a:lnTo>
                  <a:lnTo>
                    <a:pt x="1295" y="5109"/>
                  </a:lnTo>
                  <a:lnTo>
                    <a:pt x="4275" y="2818"/>
                  </a:lnTo>
                  <a:lnTo>
                    <a:pt x="3268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1373;p43">
              <a:extLst>
                <a:ext uri="{FF2B5EF4-FFF2-40B4-BE49-F238E27FC236}">
                  <a16:creationId xmlns:a16="http://schemas.microsoft.com/office/drawing/2014/main" id="{304D0889-4D6B-185F-D7FB-61FBB965CF1E}"/>
                </a:ext>
              </a:extLst>
            </p:cNvPr>
            <p:cNvSpPr/>
            <p:nvPr/>
          </p:nvSpPr>
          <p:spPr>
            <a:xfrm>
              <a:off x="1870564" y="1606726"/>
              <a:ext cx="223591" cy="268476"/>
            </a:xfrm>
            <a:custGeom>
              <a:avLst/>
              <a:gdLst/>
              <a:ahLst/>
              <a:cxnLst/>
              <a:rect l="l" t="t" r="r" b="b"/>
              <a:pathLst>
                <a:path w="4548" h="5461" extrusionOk="0">
                  <a:moveTo>
                    <a:pt x="3376" y="418"/>
                  </a:moveTo>
                  <a:lnTo>
                    <a:pt x="4293" y="2989"/>
                  </a:lnTo>
                  <a:lnTo>
                    <a:pt x="1453" y="5176"/>
                  </a:lnTo>
                  <a:lnTo>
                    <a:pt x="290" y="3979"/>
                  </a:lnTo>
                  <a:lnTo>
                    <a:pt x="3376" y="418"/>
                  </a:lnTo>
                  <a:close/>
                  <a:moveTo>
                    <a:pt x="3453" y="1"/>
                  </a:moveTo>
                  <a:lnTo>
                    <a:pt x="0" y="3987"/>
                  </a:lnTo>
                  <a:lnTo>
                    <a:pt x="1431" y="5461"/>
                  </a:lnTo>
                  <a:lnTo>
                    <a:pt x="4547" y="3063"/>
                  </a:lnTo>
                  <a:lnTo>
                    <a:pt x="345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1374;p43">
              <a:extLst>
                <a:ext uri="{FF2B5EF4-FFF2-40B4-BE49-F238E27FC236}">
                  <a16:creationId xmlns:a16="http://schemas.microsoft.com/office/drawing/2014/main" id="{937C5617-9822-01ED-3524-AA66DEC8CBE5}"/>
                </a:ext>
              </a:extLst>
            </p:cNvPr>
            <p:cNvSpPr/>
            <p:nvPr/>
          </p:nvSpPr>
          <p:spPr>
            <a:xfrm>
              <a:off x="1790479" y="1802491"/>
              <a:ext cx="150978" cy="193700"/>
            </a:xfrm>
            <a:custGeom>
              <a:avLst/>
              <a:gdLst/>
              <a:ahLst/>
              <a:cxnLst/>
              <a:rect l="l" t="t" r="r" b="b"/>
              <a:pathLst>
                <a:path w="3071" h="3940" extrusionOk="0">
                  <a:moveTo>
                    <a:pt x="1774" y="0"/>
                  </a:moveTo>
                  <a:lnTo>
                    <a:pt x="1774" y="1"/>
                  </a:lnTo>
                  <a:lnTo>
                    <a:pt x="1774" y="1"/>
                  </a:lnTo>
                  <a:lnTo>
                    <a:pt x="1775" y="0"/>
                  </a:lnTo>
                  <a:close/>
                  <a:moveTo>
                    <a:pt x="1774" y="1"/>
                  </a:moveTo>
                  <a:lnTo>
                    <a:pt x="122" y="3172"/>
                  </a:lnTo>
                  <a:cubicBezTo>
                    <a:pt x="0" y="3401"/>
                    <a:pt x="66" y="3685"/>
                    <a:pt x="276" y="3837"/>
                  </a:cubicBezTo>
                  <a:cubicBezTo>
                    <a:pt x="369" y="3906"/>
                    <a:pt x="478" y="3939"/>
                    <a:pt x="587" y="3939"/>
                  </a:cubicBezTo>
                  <a:cubicBezTo>
                    <a:pt x="734" y="3939"/>
                    <a:pt x="880" y="3877"/>
                    <a:pt x="983" y="3758"/>
                  </a:cubicBezTo>
                  <a:lnTo>
                    <a:pt x="3070" y="1337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1375;p43">
              <a:extLst>
                <a:ext uri="{FF2B5EF4-FFF2-40B4-BE49-F238E27FC236}">
                  <a16:creationId xmlns:a16="http://schemas.microsoft.com/office/drawing/2014/main" id="{B0E769F3-52B5-F6BE-DD8C-EED73334490F}"/>
                </a:ext>
              </a:extLst>
            </p:cNvPr>
            <p:cNvSpPr/>
            <p:nvPr/>
          </p:nvSpPr>
          <p:spPr>
            <a:xfrm>
              <a:off x="1788365" y="1793445"/>
              <a:ext cx="160024" cy="207957"/>
            </a:xfrm>
            <a:custGeom>
              <a:avLst/>
              <a:gdLst/>
              <a:ahLst/>
              <a:cxnLst/>
              <a:rect l="l" t="t" r="r" b="b"/>
              <a:pathLst>
                <a:path w="3255" h="4230" extrusionOk="0">
                  <a:moveTo>
                    <a:pt x="1843" y="364"/>
                  </a:moveTo>
                  <a:lnTo>
                    <a:pt x="2969" y="1535"/>
                  </a:lnTo>
                  <a:lnTo>
                    <a:pt x="947" y="3880"/>
                  </a:lnTo>
                  <a:cubicBezTo>
                    <a:pt x="863" y="3974"/>
                    <a:pt x="747" y="4023"/>
                    <a:pt x="629" y="4023"/>
                  </a:cubicBezTo>
                  <a:cubicBezTo>
                    <a:pt x="543" y="4023"/>
                    <a:pt x="457" y="3997"/>
                    <a:pt x="383" y="3944"/>
                  </a:cubicBezTo>
                  <a:cubicBezTo>
                    <a:pt x="219" y="3820"/>
                    <a:pt x="167" y="3597"/>
                    <a:pt x="259" y="3414"/>
                  </a:cubicBezTo>
                  <a:lnTo>
                    <a:pt x="1843" y="364"/>
                  </a:lnTo>
                  <a:close/>
                  <a:moveTo>
                    <a:pt x="1785" y="1"/>
                  </a:moveTo>
                  <a:lnTo>
                    <a:pt x="79" y="3306"/>
                  </a:lnTo>
                  <a:cubicBezTo>
                    <a:pt x="39" y="3387"/>
                    <a:pt x="16" y="3476"/>
                    <a:pt x="13" y="3565"/>
                  </a:cubicBezTo>
                  <a:cubicBezTo>
                    <a:pt x="0" y="3918"/>
                    <a:pt x="274" y="4216"/>
                    <a:pt x="627" y="4230"/>
                  </a:cubicBezTo>
                  <a:cubicBezTo>
                    <a:pt x="811" y="4230"/>
                    <a:pt x="986" y="4149"/>
                    <a:pt x="1108" y="4011"/>
                  </a:cubicBezTo>
                  <a:lnTo>
                    <a:pt x="3255" y="1515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1376;p43">
              <a:extLst>
                <a:ext uri="{FF2B5EF4-FFF2-40B4-BE49-F238E27FC236}">
                  <a16:creationId xmlns:a16="http://schemas.microsoft.com/office/drawing/2014/main" id="{CAC2B2DD-2F82-6307-208D-5E5BB1D06D4F}"/>
                </a:ext>
              </a:extLst>
            </p:cNvPr>
            <p:cNvSpPr/>
            <p:nvPr/>
          </p:nvSpPr>
          <p:spPr>
            <a:xfrm>
              <a:off x="1842787" y="1787939"/>
              <a:ext cx="128953" cy="108207"/>
            </a:xfrm>
            <a:custGeom>
              <a:avLst/>
              <a:gdLst/>
              <a:ahLst/>
              <a:cxnLst/>
              <a:rect l="l" t="t" r="r" b="b"/>
              <a:pathLst>
                <a:path w="2623" h="2201" extrusionOk="0">
                  <a:moveTo>
                    <a:pt x="428" y="1"/>
                  </a:moveTo>
                  <a:cubicBezTo>
                    <a:pt x="317" y="1"/>
                    <a:pt x="207" y="49"/>
                    <a:pt x="132" y="141"/>
                  </a:cubicBezTo>
                  <a:cubicBezTo>
                    <a:pt x="1" y="304"/>
                    <a:pt x="25" y="542"/>
                    <a:pt x="185" y="674"/>
                  </a:cubicBezTo>
                  <a:lnTo>
                    <a:pt x="1957" y="2116"/>
                  </a:lnTo>
                  <a:lnTo>
                    <a:pt x="1959" y="2116"/>
                  </a:lnTo>
                  <a:cubicBezTo>
                    <a:pt x="1959" y="2116"/>
                    <a:pt x="1960" y="2117"/>
                    <a:pt x="1960" y="2117"/>
                  </a:cubicBezTo>
                  <a:cubicBezTo>
                    <a:pt x="2030" y="2173"/>
                    <a:pt x="2114" y="2201"/>
                    <a:pt x="2197" y="2201"/>
                  </a:cubicBezTo>
                  <a:cubicBezTo>
                    <a:pt x="2308" y="2201"/>
                    <a:pt x="2417" y="2153"/>
                    <a:pt x="2492" y="2060"/>
                  </a:cubicBezTo>
                  <a:cubicBezTo>
                    <a:pt x="2623" y="1898"/>
                    <a:pt x="2597" y="1658"/>
                    <a:pt x="2435" y="1527"/>
                  </a:cubicBezTo>
                  <a:lnTo>
                    <a:pt x="666" y="85"/>
                  </a:lnTo>
                  <a:cubicBezTo>
                    <a:pt x="596" y="28"/>
                    <a:pt x="512" y="1"/>
                    <a:pt x="4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1377;p43">
              <a:extLst>
                <a:ext uri="{FF2B5EF4-FFF2-40B4-BE49-F238E27FC236}">
                  <a16:creationId xmlns:a16="http://schemas.microsoft.com/office/drawing/2014/main" id="{771D4605-AFB8-F0AA-FD76-E1C24AA18A7F}"/>
                </a:ext>
              </a:extLst>
            </p:cNvPr>
            <p:cNvSpPr/>
            <p:nvPr/>
          </p:nvSpPr>
          <p:spPr>
            <a:xfrm>
              <a:off x="1836937" y="1782531"/>
              <a:ext cx="140310" cy="118875"/>
            </a:xfrm>
            <a:custGeom>
              <a:avLst/>
              <a:gdLst/>
              <a:ahLst/>
              <a:cxnLst/>
              <a:rect l="l" t="t" r="r" b="b"/>
              <a:pathLst>
                <a:path w="2854" h="2418" extrusionOk="0">
                  <a:moveTo>
                    <a:pt x="549" y="217"/>
                  </a:moveTo>
                  <a:cubicBezTo>
                    <a:pt x="610" y="217"/>
                    <a:pt x="671" y="238"/>
                    <a:pt x="718" y="280"/>
                  </a:cubicBezTo>
                  <a:lnTo>
                    <a:pt x="2490" y="1721"/>
                  </a:lnTo>
                  <a:cubicBezTo>
                    <a:pt x="2606" y="1816"/>
                    <a:pt x="2624" y="1987"/>
                    <a:pt x="2529" y="2105"/>
                  </a:cubicBezTo>
                  <a:cubicBezTo>
                    <a:pt x="2474" y="2170"/>
                    <a:pt x="2396" y="2204"/>
                    <a:pt x="2317" y="2204"/>
                  </a:cubicBezTo>
                  <a:cubicBezTo>
                    <a:pt x="2257" y="2204"/>
                    <a:pt x="2196" y="2184"/>
                    <a:pt x="2145" y="2142"/>
                  </a:cubicBezTo>
                  <a:lnTo>
                    <a:pt x="374" y="701"/>
                  </a:lnTo>
                  <a:cubicBezTo>
                    <a:pt x="258" y="606"/>
                    <a:pt x="240" y="436"/>
                    <a:pt x="334" y="320"/>
                  </a:cubicBezTo>
                  <a:cubicBezTo>
                    <a:pt x="380" y="263"/>
                    <a:pt x="447" y="227"/>
                    <a:pt x="520" y="218"/>
                  </a:cubicBezTo>
                  <a:cubicBezTo>
                    <a:pt x="530" y="217"/>
                    <a:pt x="539" y="217"/>
                    <a:pt x="549" y="217"/>
                  </a:cubicBezTo>
                  <a:close/>
                  <a:moveTo>
                    <a:pt x="548" y="1"/>
                  </a:moveTo>
                  <a:cubicBezTo>
                    <a:pt x="407" y="1"/>
                    <a:pt x="267" y="61"/>
                    <a:pt x="170" y="178"/>
                  </a:cubicBezTo>
                  <a:cubicBezTo>
                    <a:pt x="170" y="178"/>
                    <a:pt x="170" y="178"/>
                    <a:pt x="170" y="180"/>
                  </a:cubicBezTo>
                  <a:cubicBezTo>
                    <a:pt x="1" y="388"/>
                    <a:pt x="32" y="693"/>
                    <a:pt x="240" y="863"/>
                  </a:cubicBezTo>
                  <a:lnTo>
                    <a:pt x="2011" y="2309"/>
                  </a:lnTo>
                  <a:cubicBezTo>
                    <a:pt x="2097" y="2379"/>
                    <a:pt x="2204" y="2418"/>
                    <a:pt x="2316" y="2418"/>
                  </a:cubicBezTo>
                  <a:lnTo>
                    <a:pt x="2367" y="2404"/>
                  </a:lnTo>
                  <a:cubicBezTo>
                    <a:pt x="2489" y="2391"/>
                    <a:pt x="2600" y="2331"/>
                    <a:pt x="2679" y="2237"/>
                  </a:cubicBezTo>
                  <a:cubicBezTo>
                    <a:pt x="2853" y="2033"/>
                    <a:pt x="2830" y="1725"/>
                    <a:pt x="2624" y="1553"/>
                  </a:cubicBezTo>
                  <a:lnTo>
                    <a:pt x="855" y="110"/>
                  </a:lnTo>
                  <a:cubicBezTo>
                    <a:pt x="765" y="37"/>
                    <a:pt x="656" y="1"/>
                    <a:pt x="54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1378;p43">
              <a:extLst>
                <a:ext uri="{FF2B5EF4-FFF2-40B4-BE49-F238E27FC236}">
                  <a16:creationId xmlns:a16="http://schemas.microsoft.com/office/drawing/2014/main" id="{798D1DCB-08F0-30A3-2836-E7310A9868A7}"/>
                </a:ext>
              </a:extLst>
            </p:cNvPr>
            <p:cNvSpPr/>
            <p:nvPr/>
          </p:nvSpPr>
          <p:spPr>
            <a:xfrm>
              <a:off x="2022968" y="1596501"/>
              <a:ext cx="86133" cy="174183"/>
            </a:xfrm>
            <a:custGeom>
              <a:avLst/>
              <a:gdLst/>
              <a:ahLst/>
              <a:cxnLst/>
              <a:rect l="l" t="t" r="r" b="b"/>
              <a:pathLst>
                <a:path w="1752" h="3543" extrusionOk="0">
                  <a:moveTo>
                    <a:pt x="427" y="1"/>
                  </a:moveTo>
                  <a:cubicBezTo>
                    <a:pt x="386" y="1"/>
                    <a:pt x="344" y="7"/>
                    <a:pt x="304" y="21"/>
                  </a:cubicBezTo>
                  <a:cubicBezTo>
                    <a:pt x="302" y="23"/>
                    <a:pt x="302" y="23"/>
                    <a:pt x="301" y="23"/>
                  </a:cubicBezTo>
                  <a:cubicBezTo>
                    <a:pt x="104" y="91"/>
                    <a:pt x="0" y="307"/>
                    <a:pt x="69" y="503"/>
                  </a:cubicBezTo>
                  <a:lnTo>
                    <a:pt x="963" y="3289"/>
                  </a:lnTo>
                  <a:cubicBezTo>
                    <a:pt x="1018" y="3446"/>
                    <a:pt x="1165" y="3543"/>
                    <a:pt x="1322" y="3543"/>
                  </a:cubicBezTo>
                  <a:cubicBezTo>
                    <a:pt x="1363" y="3543"/>
                    <a:pt x="1406" y="3536"/>
                    <a:pt x="1447" y="3522"/>
                  </a:cubicBezTo>
                  <a:cubicBezTo>
                    <a:pt x="1447" y="3520"/>
                    <a:pt x="1449" y="3520"/>
                    <a:pt x="1450" y="3520"/>
                  </a:cubicBezTo>
                  <a:cubicBezTo>
                    <a:pt x="1647" y="3452"/>
                    <a:pt x="1751" y="3236"/>
                    <a:pt x="1681" y="3039"/>
                  </a:cubicBezTo>
                  <a:lnTo>
                    <a:pt x="788" y="256"/>
                  </a:lnTo>
                  <a:cubicBezTo>
                    <a:pt x="733" y="99"/>
                    <a:pt x="585" y="1"/>
                    <a:pt x="42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1379;p43">
              <a:extLst>
                <a:ext uri="{FF2B5EF4-FFF2-40B4-BE49-F238E27FC236}">
                  <a16:creationId xmlns:a16="http://schemas.microsoft.com/office/drawing/2014/main" id="{1FF0DBAF-1010-F746-5E21-30AB9A45E910}"/>
                </a:ext>
              </a:extLst>
            </p:cNvPr>
            <p:cNvSpPr/>
            <p:nvPr/>
          </p:nvSpPr>
          <p:spPr>
            <a:xfrm>
              <a:off x="2017069" y="1591338"/>
              <a:ext cx="97637" cy="184605"/>
            </a:xfrm>
            <a:custGeom>
              <a:avLst/>
              <a:gdLst/>
              <a:ahLst/>
              <a:cxnLst/>
              <a:rect l="l" t="t" r="r" b="b"/>
              <a:pathLst>
                <a:path w="1986" h="3755" extrusionOk="0">
                  <a:moveTo>
                    <a:pt x="550" y="210"/>
                  </a:moveTo>
                  <a:cubicBezTo>
                    <a:pt x="592" y="210"/>
                    <a:pt x="635" y="220"/>
                    <a:pt x="674" y="239"/>
                  </a:cubicBezTo>
                  <a:cubicBezTo>
                    <a:pt x="738" y="270"/>
                    <a:pt x="789" y="326"/>
                    <a:pt x="812" y="393"/>
                  </a:cubicBezTo>
                  <a:lnTo>
                    <a:pt x="1706" y="3180"/>
                  </a:lnTo>
                  <a:cubicBezTo>
                    <a:pt x="1706" y="3181"/>
                    <a:pt x="1706" y="3181"/>
                    <a:pt x="1706" y="3181"/>
                  </a:cubicBezTo>
                  <a:cubicBezTo>
                    <a:pt x="1755" y="3324"/>
                    <a:pt x="1679" y="3478"/>
                    <a:pt x="1538" y="3525"/>
                  </a:cubicBezTo>
                  <a:cubicBezTo>
                    <a:pt x="1507" y="3536"/>
                    <a:pt x="1476" y="3542"/>
                    <a:pt x="1445" y="3542"/>
                  </a:cubicBezTo>
                  <a:cubicBezTo>
                    <a:pt x="1403" y="3542"/>
                    <a:pt x="1361" y="3532"/>
                    <a:pt x="1323" y="3513"/>
                  </a:cubicBezTo>
                  <a:cubicBezTo>
                    <a:pt x="1258" y="3484"/>
                    <a:pt x="1208" y="3427"/>
                    <a:pt x="1185" y="3360"/>
                  </a:cubicBezTo>
                  <a:lnTo>
                    <a:pt x="1185" y="3359"/>
                  </a:lnTo>
                  <a:lnTo>
                    <a:pt x="291" y="574"/>
                  </a:lnTo>
                  <a:cubicBezTo>
                    <a:pt x="242" y="431"/>
                    <a:pt x="318" y="276"/>
                    <a:pt x="460" y="226"/>
                  </a:cubicBezTo>
                  <a:cubicBezTo>
                    <a:pt x="489" y="215"/>
                    <a:pt x="519" y="210"/>
                    <a:pt x="550" y="210"/>
                  </a:cubicBezTo>
                  <a:close/>
                  <a:moveTo>
                    <a:pt x="547" y="1"/>
                  </a:moveTo>
                  <a:cubicBezTo>
                    <a:pt x="494" y="1"/>
                    <a:pt x="441" y="10"/>
                    <a:pt x="388" y="28"/>
                  </a:cubicBezTo>
                  <a:cubicBezTo>
                    <a:pt x="135" y="116"/>
                    <a:pt x="1" y="390"/>
                    <a:pt x="87" y="643"/>
                  </a:cubicBezTo>
                  <a:lnTo>
                    <a:pt x="981" y="3427"/>
                  </a:lnTo>
                  <a:cubicBezTo>
                    <a:pt x="1021" y="3549"/>
                    <a:pt x="1110" y="3650"/>
                    <a:pt x="1228" y="3704"/>
                  </a:cubicBezTo>
                  <a:cubicBezTo>
                    <a:pt x="1293" y="3738"/>
                    <a:pt x="1368" y="3755"/>
                    <a:pt x="1441" y="3755"/>
                  </a:cubicBezTo>
                  <a:cubicBezTo>
                    <a:pt x="1499" y="3755"/>
                    <a:pt x="1557" y="3746"/>
                    <a:pt x="1612" y="3728"/>
                  </a:cubicBezTo>
                  <a:cubicBezTo>
                    <a:pt x="1858" y="3635"/>
                    <a:pt x="1986" y="3363"/>
                    <a:pt x="1899" y="3114"/>
                  </a:cubicBezTo>
                  <a:lnTo>
                    <a:pt x="1006" y="327"/>
                  </a:lnTo>
                  <a:cubicBezTo>
                    <a:pt x="936" y="127"/>
                    <a:pt x="748" y="1"/>
                    <a:pt x="54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1380;p43">
              <a:extLst>
                <a:ext uri="{FF2B5EF4-FFF2-40B4-BE49-F238E27FC236}">
                  <a16:creationId xmlns:a16="http://schemas.microsoft.com/office/drawing/2014/main" id="{66DC1626-2AEC-D5A5-E368-8D0D71720594}"/>
                </a:ext>
              </a:extLst>
            </p:cNvPr>
            <p:cNvSpPr/>
            <p:nvPr/>
          </p:nvSpPr>
          <p:spPr>
            <a:xfrm>
              <a:off x="3507676" y="1259197"/>
              <a:ext cx="1040770" cy="1574134"/>
            </a:xfrm>
            <a:custGeom>
              <a:avLst/>
              <a:gdLst/>
              <a:ahLst/>
              <a:cxnLst/>
              <a:rect l="l" t="t" r="r" b="b"/>
              <a:pathLst>
                <a:path w="21170" h="32019" extrusionOk="0">
                  <a:moveTo>
                    <a:pt x="16070" y="0"/>
                  </a:moveTo>
                  <a:cubicBezTo>
                    <a:pt x="13890" y="0"/>
                    <a:pt x="11936" y="1528"/>
                    <a:pt x="11480" y="3745"/>
                  </a:cubicBezTo>
                  <a:lnTo>
                    <a:pt x="0" y="29990"/>
                  </a:lnTo>
                  <a:lnTo>
                    <a:pt x="13193" y="32018"/>
                  </a:lnTo>
                  <a:lnTo>
                    <a:pt x="20657" y="5619"/>
                  </a:lnTo>
                  <a:cubicBezTo>
                    <a:pt x="21170" y="3085"/>
                    <a:pt x="19535" y="615"/>
                    <a:pt x="17002" y="94"/>
                  </a:cubicBezTo>
                  <a:cubicBezTo>
                    <a:pt x="16689" y="31"/>
                    <a:pt x="16377" y="0"/>
                    <a:pt x="160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1381;p43">
              <a:extLst>
                <a:ext uri="{FF2B5EF4-FFF2-40B4-BE49-F238E27FC236}">
                  <a16:creationId xmlns:a16="http://schemas.microsoft.com/office/drawing/2014/main" id="{28151CDB-D8BB-3F09-E917-412F59EB583F}"/>
                </a:ext>
              </a:extLst>
            </p:cNvPr>
            <p:cNvSpPr/>
            <p:nvPr/>
          </p:nvSpPr>
          <p:spPr>
            <a:xfrm>
              <a:off x="3499613" y="1253494"/>
              <a:ext cx="1055076" cy="1585736"/>
            </a:xfrm>
            <a:custGeom>
              <a:avLst/>
              <a:gdLst/>
              <a:ahLst/>
              <a:cxnLst/>
              <a:rect l="l" t="t" r="r" b="b"/>
              <a:pathLst>
                <a:path w="21461" h="32255" extrusionOk="0">
                  <a:moveTo>
                    <a:pt x="16225" y="228"/>
                  </a:moveTo>
                  <a:cubicBezTo>
                    <a:pt x="16529" y="228"/>
                    <a:pt x="16837" y="258"/>
                    <a:pt x="17147" y="322"/>
                  </a:cubicBezTo>
                  <a:cubicBezTo>
                    <a:pt x="19617" y="826"/>
                    <a:pt x="21213" y="3234"/>
                    <a:pt x="20717" y="5706"/>
                  </a:cubicBezTo>
                  <a:lnTo>
                    <a:pt x="13279" y="32014"/>
                  </a:lnTo>
                  <a:lnTo>
                    <a:pt x="317" y="30021"/>
                  </a:lnTo>
                  <a:lnTo>
                    <a:pt x="11748" y="3910"/>
                  </a:lnTo>
                  <a:lnTo>
                    <a:pt x="11748" y="3889"/>
                  </a:lnTo>
                  <a:cubicBezTo>
                    <a:pt x="11748" y="3888"/>
                    <a:pt x="11748" y="3886"/>
                    <a:pt x="11748" y="3885"/>
                  </a:cubicBezTo>
                  <a:cubicBezTo>
                    <a:pt x="12192" y="1719"/>
                    <a:pt x="14098" y="228"/>
                    <a:pt x="16225" y="228"/>
                  </a:cubicBezTo>
                  <a:close/>
                  <a:moveTo>
                    <a:pt x="16234" y="0"/>
                  </a:moveTo>
                  <a:cubicBezTo>
                    <a:pt x="14006" y="0"/>
                    <a:pt x="12011" y="1563"/>
                    <a:pt x="11547" y="3830"/>
                  </a:cubicBezTo>
                  <a:lnTo>
                    <a:pt x="0" y="30190"/>
                  </a:lnTo>
                  <a:lnTo>
                    <a:pt x="13435" y="32255"/>
                  </a:lnTo>
                  <a:lnTo>
                    <a:pt x="20930" y="5749"/>
                  </a:lnTo>
                  <a:cubicBezTo>
                    <a:pt x="21460" y="3158"/>
                    <a:pt x="19790" y="628"/>
                    <a:pt x="17199" y="98"/>
                  </a:cubicBezTo>
                  <a:cubicBezTo>
                    <a:pt x="16875" y="32"/>
                    <a:pt x="16552" y="0"/>
                    <a:pt x="162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1382;p43">
              <a:extLst>
                <a:ext uri="{FF2B5EF4-FFF2-40B4-BE49-F238E27FC236}">
                  <a16:creationId xmlns:a16="http://schemas.microsoft.com/office/drawing/2014/main" id="{40A2A5BD-F321-F160-8762-A6D5637F7D8C}"/>
                </a:ext>
              </a:extLst>
            </p:cNvPr>
            <p:cNvSpPr/>
            <p:nvPr/>
          </p:nvSpPr>
          <p:spPr>
            <a:xfrm>
              <a:off x="3961790" y="1664689"/>
              <a:ext cx="327373" cy="698304"/>
            </a:xfrm>
            <a:custGeom>
              <a:avLst/>
              <a:gdLst/>
              <a:ahLst/>
              <a:cxnLst/>
              <a:rect l="l" t="t" r="r" b="b"/>
              <a:pathLst>
                <a:path w="6659" h="14204" extrusionOk="0">
                  <a:moveTo>
                    <a:pt x="5350" y="1"/>
                  </a:moveTo>
                  <a:cubicBezTo>
                    <a:pt x="4872" y="1"/>
                    <a:pt x="4423" y="298"/>
                    <a:pt x="4253" y="774"/>
                  </a:cubicBezTo>
                  <a:lnTo>
                    <a:pt x="67" y="12655"/>
                  </a:lnTo>
                  <a:cubicBezTo>
                    <a:pt x="23" y="12782"/>
                    <a:pt x="0" y="12913"/>
                    <a:pt x="0" y="13047"/>
                  </a:cubicBezTo>
                  <a:cubicBezTo>
                    <a:pt x="2" y="13686"/>
                    <a:pt x="521" y="14204"/>
                    <a:pt x="1160" y="14204"/>
                  </a:cubicBezTo>
                  <a:cubicBezTo>
                    <a:pt x="1161" y="14204"/>
                    <a:pt x="1162" y="14204"/>
                    <a:pt x="1163" y="14204"/>
                  </a:cubicBezTo>
                  <a:cubicBezTo>
                    <a:pt x="1164" y="14204"/>
                    <a:pt x="1166" y="14204"/>
                    <a:pt x="1167" y="14204"/>
                  </a:cubicBezTo>
                  <a:cubicBezTo>
                    <a:pt x="1655" y="14204"/>
                    <a:pt x="2093" y="13896"/>
                    <a:pt x="2259" y="13437"/>
                  </a:cubicBezTo>
                  <a:lnTo>
                    <a:pt x="6443" y="1554"/>
                  </a:lnTo>
                  <a:cubicBezTo>
                    <a:pt x="6659" y="949"/>
                    <a:pt x="6343" y="284"/>
                    <a:pt x="5739" y="68"/>
                  </a:cubicBezTo>
                  <a:cubicBezTo>
                    <a:pt x="5610" y="22"/>
                    <a:pt x="5479" y="1"/>
                    <a:pt x="535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1383;p43">
              <a:extLst>
                <a:ext uri="{FF2B5EF4-FFF2-40B4-BE49-F238E27FC236}">
                  <a16:creationId xmlns:a16="http://schemas.microsoft.com/office/drawing/2014/main" id="{E5920C2C-CD76-3B33-8185-1941D1BA26C4}"/>
                </a:ext>
              </a:extLst>
            </p:cNvPr>
            <p:cNvSpPr/>
            <p:nvPr/>
          </p:nvSpPr>
          <p:spPr>
            <a:xfrm>
              <a:off x="3963412" y="3047188"/>
              <a:ext cx="1240468" cy="1134670"/>
            </a:xfrm>
            <a:custGeom>
              <a:avLst/>
              <a:gdLst/>
              <a:ahLst/>
              <a:cxnLst/>
              <a:rect l="l" t="t" r="r" b="b"/>
              <a:pathLst>
                <a:path w="25232" h="23080" extrusionOk="0">
                  <a:moveTo>
                    <a:pt x="17723" y="1"/>
                  </a:moveTo>
                  <a:cubicBezTo>
                    <a:pt x="14521" y="1"/>
                    <a:pt x="11652" y="2133"/>
                    <a:pt x="10987" y="5223"/>
                  </a:cubicBezTo>
                  <a:lnTo>
                    <a:pt x="0" y="23080"/>
                  </a:lnTo>
                  <a:lnTo>
                    <a:pt x="22339" y="23080"/>
                  </a:lnTo>
                  <a:lnTo>
                    <a:pt x="24471" y="7835"/>
                  </a:lnTo>
                  <a:cubicBezTo>
                    <a:pt x="25232" y="4303"/>
                    <a:pt x="22828" y="858"/>
                    <a:pt x="19106" y="134"/>
                  </a:cubicBezTo>
                  <a:cubicBezTo>
                    <a:pt x="18642" y="44"/>
                    <a:pt x="18179" y="1"/>
                    <a:pt x="17723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1384;p43">
              <a:extLst>
                <a:ext uri="{FF2B5EF4-FFF2-40B4-BE49-F238E27FC236}">
                  <a16:creationId xmlns:a16="http://schemas.microsoft.com/office/drawing/2014/main" id="{F812D7D4-2EBF-AB52-2822-0A7812521375}"/>
                </a:ext>
              </a:extLst>
            </p:cNvPr>
            <p:cNvSpPr/>
            <p:nvPr/>
          </p:nvSpPr>
          <p:spPr>
            <a:xfrm>
              <a:off x="3953973" y="3042075"/>
              <a:ext cx="1235257" cy="1145093"/>
            </a:xfrm>
            <a:custGeom>
              <a:avLst/>
              <a:gdLst/>
              <a:ahLst/>
              <a:cxnLst/>
              <a:rect l="l" t="t" r="r" b="b"/>
              <a:pathLst>
                <a:path w="25126" h="23292" extrusionOk="0">
                  <a:moveTo>
                    <a:pt x="17915" y="218"/>
                  </a:moveTo>
                  <a:cubicBezTo>
                    <a:pt x="18364" y="218"/>
                    <a:pt x="18819" y="261"/>
                    <a:pt x="19276" y="350"/>
                  </a:cubicBezTo>
                  <a:cubicBezTo>
                    <a:pt x="21068" y="677"/>
                    <a:pt x="22651" y="1716"/>
                    <a:pt x="23662" y="3232"/>
                  </a:cubicBezTo>
                  <a:cubicBezTo>
                    <a:pt x="24584" y="4611"/>
                    <a:pt x="24905" y="6304"/>
                    <a:pt x="24555" y="7924"/>
                  </a:cubicBezTo>
                  <a:lnTo>
                    <a:pt x="22438" y="23078"/>
                  </a:lnTo>
                  <a:lnTo>
                    <a:pt x="381" y="23078"/>
                  </a:lnTo>
                  <a:lnTo>
                    <a:pt x="11268" y="5388"/>
                  </a:lnTo>
                  <a:lnTo>
                    <a:pt x="11282" y="5354"/>
                  </a:lnTo>
                  <a:cubicBezTo>
                    <a:pt x="11933" y="2317"/>
                    <a:pt x="14764" y="218"/>
                    <a:pt x="17915" y="218"/>
                  </a:cubicBezTo>
                  <a:close/>
                  <a:moveTo>
                    <a:pt x="17923" y="0"/>
                  </a:moveTo>
                  <a:cubicBezTo>
                    <a:pt x="14681" y="0"/>
                    <a:pt x="11760" y="2160"/>
                    <a:pt x="11076" y="5287"/>
                  </a:cubicBezTo>
                  <a:lnTo>
                    <a:pt x="0" y="23291"/>
                  </a:lnTo>
                  <a:lnTo>
                    <a:pt x="22621" y="23291"/>
                  </a:lnTo>
                  <a:lnTo>
                    <a:pt x="24765" y="7969"/>
                  </a:lnTo>
                  <a:cubicBezTo>
                    <a:pt x="25126" y="6293"/>
                    <a:pt x="24792" y="4544"/>
                    <a:pt x="23839" y="3119"/>
                  </a:cubicBezTo>
                  <a:cubicBezTo>
                    <a:pt x="22799" y="1553"/>
                    <a:pt x="21167" y="475"/>
                    <a:pt x="19316" y="134"/>
                  </a:cubicBezTo>
                  <a:cubicBezTo>
                    <a:pt x="18849" y="44"/>
                    <a:pt x="18383" y="0"/>
                    <a:pt x="1792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1385;p43">
              <a:extLst>
                <a:ext uri="{FF2B5EF4-FFF2-40B4-BE49-F238E27FC236}">
                  <a16:creationId xmlns:a16="http://schemas.microsoft.com/office/drawing/2014/main" id="{165D2BCA-DB75-B2AB-AA95-9F162A472DDF}"/>
                </a:ext>
              </a:extLst>
            </p:cNvPr>
            <p:cNvSpPr/>
            <p:nvPr/>
          </p:nvSpPr>
          <p:spPr>
            <a:xfrm>
              <a:off x="3512543" y="2556988"/>
              <a:ext cx="1474236" cy="1196025"/>
            </a:xfrm>
            <a:custGeom>
              <a:avLst/>
              <a:gdLst/>
              <a:ahLst/>
              <a:cxnLst/>
              <a:rect l="l" t="t" r="r" b="b"/>
              <a:pathLst>
                <a:path w="29987" h="24328" extrusionOk="0">
                  <a:moveTo>
                    <a:pt x="6744" y="1"/>
                  </a:moveTo>
                  <a:cubicBezTo>
                    <a:pt x="4700" y="1"/>
                    <a:pt x="2713" y="1065"/>
                    <a:pt x="1624" y="2964"/>
                  </a:cubicBezTo>
                  <a:cubicBezTo>
                    <a:pt x="1622" y="2964"/>
                    <a:pt x="1622" y="2966"/>
                    <a:pt x="1622" y="2966"/>
                  </a:cubicBezTo>
                  <a:cubicBezTo>
                    <a:pt x="1" y="5790"/>
                    <a:pt x="976" y="9393"/>
                    <a:pt x="3799" y="11015"/>
                  </a:cubicBezTo>
                  <a:cubicBezTo>
                    <a:pt x="3801" y="11016"/>
                    <a:pt x="3801" y="11016"/>
                    <a:pt x="3801" y="11016"/>
                  </a:cubicBezTo>
                  <a:lnTo>
                    <a:pt x="22339" y="24327"/>
                  </a:lnTo>
                  <a:lnTo>
                    <a:pt x="29986" y="9350"/>
                  </a:lnTo>
                  <a:lnTo>
                    <a:pt x="9673" y="784"/>
                  </a:lnTo>
                  <a:cubicBezTo>
                    <a:pt x="8748" y="253"/>
                    <a:pt x="7739" y="1"/>
                    <a:pt x="674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1386;p43">
              <a:extLst>
                <a:ext uri="{FF2B5EF4-FFF2-40B4-BE49-F238E27FC236}">
                  <a16:creationId xmlns:a16="http://schemas.microsoft.com/office/drawing/2014/main" id="{2CCC36E3-BDFA-46BE-B374-04C7D0BE23EE}"/>
                </a:ext>
              </a:extLst>
            </p:cNvPr>
            <p:cNvSpPr/>
            <p:nvPr/>
          </p:nvSpPr>
          <p:spPr>
            <a:xfrm>
              <a:off x="3506496" y="2551777"/>
              <a:ext cx="1487215" cy="1209152"/>
            </a:xfrm>
            <a:custGeom>
              <a:avLst/>
              <a:gdLst/>
              <a:ahLst/>
              <a:cxnLst/>
              <a:rect l="l" t="t" r="r" b="b"/>
              <a:pathLst>
                <a:path w="30251" h="24595" extrusionOk="0">
                  <a:moveTo>
                    <a:pt x="6876" y="213"/>
                  </a:moveTo>
                  <a:cubicBezTo>
                    <a:pt x="7885" y="213"/>
                    <a:pt x="8877" y="478"/>
                    <a:pt x="9753" y="980"/>
                  </a:cubicBezTo>
                  <a:lnTo>
                    <a:pt x="29960" y="9510"/>
                  </a:lnTo>
                  <a:lnTo>
                    <a:pt x="22416" y="24280"/>
                  </a:lnTo>
                  <a:lnTo>
                    <a:pt x="3970" y="11034"/>
                  </a:lnTo>
                  <a:cubicBezTo>
                    <a:pt x="1197" y="9441"/>
                    <a:pt x="243" y="5902"/>
                    <a:pt x="1836" y="3130"/>
                  </a:cubicBezTo>
                  <a:cubicBezTo>
                    <a:pt x="2872" y="1328"/>
                    <a:pt x="4790" y="216"/>
                    <a:pt x="6867" y="213"/>
                  </a:cubicBezTo>
                  <a:cubicBezTo>
                    <a:pt x="6870" y="213"/>
                    <a:pt x="6873" y="213"/>
                    <a:pt x="6876" y="213"/>
                  </a:cubicBezTo>
                  <a:close/>
                  <a:moveTo>
                    <a:pt x="6861" y="1"/>
                  </a:moveTo>
                  <a:cubicBezTo>
                    <a:pt x="4779" y="1"/>
                    <a:pt x="2756" y="1083"/>
                    <a:pt x="1647" y="3018"/>
                  </a:cubicBezTo>
                  <a:cubicBezTo>
                    <a:pt x="0" y="5892"/>
                    <a:pt x="989" y="9556"/>
                    <a:pt x="3858" y="11210"/>
                  </a:cubicBezTo>
                  <a:lnTo>
                    <a:pt x="22397" y="24521"/>
                  </a:lnTo>
                  <a:lnTo>
                    <a:pt x="22496" y="24594"/>
                  </a:lnTo>
                  <a:lnTo>
                    <a:pt x="22496" y="24593"/>
                  </a:lnTo>
                  <a:lnTo>
                    <a:pt x="30199" y="9505"/>
                  </a:lnTo>
                  <a:lnTo>
                    <a:pt x="30251" y="9404"/>
                  </a:lnTo>
                  <a:lnTo>
                    <a:pt x="9844" y="798"/>
                  </a:lnTo>
                  <a:cubicBezTo>
                    <a:pt x="8901" y="258"/>
                    <a:pt x="7874" y="1"/>
                    <a:pt x="686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1387;p43">
              <a:extLst>
                <a:ext uri="{FF2B5EF4-FFF2-40B4-BE49-F238E27FC236}">
                  <a16:creationId xmlns:a16="http://schemas.microsoft.com/office/drawing/2014/main" id="{F63AAE28-65C6-5A1D-3C25-046ACB0B32C3}"/>
                </a:ext>
              </a:extLst>
            </p:cNvPr>
            <p:cNvSpPr/>
            <p:nvPr/>
          </p:nvSpPr>
          <p:spPr>
            <a:xfrm>
              <a:off x="3940551" y="2925560"/>
              <a:ext cx="394529" cy="286716"/>
            </a:xfrm>
            <a:custGeom>
              <a:avLst/>
              <a:gdLst/>
              <a:ahLst/>
              <a:cxnLst/>
              <a:rect l="l" t="t" r="r" b="b"/>
              <a:pathLst>
                <a:path w="8025" h="5832" extrusionOk="0">
                  <a:moveTo>
                    <a:pt x="1325" y="0"/>
                  </a:moveTo>
                  <a:cubicBezTo>
                    <a:pt x="945" y="0"/>
                    <a:pt x="573" y="186"/>
                    <a:pt x="350" y="529"/>
                  </a:cubicBezTo>
                  <a:cubicBezTo>
                    <a:pt x="1" y="1067"/>
                    <a:pt x="152" y="1788"/>
                    <a:pt x="691" y="2137"/>
                  </a:cubicBezTo>
                  <a:lnTo>
                    <a:pt x="6065" y="5641"/>
                  </a:lnTo>
                  <a:cubicBezTo>
                    <a:pt x="6256" y="5766"/>
                    <a:pt x="6477" y="5832"/>
                    <a:pt x="6705" y="5832"/>
                  </a:cubicBezTo>
                  <a:lnTo>
                    <a:pt x="6701" y="5820"/>
                  </a:lnTo>
                  <a:cubicBezTo>
                    <a:pt x="7091" y="5820"/>
                    <a:pt x="7456" y="5625"/>
                    <a:pt x="7672" y="5298"/>
                  </a:cubicBezTo>
                  <a:cubicBezTo>
                    <a:pt x="8024" y="4762"/>
                    <a:pt x="7876" y="4040"/>
                    <a:pt x="7341" y="3687"/>
                  </a:cubicBezTo>
                  <a:lnTo>
                    <a:pt x="1959" y="188"/>
                  </a:lnTo>
                  <a:cubicBezTo>
                    <a:pt x="1762" y="61"/>
                    <a:pt x="1543" y="0"/>
                    <a:pt x="132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1388;p43">
              <a:extLst>
                <a:ext uri="{FF2B5EF4-FFF2-40B4-BE49-F238E27FC236}">
                  <a16:creationId xmlns:a16="http://schemas.microsoft.com/office/drawing/2014/main" id="{F204C891-E5B3-2F3E-000D-2968215BA850}"/>
                </a:ext>
              </a:extLst>
            </p:cNvPr>
            <p:cNvSpPr/>
            <p:nvPr/>
          </p:nvSpPr>
          <p:spPr>
            <a:xfrm>
              <a:off x="4364430" y="2961350"/>
              <a:ext cx="831043" cy="831043"/>
            </a:xfrm>
            <a:custGeom>
              <a:avLst/>
              <a:gdLst/>
              <a:ahLst/>
              <a:cxnLst/>
              <a:rect l="l" t="t" r="r" b="b"/>
              <a:pathLst>
                <a:path w="16904" h="16904" extrusionOk="0">
                  <a:moveTo>
                    <a:pt x="8452" y="1"/>
                  </a:moveTo>
                  <a:cubicBezTo>
                    <a:pt x="6210" y="1"/>
                    <a:pt x="4061" y="891"/>
                    <a:pt x="2476" y="2477"/>
                  </a:cubicBezTo>
                  <a:cubicBezTo>
                    <a:pt x="891" y="4061"/>
                    <a:pt x="1" y="6211"/>
                    <a:pt x="1" y="8452"/>
                  </a:cubicBezTo>
                  <a:cubicBezTo>
                    <a:pt x="1" y="10694"/>
                    <a:pt x="891" y="12843"/>
                    <a:pt x="2476" y="14429"/>
                  </a:cubicBezTo>
                  <a:cubicBezTo>
                    <a:pt x="4061" y="16013"/>
                    <a:pt x="6210" y="16903"/>
                    <a:pt x="8452" y="16903"/>
                  </a:cubicBezTo>
                  <a:cubicBezTo>
                    <a:pt x="10693" y="16903"/>
                    <a:pt x="12843" y="16013"/>
                    <a:pt x="14427" y="14429"/>
                  </a:cubicBezTo>
                  <a:cubicBezTo>
                    <a:pt x="16013" y="12843"/>
                    <a:pt x="16903" y="10694"/>
                    <a:pt x="16903" y="8452"/>
                  </a:cubicBezTo>
                  <a:cubicBezTo>
                    <a:pt x="16903" y="6211"/>
                    <a:pt x="16013" y="4061"/>
                    <a:pt x="14427" y="2477"/>
                  </a:cubicBezTo>
                  <a:cubicBezTo>
                    <a:pt x="12843" y="891"/>
                    <a:pt x="10693" y="1"/>
                    <a:pt x="84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1389;p43">
              <a:extLst>
                <a:ext uri="{FF2B5EF4-FFF2-40B4-BE49-F238E27FC236}">
                  <a16:creationId xmlns:a16="http://schemas.microsoft.com/office/drawing/2014/main" id="{9B042165-71F2-AC3E-E485-4729186C3F1C}"/>
                </a:ext>
              </a:extLst>
            </p:cNvPr>
            <p:cNvSpPr/>
            <p:nvPr/>
          </p:nvSpPr>
          <p:spPr>
            <a:xfrm>
              <a:off x="4358875" y="2956483"/>
              <a:ext cx="842154" cy="841318"/>
            </a:xfrm>
            <a:custGeom>
              <a:avLst/>
              <a:gdLst/>
              <a:ahLst/>
              <a:cxnLst/>
              <a:rect l="l" t="t" r="r" b="b"/>
              <a:pathLst>
                <a:path w="17130" h="17113" extrusionOk="0">
                  <a:moveTo>
                    <a:pt x="8552" y="207"/>
                  </a:moveTo>
                  <a:cubicBezTo>
                    <a:pt x="8558" y="207"/>
                    <a:pt x="8565" y="207"/>
                    <a:pt x="8571" y="207"/>
                  </a:cubicBezTo>
                  <a:cubicBezTo>
                    <a:pt x="10024" y="210"/>
                    <a:pt x="11452" y="593"/>
                    <a:pt x="12712" y="1318"/>
                  </a:cubicBezTo>
                  <a:cubicBezTo>
                    <a:pt x="15310" y="2811"/>
                    <a:pt x="16909" y="5582"/>
                    <a:pt x="16902" y="8579"/>
                  </a:cubicBezTo>
                  <a:cubicBezTo>
                    <a:pt x="16890" y="13184"/>
                    <a:pt x="13153" y="16910"/>
                    <a:pt x="8549" y="16910"/>
                  </a:cubicBezTo>
                  <a:cubicBezTo>
                    <a:pt x="8542" y="16910"/>
                    <a:pt x="8536" y="16910"/>
                    <a:pt x="8529" y="16910"/>
                  </a:cubicBezTo>
                  <a:cubicBezTo>
                    <a:pt x="3917" y="16898"/>
                    <a:pt x="187" y="13150"/>
                    <a:pt x="199" y="8538"/>
                  </a:cubicBezTo>
                  <a:cubicBezTo>
                    <a:pt x="211" y="3931"/>
                    <a:pt x="3948" y="207"/>
                    <a:pt x="8552" y="207"/>
                  </a:cubicBezTo>
                  <a:close/>
                  <a:moveTo>
                    <a:pt x="8566" y="0"/>
                  </a:moveTo>
                  <a:cubicBezTo>
                    <a:pt x="3847" y="0"/>
                    <a:pt x="17" y="3821"/>
                    <a:pt x="8" y="8541"/>
                  </a:cubicBezTo>
                  <a:cubicBezTo>
                    <a:pt x="1" y="13267"/>
                    <a:pt x="3824" y="17104"/>
                    <a:pt x="8549" y="17113"/>
                  </a:cubicBezTo>
                  <a:cubicBezTo>
                    <a:pt x="8567" y="17113"/>
                    <a:pt x="8585" y="17113"/>
                    <a:pt x="8602" y="17113"/>
                  </a:cubicBezTo>
                  <a:cubicBezTo>
                    <a:pt x="11658" y="17113"/>
                    <a:pt x="14479" y="15471"/>
                    <a:pt x="15987" y="12811"/>
                  </a:cubicBezTo>
                  <a:cubicBezTo>
                    <a:pt x="16727" y="11520"/>
                    <a:pt x="17118" y="10059"/>
                    <a:pt x="17121" y="8572"/>
                  </a:cubicBezTo>
                  <a:cubicBezTo>
                    <a:pt x="17129" y="3846"/>
                    <a:pt x="13304" y="9"/>
                    <a:pt x="8580" y="0"/>
                  </a:cubicBezTo>
                  <a:cubicBezTo>
                    <a:pt x="8575" y="0"/>
                    <a:pt x="8571" y="0"/>
                    <a:pt x="85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1390;p43">
              <a:extLst>
                <a:ext uri="{FF2B5EF4-FFF2-40B4-BE49-F238E27FC236}">
                  <a16:creationId xmlns:a16="http://schemas.microsoft.com/office/drawing/2014/main" id="{6FBC29FF-264F-AA7D-318D-8A1344F02706}"/>
                </a:ext>
              </a:extLst>
            </p:cNvPr>
            <p:cNvSpPr/>
            <p:nvPr/>
          </p:nvSpPr>
          <p:spPr>
            <a:xfrm>
              <a:off x="4497612" y="3094089"/>
              <a:ext cx="568712" cy="568712"/>
            </a:xfrm>
            <a:custGeom>
              <a:avLst/>
              <a:gdLst/>
              <a:ahLst/>
              <a:cxnLst/>
              <a:rect l="l" t="t" r="r" b="b"/>
              <a:pathLst>
                <a:path w="11568" h="11568" extrusionOk="0">
                  <a:moveTo>
                    <a:pt x="5785" y="0"/>
                  </a:moveTo>
                  <a:cubicBezTo>
                    <a:pt x="2591" y="0"/>
                    <a:pt x="0" y="2590"/>
                    <a:pt x="0" y="5785"/>
                  </a:cubicBezTo>
                  <a:cubicBezTo>
                    <a:pt x="0" y="8979"/>
                    <a:pt x="2591" y="11568"/>
                    <a:pt x="5785" y="11568"/>
                  </a:cubicBezTo>
                  <a:cubicBezTo>
                    <a:pt x="8979" y="11568"/>
                    <a:pt x="11568" y="8979"/>
                    <a:pt x="11568" y="5785"/>
                  </a:cubicBezTo>
                  <a:cubicBezTo>
                    <a:pt x="11568" y="2590"/>
                    <a:pt x="8979" y="0"/>
                    <a:pt x="57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1391;p43">
              <a:extLst>
                <a:ext uri="{FF2B5EF4-FFF2-40B4-BE49-F238E27FC236}">
                  <a16:creationId xmlns:a16="http://schemas.microsoft.com/office/drawing/2014/main" id="{BA1C5C08-18EC-581E-B3CC-0884AFF25B6E}"/>
                </a:ext>
              </a:extLst>
            </p:cNvPr>
            <p:cNvSpPr/>
            <p:nvPr/>
          </p:nvSpPr>
          <p:spPr>
            <a:xfrm>
              <a:off x="4489844" y="3087943"/>
              <a:ext cx="581052" cy="580068"/>
            </a:xfrm>
            <a:custGeom>
              <a:avLst/>
              <a:gdLst/>
              <a:ahLst/>
              <a:cxnLst/>
              <a:rect l="l" t="t" r="r" b="b"/>
              <a:pathLst>
                <a:path w="11819" h="11799" extrusionOk="0">
                  <a:moveTo>
                    <a:pt x="5949" y="231"/>
                  </a:moveTo>
                  <a:cubicBezTo>
                    <a:pt x="5950" y="231"/>
                    <a:pt x="5951" y="231"/>
                    <a:pt x="5952" y="231"/>
                  </a:cubicBezTo>
                  <a:cubicBezTo>
                    <a:pt x="6939" y="231"/>
                    <a:pt x="7910" y="490"/>
                    <a:pt x="8769" y="982"/>
                  </a:cubicBezTo>
                  <a:cubicBezTo>
                    <a:pt x="10532" y="1992"/>
                    <a:pt x="11619" y="3869"/>
                    <a:pt x="11617" y="5901"/>
                  </a:cubicBezTo>
                  <a:cubicBezTo>
                    <a:pt x="11617" y="9032"/>
                    <a:pt x="9079" y="11568"/>
                    <a:pt x="5947" y="11568"/>
                  </a:cubicBezTo>
                  <a:cubicBezTo>
                    <a:pt x="2818" y="11566"/>
                    <a:pt x="280" y="9028"/>
                    <a:pt x="282" y="5898"/>
                  </a:cubicBezTo>
                  <a:cubicBezTo>
                    <a:pt x="282" y="2768"/>
                    <a:pt x="2819" y="231"/>
                    <a:pt x="5949" y="231"/>
                  </a:cubicBezTo>
                  <a:close/>
                  <a:moveTo>
                    <a:pt x="5911" y="0"/>
                  </a:moveTo>
                  <a:cubicBezTo>
                    <a:pt x="5904" y="0"/>
                    <a:pt x="5897" y="0"/>
                    <a:pt x="5889" y="0"/>
                  </a:cubicBezTo>
                  <a:cubicBezTo>
                    <a:pt x="2631" y="12"/>
                    <a:pt x="1" y="2664"/>
                    <a:pt x="12" y="5920"/>
                  </a:cubicBezTo>
                  <a:cubicBezTo>
                    <a:pt x="24" y="9171"/>
                    <a:pt x="2663" y="11799"/>
                    <a:pt x="5910" y="11799"/>
                  </a:cubicBezTo>
                  <a:cubicBezTo>
                    <a:pt x="5918" y="11799"/>
                    <a:pt x="5925" y="11799"/>
                    <a:pt x="5932" y="11799"/>
                  </a:cubicBezTo>
                  <a:cubicBezTo>
                    <a:pt x="6457" y="11796"/>
                    <a:pt x="6978" y="11724"/>
                    <a:pt x="7482" y="11584"/>
                  </a:cubicBezTo>
                  <a:cubicBezTo>
                    <a:pt x="10046" y="10875"/>
                    <a:pt x="11818" y="8538"/>
                    <a:pt x="11809" y="5879"/>
                  </a:cubicBezTo>
                  <a:cubicBezTo>
                    <a:pt x="11797" y="2628"/>
                    <a:pt x="9159" y="0"/>
                    <a:pt x="591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1392;p43">
              <a:extLst>
                <a:ext uri="{FF2B5EF4-FFF2-40B4-BE49-F238E27FC236}">
                  <a16:creationId xmlns:a16="http://schemas.microsoft.com/office/drawing/2014/main" id="{7E17BA42-4B05-9E87-6A16-68F2D1629BA7}"/>
                </a:ext>
              </a:extLst>
            </p:cNvPr>
            <p:cNvSpPr/>
            <p:nvPr/>
          </p:nvSpPr>
          <p:spPr>
            <a:xfrm>
              <a:off x="4533156" y="3232629"/>
              <a:ext cx="251515" cy="150486"/>
            </a:xfrm>
            <a:custGeom>
              <a:avLst/>
              <a:gdLst/>
              <a:ahLst/>
              <a:cxnLst/>
              <a:rect l="l" t="t" r="r" b="b"/>
              <a:pathLst>
                <a:path w="5116" h="3061" extrusionOk="0">
                  <a:moveTo>
                    <a:pt x="107" y="1"/>
                  </a:moveTo>
                  <a:lnTo>
                    <a:pt x="1" y="187"/>
                  </a:lnTo>
                  <a:lnTo>
                    <a:pt x="5010" y="3061"/>
                  </a:lnTo>
                  <a:lnTo>
                    <a:pt x="5115" y="2876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1393;p43">
              <a:extLst>
                <a:ext uri="{FF2B5EF4-FFF2-40B4-BE49-F238E27FC236}">
                  <a16:creationId xmlns:a16="http://schemas.microsoft.com/office/drawing/2014/main" id="{BAA63930-C857-6729-1E34-A61BA71E7A3A}"/>
                </a:ext>
              </a:extLst>
            </p:cNvPr>
            <p:cNvSpPr/>
            <p:nvPr/>
          </p:nvSpPr>
          <p:spPr>
            <a:xfrm>
              <a:off x="4503216" y="3315074"/>
              <a:ext cx="280079" cy="68582"/>
            </a:xfrm>
            <a:custGeom>
              <a:avLst/>
              <a:gdLst/>
              <a:ahLst/>
              <a:cxnLst/>
              <a:rect l="l" t="t" r="r" b="b"/>
              <a:pathLst>
                <a:path w="5697" h="1395" extrusionOk="0">
                  <a:moveTo>
                    <a:pt x="44" y="0"/>
                  </a:moveTo>
                  <a:lnTo>
                    <a:pt x="1" y="209"/>
                  </a:lnTo>
                  <a:lnTo>
                    <a:pt x="5651" y="1394"/>
                  </a:lnTo>
                  <a:lnTo>
                    <a:pt x="5696" y="1186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1394;p43">
              <a:extLst>
                <a:ext uri="{FF2B5EF4-FFF2-40B4-BE49-F238E27FC236}">
                  <a16:creationId xmlns:a16="http://schemas.microsoft.com/office/drawing/2014/main" id="{E1E5D256-3241-1EB8-7D6C-D47766AEB951}"/>
                </a:ext>
              </a:extLst>
            </p:cNvPr>
            <p:cNvSpPr/>
            <p:nvPr/>
          </p:nvSpPr>
          <p:spPr>
            <a:xfrm>
              <a:off x="4499381" y="3372840"/>
              <a:ext cx="283471" cy="40952"/>
            </a:xfrm>
            <a:custGeom>
              <a:avLst/>
              <a:gdLst/>
              <a:ahLst/>
              <a:cxnLst/>
              <a:rect l="l" t="t" r="r" b="b"/>
              <a:pathLst>
                <a:path w="5766" h="833" extrusionOk="0">
                  <a:moveTo>
                    <a:pt x="5741" y="0"/>
                  </a:moveTo>
                  <a:lnTo>
                    <a:pt x="0" y="621"/>
                  </a:lnTo>
                  <a:lnTo>
                    <a:pt x="22" y="833"/>
                  </a:lnTo>
                  <a:lnTo>
                    <a:pt x="5765" y="212"/>
                  </a:lnTo>
                  <a:lnTo>
                    <a:pt x="574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1395;p43">
              <a:extLst>
                <a:ext uri="{FF2B5EF4-FFF2-40B4-BE49-F238E27FC236}">
                  <a16:creationId xmlns:a16="http://schemas.microsoft.com/office/drawing/2014/main" id="{2797C88C-35AC-F2C1-34D7-1E2FBABCC8F6}"/>
                </a:ext>
              </a:extLst>
            </p:cNvPr>
            <p:cNvSpPr/>
            <p:nvPr/>
          </p:nvSpPr>
          <p:spPr>
            <a:xfrm>
              <a:off x="4520718" y="3373577"/>
              <a:ext cx="263511" cy="125561"/>
            </a:xfrm>
            <a:custGeom>
              <a:avLst/>
              <a:gdLst/>
              <a:ahLst/>
              <a:cxnLst/>
              <a:rect l="l" t="t" r="r" b="b"/>
              <a:pathLst>
                <a:path w="5360" h="2554" extrusionOk="0">
                  <a:moveTo>
                    <a:pt x="5272" y="0"/>
                  </a:moveTo>
                  <a:lnTo>
                    <a:pt x="1" y="2359"/>
                  </a:lnTo>
                  <a:lnTo>
                    <a:pt x="87" y="2554"/>
                  </a:lnTo>
                  <a:lnTo>
                    <a:pt x="5359" y="195"/>
                  </a:lnTo>
                  <a:lnTo>
                    <a:pt x="527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1396;p43">
              <a:extLst>
                <a:ext uri="{FF2B5EF4-FFF2-40B4-BE49-F238E27FC236}">
                  <a16:creationId xmlns:a16="http://schemas.microsoft.com/office/drawing/2014/main" id="{8878403D-FA01-C1E2-DD54-177CC4E54343}"/>
                </a:ext>
              </a:extLst>
            </p:cNvPr>
            <p:cNvSpPr/>
            <p:nvPr/>
          </p:nvSpPr>
          <p:spPr>
            <a:xfrm>
              <a:off x="4567865" y="3374659"/>
              <a:ext cx="217544" cy="198322"/>
            </a:xfrm>
            <a:custGeom>
              <a:avLst/>
              <a:gdLst/>
              <a:ahLst/>
              <a:cxnLst/>
              <a:rect l="l" t="t" r="r" b="b"/>
              <a:pathLst>
                <a:path w="4425" h="4034" extrusionOk="0">
                  <a:moveTo>
                    <a:pt x="4281" y="0"/>
                  </a:moveTo>
                  <a:lnTo>
                    <a:pt x="1" y="3875"/>
                  </a:lnTo>
                  <a:lnTo>
                    <a:pt x="144" y="4034"/>
                  </a:lnTo>
                  <a:lnTo>
                    <a:pt x="4424" y="158"/>
                  </a:lnTo>
                  <a:lnTo>
                    <a:pt x="428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1397;p43">
              <a:extLst>
                <a:ext uri="{FF2B5EF4-FFF2-40B4-BE49-F238E27FC236}">
                  <a16:creationId xmlns:a16="http://schemas.microsoft.com/office/drawing/2014/main" id="{04B2854D-E221-6EF5-B957-1B40E96B6132}"/>
                </a:ext>
              </a:extLst>
            </p:cNvPr>
            <p:cNvSpPr/>
            <p:nvPr/>
          </p:nvSpPr>
          <p:spPr>
            <a:xfrm>
              <a:off x="4636004" y="3375593"/>
              <a:ext cx="150585" cy="251515"/>
            </a:xfrm>
            <a:custGeom>
              <a:avLst/>
              <a:gdLst/>
              <a:ahLst/>
              <a:cxnLst/>
              <a:rect l="l" t="t" r="r" b="b"/>
              <a:pathLst>
                <a:path w="3063" h="5116" extrusionOk="0">
                  <a:moveTo>
                    <a:pt x="2878" y="1"/>
                  </a:moveTo>
                  <a:lnTo>
                    <a:pt x="1" y="5008"/>
                  </a:lnTo>
                  <a:lnTo>
                    <a:pt x="187" y="5115"/>
                  </a:lnTo>
                  <a:lnTo>
                    <a:pt x="3062" y="108"/>
                  </a:lnTo>
                  <a:lnTo>
                    <a:pt x="287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1398;p43">
              <a:extLst>
                <a:ext uri="{FF2B5EF4-FFF2-40B4-BE49-F238E27FC236}">
                  <a16:creationId xmlns:a16="http://schemas.microsoft.com/office/drawing/2014/main" id="{D91572AD-3575-4A95-5451-53D7211B218A}"/>
                </a:ext>
              </a:extLst>
            </p:cNvPr>
            <p:cNvSpPr/>
            <p:nvPr/>
          </p:nvSpPr>
          <p:spPr>
            <a:xfrm>
              <a:off x="4718745" y="3377363"/>
              <a:ext cx="68582" cy="280128"/>
            </a:xfrm>
            <a:custGeom>
              <a:avLst/>
              <a:gdLst/>
              <a:ahLst/>
              <a:cxnLst/>
              <a:rect l="l" t="t" r="r" b="b"/>
              <a:pathLst>
                <a:path w="1395" h="5698" extrusionOk="0">
                  <a:moveTo>
                    <a:pt x="1186" y="1"/>
                  </a:moveTo>
                  <a:lnTo>
                    <a:pt x="0" y="5653"/>
                  </a:lnTo>
                  <a:lnTo>
                    <a:pt x="209" y="5697"/>
                  </a:lnTo>
                  <a:lnTo>
                    <a:pt x="1394" y="45"/>
                  </a:lnTo>
                  <a:lnTo>
                    <a:pt x="118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1399;p43">
              <a:extLst>
                <a:ext uri="{FF2B5EF4-FFF2-40B4-BE49-F238E27FC236}">
                  <a16:creationId xmlns:a16="http://schemas.microsoft.com/office/drawing/2014/main" id="{08F48DC6-407E-1D2B-FD4E-D9DEFE9A7990}"/>
                </a:ext>
              </a:extLst>
            </p:cNvPr>
            <p:cNvSpPr/>
            <p:nvPr/>
          </p:nvSpPr>
          <p:spPr>
            <a:xfrm>
              <a:off x="4770857" y="3351651"/>
              <a:ext cx="41641" cy="282340"/>
            </a:xfrm>
            <a:custGeom>
              <a:avLst/>
              <a:gdLst/>
              <a:ahLst/>
              <a:cxnLst/>
              <a:rect l="l" t="t" r="r" b="b"/>
              <a:pathLst>
                <a:path w="847" h="5743" extrusionOk="0">
                  <a:moveTo>
                    <a:pt x="210" y="1"/>
                  </a:moveTo>
                  <a:lnTo>
                    <a:pt x="1" y="25"/>
                  </a:lnTo>
                  <a:lnTo>
                    <a:pt x="635" y="5742"/>
                  </a:lnTo>
                  <a:lnTo>
                    <a:pt x="846" y="5718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1400;p43">
              <a:extLst>
                <a:ext uri="{FF2B5EF4-FFF2-40B4-BE49-F238E27FC236}">
                  <a16:creationId xmlns:a16="http://schemas.microsoft.com/office/drawing/2014/main" id="{658FF947-49BC-3905-1C20-0CEDA4D6FC17}"/>
                </a:ext>
              </a:extLst>
            </p:cNvPr>
            <p:cNvSpPr/>
            <p:nvPr/>
          </p:nvSpPr>
          <p:spPr>
            <a:xfrm>
              <a:off x="4777150" y="3376281"/>
              <a:ext cx="125758" cy="263413"/>
            </a:xfrm>
            <a:custGeom>
              <a:avLst/>
              <a:gdLst/>
              <a:ahLst/>
              <a:cxnLst/>
              <a:rect l="l" t="t" r="r" b="b"/>
              <a:pathLst>
                <a:path w="2558" h="5358" extrusionOk="0">
                  <a:moveTo>
                    <a:pt x="196" y="0"/>
                  </a:moveTo>
                  <a:lnTo>
                    <a:pt x="1" y="87"/>
                  </a:lnTo>
                  <a:lnTo>
                    <a:pt x="2363" y="5357"/>
                  </a:lnTo>
                  <a:lnTo>
                    <a:pt x="2557" y="5270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1401;p43">
              <a:extLst>
                <a:ext uri="{FF2B5EF4-FFF2-40B4-BE49-F238E27FC236}">
                  <a16:creationId xmlns:a16="http://schemas.microsoft.com/office/drawing/2014/main" id="{F0536EC0-056F-5D89-9B29-0E6B5442EA22}"/>
                </a:ext>
              </a:extLst>
            </p:cNvPr>
            <p:cNvSpPr/>
            <p:nvPr/>
          </p:nvSpPr>
          <p:spPr>
            <a:xfrm>
              <a:off x="4778035" y="3374954"/>
              <a:ext cx="198322" cy="217593"/>
            </a:xfrm>
            <a:custGeom>
              <a:avLst/>
              <a:gdLst/>
              <a:ahLst/>
              <a:cxnLst/>
              <a:rect l="l" t="t" r="r" b="b"/>
              <a:pathLst>
                <a:path w="4034" h="4426" extrusionOk="0">
                  <a:moveTo>
                    <a:pt x="158" y="0"/>
                  </a:moveTo>
                  <a:lnTo>
                    <a:pt x="0" y="143"/>
                  </a:lnTo>
                  <a:lnTo>
                    <a:pt x="3876" y="4426"/>
                  </a:lnTo>
                  <a:lnTo>
                    <a:pt x="4034" y="4283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1402;p43">
              <a:extLst>
                <a:ext uri="{FF2B5EF4-FFF2-40B4-BE49-F238E27FC236}">
                  <a16:creationId xmlns:a16="http://schemas.microsoft.com/office/drawing/2014/main" id="{35F54882-F647-3FAB-E51E-A2CE2CEDB992}"/>
                </a:ext>
              </a:extLst>
            </p:cNvPr>
            <p:cNvSpPr/>
            <p:nvPr/>
          </p:nvSpPr>
          <p:spPr>
            <a:xfrm>
              <a:off x="4779362" y="3373872"/>
              <a:ext cx="251466" cy="150437"/>
            </a:xfrm>
            <a:custGeom>
              <a:avLst/>
              <a:gdLst/>
              <a:ahLst/>
              <a:cxnLst/>
              <a:rect l="l" t="t" r="r" b="b"/>
              <a:pathLst>
                <a:path w="5115" h="3060" extrusionOk="0">
                  <a:moveTo>
                    <a:pt x="107" y="0"/>
                  </a:moveTo>
                  <a:lnTo>
                    <a:pt x="0" y="185"/>
                  </a:lnTo>
                  <a:lnTo>
                    <a:pt x="5009" y="3060"/>
                  </a:lnTo>
                  <a:lnTo>
                    <a:pt x="5115" y="2875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1403;p43">
              <a:extLst>
                <a:ext uri="{FF2B5EF4-FFF2-40B4-BE49-F238E27FC236}">
                  <a16:creationId xmlns:a16="http://schemas.microsoft.com/office/drawing/2014/main" id="{3EF40BFF-7DA8-3C7C-1D6D-8CD9D7B8C752}"/>
                </a:ext>
              </a:extLst>
            </p:cNvPr>
            <p:cNvSpPr/>
            <p:nvPr/>
          </p:nvSpPr>
          <p:spPr>
            <a:xfrm>
              <a:off x="4780935" y="3373184"/>
              <a:ext cx="280079" cy="68631"/>
            </a:xfrm>
            <a:custGeom>
              <a:avLst/>
              <a:gdLst/>
              <a:ahLst/>
              <a:cxnLst/>
              <a:rect l="l" t="t" r="r" b="b"/>
              <a:pathLst>
                <a:path w="5697" h="1396" extrusionOk="0">
                  <a:moveTo>
                    <a:pt x="44" y="1"/>
                  </a:moveTo>
                  <a:lnTo>
                    <a:pt x="1" y="209"/>
                  </a:lnTo>
                  <a:lnTo>
                    <a:pt x="5653" y="1396"/>
                  </a:lnTo>
                  <a:lnTo>
                    <a:pt x="5696" y="1186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1404;p43">
              <a:extLst>
                <a:ext uri="{FF2B5EF4-FFF2-40B4-BE49-F238E27FC236}">
                  <a16:creationId xmlns:a16="http://schemas.microsoft.com/office/drawing/2014/main" id="{2609C77E-CC02-B06D-C6ED-975423E34E3A}"/>
                </a:ext>
              </a:extLst>
            </p:cNvPr>
            <p:cNvSpPr/>
            <p:nvPr/>
          </p:nvSpPr>
          <p:spPr>
            <a:xfrm>
              <a:off x="4781525" y="3342359"/>
              <a:ext cx="283422" cy="41002"/>
            </a:xfrm>
            <a:custGeom>
              <a:avLst/>
              <a:gdLst/>
              <a:ahLst/>
              <a:cxnLst/>
              <a:rect l="l" t="t" r="r" b="b"/>
              <a:pathLst>
                <a:path w="5765" h="834" extrusionOk="0">
                  <a:moveTo>
                    <a:pt x="5742" y="1"/>
                  </a:moveTo>
                  <a:lnTo>
                    <a:pt x="1" y="622"/>
                  </a:lnTo>
                  <a:lnTo>
                    <a:pt x="23" y="833"/>
                  </a:lnTo>
                  <a:lnTo>
                    <a:pt x="5765" y="212"/>
                  </a:lnTo>
                  <a:lnTo>
                    <a:pt x="574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1405;p43">
              <a:extLst>
                <a:ext uri="{FF2B5EF4-FFF2-40B4-BE49-F238E27FC236}">
                  <a16:creationId xmlns:a16="http://schemas.microsoft.com/office/drawing/2014/main" id="{5A701C4A-CBE8-9277-C771-EE213078D67A}"/>
                </a:ext>
              </a:extLst>
            </p:cNvPr>
            <p:cNvSpPr/>
            <p:nvPr/>
          </p:nvSpPr>
          <p:spPr>
            <a:xfrm>
              <a:off x="4779804" y="3257406"/>
              <a:ext cx="263413" cy="125659"/>
            </a:xfrm>
            <a:custGeom>
              <a:avLst/>
              <a:gdLst/>
              <a:ahLst/>
              <a:cxnLst/>
              <a:rect l="l" t="t" r="r" b="b"/>
              <a:pathLst>
                <a:path w="5358" h="2556" extrusionOk="0">
                  <a:moveTo>
                    <a:pt x="5271" y="0"/>
                  </a:moveTo>
                  <a:lnTo>
                    <a:pt x="0" y="2360"/>
                  </a:lnTo>
                  <a:lnTo>
                    <a:pt x="87" y="2555"/>
                  </a:lnTo>
                  <a:lnTo>
                    <a:pt x="5357" y="195"/>
                  </a:lnTo>
                  <a:lnTo>
                    <a:pt x="527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1406;p43">
              <a:extLst>
                <a:ext uri="{FF2B5EF4-FFF2-40B4-BE49-F238E27FC236}">
                  <a16:creationId xmlns:a16="http://schemas.microsoft.com/office/drawing/2014/main" id="{3EDD93A8-52F1-B7F1-09CD-97F40A2FA5B5}"/>
                </a:ext>
              </a:extLst>
            </p:cNvPr>
            <p:cNvSpPr/>
            <p:nvPr/>
          </p:nvSpPr>
          <p:spPr>
            <a:xfrm>
              <a:off x="4778379" y="3184056"/>
              <a:ext cx="217593" cy="198322"/>
            </a:xfrm>
            <a:custGeom>
              <a:avLst/>
              <a:gdLst/>
              <a:ahLst/>
              <a:cxnLst/>
              <a:rect l="l" t="t" r="r" b="b"/>
              <a:pathLst>
                <a:path w="4426" h="4034" extrusionOk="0">
                  <a:moveTo>
                    <a:pt x="4283" y="0"/>
                  </a:moveTo>
                  <a:lnTo>
                    <a:pt x="1" y="3876"/>
                  </a:lnTo>
                  <a:lnTo>
                    <a:pt x="144" y="4034"/>
                  </a:lnTo>
                  <a:lnTo>
                    <a:pt x="4426" y="160"/>
                  </a:lnTo>
                  <a:lnTo>
                    <a:pt x="4283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1407;p43">
              <a:extLst>
                <a:ext uri="{FF2B5EF4-FFF2-40B4-BE49-F238E27FC236}">
                  <a16:creationId xmlns:a16="http://schemas.microsoft.com/office/drawing/2014/main" id="{2731000B-D5DA-BA40-378D-638720A8AABC}"/>
                </a:ext>
              </a:extLst>
            </p:cNvPr>
            <p:cNvSpPr/>
            <p:nvPr/>
          </p:nvSpPr>
          <p:spPr>
            <a:xfrm>
              <a:off x="4777395" y="3129436"/>
              <a:ext cx="150536" cy="251417"/>
            </a:xfrm>
            <a:custGeom>
              <a:avLst/>
              <a:gdLst/>
              <a:ahLst/>
              <a:cxnLst/>
              <a:rect l="l" t="t" r="r" b="b"/>
              <a:pathLst>
                <a:path w="3062" h="5114" extrusionOk="0">
                  <a:moveTo>
                    <a:pt x="2877" y="1"/>
                  </a:moveTo>
                  <a:lnTo>
                    <a:pt x="0" y="5008"/>
                  </a:lnTo>
                  <a:lnTo>
                    <a:pt x="186" y="5114"/>
                  </a:lnTo>
                  <a:lnTo>
                    <a:pt x="3061" y="106"/>
                  </a:lnTo>
                  <a:lnTo>
                    <a:pt x="287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1408;p43">
              <a:extLst>
                <a:ext uri="{FF2B5EF4-FFF2-40B4-BE49-F238E27FC236}">
                  <a16:creationId xmlns:a16="http://schemas.microsoft.com/office/drawing/2014/main" id="{A845A5E3-0B07-D8C1-BF60-F5A92513A80F}"/>
                </a:ext>
              </a:extLst>
            </p:cNvPr>
            <p:cNvSpPr/>
            <p:nvPr/>
          </p:nvSpPr>
          <p:spPr>
            <a:xfrm>
              <a:off x="4777100" y="3099595"/>
              <a:ext cx="68533" cy="280030"/>
            </a:xfrm>
            <a:custGeom>
              <a:avLst/>
              <a:gdLst/>
              <a:ahLst/>
              <a:cxnLst/>
              <a:rect l="l" t="t" r="r" b="b"/>
              <a:pathLst>
                <a:path w="1394" h="5696" extrusionOk="0">
                  <a:moveTo>
                    <a:pt x="1184" y="0"/>
                  </a:moveTo>
                  <a:lnTo>
                    <a:pt x="0" y="5652"/>
                  </a:lnTo>
                  <a:lnTo>
                    <a:pt x="209" y="5695"/>
                  </a:lnTo>
                  <a:lnTo>
                    <a:pt x="1394" y="43"/>
                  </a:lnTo>
                  <a:lnTo>
                    <a:pt x="118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1409;p43">
              <a:extLst>
                <a:ext uri="{FF2B5EF4-FFF2-40B4-BE49-F238E27FC236}">
                  <a16:creationId xmlns:a16="http://schemas.microsoft.com/office/drawing/2014/main" id="{1B426024-6B6B-79E5-CA55-6EA874B569FB}"/>
                </a:ext>
              </a:extLst>
            </p:cNvPr>
            <p:cNvSpPr/>
            <p:nvPr/>
          </p:nvSpPr>
          <p:spPr>
            <a:xfrm>
              <a:off x="4746177" y="3095613"/>
              <a:ext cx="40903" cy="283422"/>
            </a:xfrm>
            <a:custGeom>
              <a:avLst/>
              <a:gdLst/>
              <a:ahLst/>
              <a:cxnLst/>
              <a:rect l="l" t="t" r="r" b="b"/>
              <a:pathLst>
                <a:path w="832" h="5765" extrusionOk="0">
                  <a:moveTo>
                    <a:pt x="214" y="1"/>
                  </a:moveTo>
                  <a:lnTo>
                    <a:pt x="1" y="23"/>
                  </a:lnTo>
                  <a:lnTo>
                    <a:pt x="620" y="5764"/>
                  </a:lnTo>
                  <a:lnTo>
                    <a:pt x="832" y="5742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1410;p43">
              <a:extLst>
                <a:ext uri="{FF2B5EF4-FFF2-40B4-BE49-F238E27FC236}">
                  <a16:creationId xmlns:a16="http://schemas.microsoft.com/office/drawing/2014/main" id="{C26185B6-2959-73AD-088F-F5FC28D594B6}"/>
                </a:ext>
              </a:extLst>
            </p:cNvPr>
            <p:cNvSpPr/>
            <p:nvPr/>
          </p:nvSpPr>
          <p:spPr>
            <a:xfrm>
              <a:off x="4660979" y="3117047"/>
              <a:ext cx="125758" cy="263364"/>
            </a:xfrm>
            <a:custGeom>
              <a:avLst/>
              <a:gdLst/>
              <a:ahLst/>
              <a:cxnLst/>
              <a:rect l="l" t="t" r="r" b="b"/>
              <a:pathLst>
                <a:path w="2558" h="5357" extrusionOk="0">
                  <a:moveTo>
                    <a:pt x="194" y="1"/>
                  </a:moveTo>
                  <a:lnTo>
                    <a:pt x="1" y="89"/>
                  </a:lnTo>
                  <a:lnTo>
                    <a:pt x="2364" y="5357"/>
                  </a:lnTo>
                  <a:lnTo>
                    <a:pt x="2557" y="5269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1411;p43">
              <a:extLst>
                <a:ext uri="{FF2B5EF4-FFF2-40B4-BE49-F238E27FC236}">
                  <a16:creationId xmlns:a16="http://schemas.microsoft.com/office/drawing/2014/main" id="{D86F1ABA-71B2-9D03-A81D-F42F10BF39D6}"/>
                </a:ext>
              </a:extLst>
            </p:cNvPr>
            <p:cNvSpPr/>
            <p:nvPr/>
          </p:nvSpPr>
          <p:spPr>
            <a:xfrm>
              <a:off x="4587481" y="3164489"/>
              <a:ext cx="198371" cy="217593"/>
            </a:xfrm>
            <a:custGeom>
              <a:avLst/>
              <a:gdLst/>
              <a:ahLst/>
              <a:cxnLst/>
              <a:rect l="l" t="t" r="r" b="b"/>
              <a:pathLst>
                <a:path w="4035" h="4426" extrusionOk="0">
                  <a:moveTo>
                    <a:pt x="159" y="1"/>
                  </a:moveTo>
                  <a:lnTo>
                    <a:pt x="1" y="144"/>
                  </a:lnTo>
                  <a:lnTo>
                    <a:pt x="3875" y="4426"/>
                  </a:lnTo>
                  <a:lnTo>
                    <a:pt x="4034" y="4283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1412;p43">
              <a:extLst>
                <a:ext uri="{FF2B5EF4-FFF2-40B4-BE49-F238E27FC236}">
                  <a16:creationId xmlns:a16="http://schemas.microsoft.com/office/drawing/2014/main" id="{3C63CBB9-A888-4FE5-E662-3207BBB97D5D}"/>
                </a:ext>
              </a:extLst>
            </p:cNvPr>
            <p:cNvSpPr/>
            <p:nvPr/>
          </p:nvSpPr>
          <p:spPr>
            <a:xfrm>
              <a:off x="4623959" y="3221174"/>
              <a:ext cx="312231" cy="312231"/>
            </a:xfrm>
            <a:custGeom>
              <a:avLst/>
              <a:gdLst/>
              <a:ahLst/>
              <a:cxnLst/>
              <a:rect l="l" t="t" r="r" b="b"/>
              <a:pathLst>
                <a:path w="6351" h="6351" extrusionOk="0">
                  <a:moveTo>
                    <a:pt x="3176" y="0"/>
                  </a:moveTo>
                  <a:cubicBezTo>
                    <a:pt x="1422" y="0"/>
                    <a:pt x="0" y="1422"/>
                    <a:pt x="0" y="3176"/>
                  </a:cubicBezTo>
                  <a:cubicBezTo>
                    <a:pt x="0" y="4930"/>
                    <a:pt x="1422" y="6350"/>
                    <a:pt x="3176" y="6350"/>
                  </a:cubicBezTo>
                  <a:cubicBezTo>
                    <a:pt x="4930" y="6350"/>
                    <a:pt x="6351" y="4930"/>
                    <a:pt x="6351" y="3176"/>
                  </a:cubicBezTo>
                  <a:cubicBezTo>
                    <a:pt x="6351" y="1422"/>
                    <a:pt x="4930" y="0"/>
                    <a:pt x="31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1413;p43">
              <a:extLst>
                <a:ext uri="{FF2B5EF4-FFF2-40B4-BE49-F238E27FC236}">
                  <a16:creationId xmlns:a16="http://schemas.microsoft.com/office/drawing/2014/main" id="{8533BFBC-8B55-C255-6972-CD94AF7DA882}"/>
                </a:ext>
              </a:extLst>
            </p:cNvPr>
            <p:cNvSpPr/>
            <p:nvPr/>
          </p:nvSpPr>
          <p:spPr>
            <a:xfrm>
              <a:off x="4617666" y="3214930"/>
              <a:ext cx="324079" cy="323588"/>
            </a:xfrm>
            <a:custGeom>
              <a:avLst/>
              <a:gdLst/>
              <a:ahLst/>
              <a:cxnLst/>
              <a:rect l="l" t="t" r="r" b="b"/>
              <a:pathLst>
                <a:path w="6592" h="6582" extrusionOk="0">
                  <a:moveTo>
                    <a:pt x="3302" y="230"/>
                  </a:moveTo>
                  <a:cubicBezTo>
                    <a:pt x="3303" y="230"/>
                    <a:pt x="3305" y="230"/>
                    <a:pt x="3307" y="230"/>
                  </a:cubicBezTo>
                  <a:cubicBezTo>
                    <a:pt x="3840" y="231"/>
                    <a:pt x="4366" y="371"/>
                    <a:pt x="4829" y="638"/>
                  </a:cubicBezTo>
                  <a:cubicBezTo>
                    <a:pt x="5785" y="1186"/>
                    <a:pt x="6373" y="2206"/>
                    <a:pt x="6371" y="3308"/>
                  </a:cubicBezTo>
                  <a:cubicBezTo>
                    <a:pt x="6368" y="5002"/>
                    <a:pt x="4994" y="6372"/>
                    <a:pt x="3301" y="6372"/>
                  </a:cubicBezTo>
                  <a:cubicBezTo>
                    <a:pt x="3299" y="6372"/>
                    <a:pt x="3297" y="6372"/>
                    <a:pt x="3295" y="6372"/>
                  </a:cubicBezTo>
                  <a:cubicBezTo>
                    <a:pt x="1599" y="6369"/>
                    <a:pt x="226" y="4992"/>
                    <a:pt x="229" y="3296"/>
                  </a:cubicBezTo>
                  <a:cubicBezTo>
                    <a:pt x="232" y="1602"/>
                    <a:pt x="1608" y="230"/>
                    <a:pt x="3302" y="230"/>
                  </a:cubicBezTo>
                  <a:close/>
                  <a:moveTo>
                    <a:pt x="3297" y="1"/>
                  </a:moveTo>
                  <a:cubicBezTo>
                    <a:pt x="3294" y="1"/>
                    <a:pt x="3290" y="1"/>
                    <a:pt x="3286" y="1"/>
                  </a:cubicBezTo>
                  <a:cubicBezTo>
                    <a:pt x="1470" y="5"/>
                    <a:pt x="0" y="1484"/>
                    <a:pt x="6" y="3300"/>
                  </a:cubicBezTo>
                  <a:cubicBezTo>
                    <a:pt x="12" y="5115"/>
                    <a:pt x="1485" y="6582"/>
                    <a:pt x="3299" y="6582"/>
                  </a:cubicBezTo>
                  <a:cubicBezTo>
                    <a:pt x="3302" y="6582"/>
                    <a:pt x="3304" y="6582"/>
                    <a:pt x="3307" y="6582"/>
                  </a:cubicBezTo>
                  <a:cubicBezTo>
                    <a:pt x="3594" y="6580"/>
                    <a:pt x="3882" y="6542"/>
                    <a:pt x="4159" y="6466"/>
                  </a:cubicBezTo>
                  <a:cubicBezTo>
                    <a:pt x="5596" y="6075"/>
                    <a:pt x="6592" y="4770"/>
                    <a:pt x="6587" y="3281"/>
                  </a:cubicBezTo>
                  <a:cubicBezTo>
                    <a:pt x="6581" y="1468"/>
                    <a:pt x="5110" y="1"/>
                    <a:pt x="329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1414;p43">
              <a:extLst>
                <a:ext uri="{FF2B5EF4-FFF2-40B4-BE49-F238E27FC236}">
                  <a16:creationId xmlns:a16="http://schemas.microsoft.com/office/drawing/2014/main" id="{B7E4FB80-0912-6034-5869-54DC0D00D7C5}"/>
                </a:ext>
              </a:extLst>
            </p:cNvPr>
            <p:cNvSpPr/>
            <p:nvPr/>
          </p:nvSpPr>
          <p:spPr>
            <a:xfrm>
              <a:off x="3492927" y="2519526"/>
              <a:ext cx="645553" cy="645602"/>
            </a:xfrm>
            <a:custGeom>
              <a:avLst/>
              <a:gdLst/>
              <a:ahLst/>
              <a:cxnLst/>
              <a:rect l="l" t="t" r="r" b="b"/>
              <a:pathLst>
                <a:path w="13131" h="13132" extrusionOk="0">
                  <a:moveTo>
                    <a:pt x="6565" y="1"/>
                  </a:moveTo>
                  <a:cubicBezTo>
                    <a:pt x="2940" y="1"/>
                    <a:pt x="1" y="2940"/>
                    <a:pt x="1" y="6565"/>
                  </a:cubicBezTo>
                  <a:cubicBezTo>
                    <a:pt x="1" y="10192"/>
                    <a:pt x="2940" y="13132"/>
                    <a:pt x="6565" y="13132"/>
                  </a:cubicBezTo>
                  <a:cubicBezTo>
                    <a:pt x="10191" y="13132"/>
                    <a:pt x="13130" y="10192"/>
                    <a:pt x="13130" y="6565"/>
                  </a:cubicBezTo>
                  <a:cubicBezTo>
                    <a:pt x="13130" y="2940"/>
                    <a:pt x="10191" y="1"/>
                    <a:pt x="65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1415;p43">
              <a:extLst>
                <a:ext uri="{FF2B5EF4-FFF2-40B4-BE49-F238E27FC236}">
                  <a16:creationId xmlns:a16="http://schemas.microsoft.com/office/drawing/2014/main" id="{2C6F7D4F-827F-404F-273B-5929AE577428}"/>
                </a:ext>
              </a:extLst>
            </p:cNvPr>
            <p:cNvSpPr/>
            <p:nvPr/>
          </p:nvSpPr>
          <p:spPr>
            <a:xfrm>
              <a:off x="3456055" y="2502615"/>
              <a:ext cx="704794" cy="657401"/>
            </a:xfrm>
            <a:custGeom>
              <a:avLst/>
              <a:gdLst/>
              <a:ahLst/>
              <a:cxnLst/>
              <a:rect l="l" t="t" r="r" b="b"/>
              <a:pathLst>
                <a:path w="14336" h="13372" extrusionOk="0">
                  <a:moveTo>
                    <a:pt x="7193" y="237"/>
                  </a:moveTo>
                  <a:cubicBezTo>
                    <a:pt x="8318" y="240"/>
                    <a:pt x="9421" y="540"/>
                    <a:pt x="10393" y="1104"/>
                  </a:cubicBezTo>
                  <a:cubicBezTo>
                    <a:pt x="11878" y="1959"/>
                    <a:pt x="12961" y="3369"/>
                    <a:pt x="13408" y="5023"/>
                  </a:cubicBezTo>
                  <a:cubicBezTo>
                    <a:pt x="14336" y="8468"/>
                    <a:pt x="12294" y="12015"/>
                    <a:pt x="8849" y="12943"/>
                  </a:cubicBezTo>
                  <a:cubicBezTo>
                    <a:pt x="8286" y="13094"/>
                    <a:pt x="7721" y="13166"/>
                    <a:pt x="7165" y="13166"/>
                  </a:cubicBezTo>
                  <a:cubicBezTo>
                    <a:pt x="4315" y="13166"/>
                    <a:pt x="1706" y="11266"/>
                    <a:pt x="929" y="8383"/>
                  </a:cubicBezTo>
                  <a:cubicBezTo>
                    <a:pt x="0" y="4938"/>
                    <a:pt x="2042" y="1391"/>
                    <a:pt x="5489" y="464"/>
                  </a:cubicBezTo>
                  <a:cubicBezTo>
                    <a:pt x="6044" y="313"/>
                    <a:pt x="6617" y="237"/>
                    <a:pt x="7193" y="237"/>
                  </a:cubicBezTo>
                  <a:close/>
                  <a:moveTo>
                    <a:pt x="7171" y="1"/>
                  </a:moveTo>
                  <a:cubicBezTo>
                    <a:pt x="3480" y="1"/>
                    <a:pt x="486" y="2995"/>
                    <a:pt x="487" y="6686"/>
                  </a:cubicBezTo>
                  <a:cubicBezTo>
                    <a:pt x="487" y="10379"/>
                    <a:pt x="3480" y="13371"/>
                    <a:pt x="7173" y="13371"/>
                  </a:cubicBezTo>
                  <a:cubicBezTo>
                    <a:pt x="7178" y="13371"/>
                    <a:pt x="7183" y="13371"/>
                    <a:pt x="7189" y="13371"/>
                  </a:cubicBezTo>
                  <a:cubicBezTo>
                    <a:pt x="7776" y="13371"/>
                    <a:pt x="8362" y="13293"/>
                    <a:pt x="8928" y="13138"/>
                  </a:cubicBezTo>
                  <a:cubicBezTo>
                    <a:pt x="11837" y="12346"/>
                    <a:pt x="13858" y="9703"/>
                    <a:pt x="13858" y="6686"/>
                  </a:cubicBezTo>
                  <a:cubicBezTo>
                    <a:pt x="13858" y="2994"/>
                    <a:pt x="10864" y="1"/>
                    <a:pt x="71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1416;p43">
              <a:extLst>
                <a:ext uri="{FF2B5EF4-FFF2-40B4-BE49-F238E27FC236}">
                  <a16:creationId xmlns:a16="http://schemas.microsoft.com/office/drawing/2014/main" id="{069A6685-DBF8-3E60-16A2-58A9AD6D1969}"/>
                </a:ext>
              </a:extLst>
            </p:cNvPr>
            <p:cNvSpPr/>
            <p:nvPr/>
          </p:nvSpPr>
          <p:spPr>
            <a:xfrm>
              <a:off x="3582845" y="2625767"/>
              <a:ext cx="452787" cy="412424"/>
            </a:xfrm>
            <a:custGeom>
              <a:avLst/>
              <a:gdLst/>
              <a:ahLst/>
              <a:cxnLst/>
              <a:rect l="l" t="t" r="r" b="b"/>
              <a:pathLst>
                <a:path w="9210" h="8389" extrusionOk="0">
                  <a:moveTo>
                    <a:pt x="4605" y="0"/>
                  </a:moveTo>
                  <a:cubicBezTo>
                    <a:pt x="3532" y="0"/>
                    <a:pt x="2458" y="410"/>
                    <a:pt x="1639" y="1229"/>
                  </a:cubicBezTo>
                  <a:cubicBezTo>
                    <a:pt x="0" y="2866"/>
                    <a:pt x="0" y="5523"/>
                    <a:pt x="1639" y="7160"/>
                  </a:cubicBezTo>
                  <a:cubicBezTo>
                    <a:pt x="2458" y="7979"/>
                    <a:pt x="3532" y="8389"/>
                    <a:pt x="4605" y="8389"/>
                  </a:cubicBezTo>
                  <a:cubicBezTo>
                    <a:pt x="5679" y="8389"/>
                    <a:pt x="6752" y="7979"/>
                    <a:pt x="7571" y="7160"/>
                  </a:cubicBezTo>
                  <a:cubicBezTo>
                    <a:pt x="9209" y="5523"/>
                    <a:pt x="9209" y="2866"/>
                    <a:pt x="7571" y="1229"/>
                  </a:cubicBezTo>
                  <a:cubicBezTo>
                    <a:pt x="6752" y="410"/>
                    <a:pt x="5679" y="0"/>
                    <a:pt x="46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1417;p43">
              <a:extLst>
                <a:ext uri="{FF2B5EF4-FFF2-40B4-BE49-F238E27FC236}">
                  <a16:creationId xmlns:a16="http://schemas.microsoft.com/office/drawing/2014/main" id="{80524015-D382-662F-61E8-91C6FCFC49B8}"/>
                </a:ext>
              </a:extLst>
            </p:cNvPr>
            <p:cNvSpPr/>
            <p:nvPr/>
          </p:nvSpPr>
          <p:spPr>
            <a:xfrm>
              <a:off x="3597446" y="2620408"/>
              <a:ext cx="453622" cy="423142"/>
            </a:xfrm>
            <a:custGeom>
              <a:avLst/>
              <a:gdLst/>
              <a:ahLst/>
              <a:cxnLst/>
              <a:rect l="l" t="t" r="r" b="b"/>
              <a:pathLst>
                <a:path w="9227" h="8607" extrusionOk="0">
                  <a:moveTo>
                    <a:pt x="4307" y="213"/>
                  </a:moveTo>
                  <a:cubicBezTo>
                    <a:pt x="4309" y="213"/>
                    <a:pt x="4311" y="213"/>
                    <a:pt x="4313" y="213"/>
                  </a:cubicBezTo>
                  <a:cubicBezTo>
                    <a:pt x="5025" y="213"/>
                    <a:pt x="5724" y="399"/>
                    <a:pt x="6341" y="755"/>
                  </a:cubicBezTo>
                  <a:cubicBezTo>
                    <a:pt x="7614" y="1485"/>
                    <a:pt x="8399" y="2840"/>
                    <a:pt x="8396" y="4306"/>
                  </a:cubicBezTo>
                  <a:cubicBezTo>
                    <a:pt x="8393" y="6562"/>
                    <a:pt x="6563" y="8389"/>
                    <a:pt x="4308" y="8389"/>
                  </a:cubicBezTo>
                  <a:cubicBezTo>
                    <a:pt x="4306" y="8389"/>
                    <a:pt x="4304" y="8389"/>
                    <a:pt x="4302" y="8389"/>
                  </a:cubicBezTo>
                  <a:cubicBezTo>
                    <a:pt x="2045" y="8386"/>
                    <a:pt x="217" y="6553"/>
                    <a:pt x="220" y="4296"/>
                  </a:cubicBezTo>
                  <a:cubicBezTo>
                    <a:pt x="223" y="2039"/>
                    <a:pt x="2053" y="213"/>
                    <a:pt x="4307" y="213"/>
                  </a:cubicBezTo>
                  <a:close/>
                  <a:moveTo>
                    <a:pt x="4306" y="0"/>
                  </a:moveTo>
                  <a:cubicBezTo>
                    <a:pt x="1935" y="0"/>
                    <a:pt x="10" y="1922"/>
                    <a:pt x="5" y="4295"/>
                  </a:cubicBezTo>
                  <a:cubicBezTo>
                    <a:pt x="1" y="6672"/>
                    <a:pt x="1925" y="8602"/>
                    <a:pt x="4301" y="8607"/>
                  </a:cubicBezTo>
                  <a:cubicBezTo>
                    <a:pt x="4306" y="8607"/>
                    <a:pt x="4312" y="8607"/>
                    <a:pt x="4317" y="8607"/>
                  </a:cubicBezTo>
                  <a:cubicBezTo>
                    <a:pt x="4693" y="8607"/>
                    <a:pt x="5067" y="8556"/>
                    <a:pt x="5431" y="8459"/>
                  </a:cubicBezTo>
                  <a:cubicBezTo>
                    <a:pt x="6536" y="8161"/>
                    <a:pt x="7477" y="7435"/>
                    <a:pt x="8046" y="6442"/>
                  </a:cubicBezTo>
                  <a:cubicBezTo>
                    <a:pt x="9226" y="4379"/>
                    <a:pt x="8512" y="1750"/>
                    <a:pt x="6448" y="569"/>
                  </a:cubicBezTo>
                  <a:cubicBezTo>
                    <a:pt x="5799" y="197"/>
                    <a:pt x="5065" y="2"/>
                    <a:pt x="4317" y="0"/>
                  </a:cubicBezTo>
                  <a:cubicBezTo>
                    <a:pt x="4314" y="0"/>
                    <a:pt x="4310" y="0"/>
                    <a:pt x="43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1418;p43">
              <a:extLst>
                <a:ext uri="{FF2B5EF4-FFF2-40B4-BE49-F238E27FC236}">
                  <a16:creationId xmlns:a16="http://schemas.microsoft.com/office/drawing/2014/main" id="{21402478-2EC6-FE6B-E496-30A757EBF18C}"/>
                </a:ext>
              </a:extLst>
            </p:cNvPr>
            <p:cNvSpPr/>
            <p:nvPr/>
          </p:nvSpPr>
          <p:spPr>
            <a:xfrm>
              <a:off x="3627976" y="2724927"/>
              <a:ext cx="183966" cy="111697"/>
            </a:xfrm>
            <a:custGeom>
              <a:avLst/>
              <a:gdLst/>
              <a:ahLst/>
              <a:cxnLst/>
              <a:rect l="l" t="t" r="r" b="b"/>
              <a:pathLst>
                <a:path w="3742" h="2272" extrusionOk="0">
                  <a:moveTo>
                    <a:pt x="107" y="1"/>
                  </a:moveTo>
                  <a:lnTo>
                    <a:pt x="1" y="185"/>
                  </a:lnTo>
                  <a:lnTo>
                    <a:pt x="3635" y="2271"/>
                  </a:lnTo>
                  <a:lnTo>
                    <a:pt x="3741" y="2087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1419;p43">
              <a:extLst>
                <a:ext uri="{FF2B5EF4-FFF2-40B4-BE49-F238E27FC236}">
                  <a16:creationId xmlns:a16="http://schemas.microsoft.com/office/drawing/2014/main" id="{587B0450-EA0B-5ECB-674B-C34CB90C7B14}"/>
                </a:ext>
              </a:extLst>
            </p:cNvPr>
            <p:cNvSpPr/>
            <p:nvPr/>
          </p:nvSpPr>
          <p:spPr>
            <a:xfrm>
              <a:off x="3606541" y="2784611"/>
              <a:ext cx="203828" cy="52653"/>
            </a:xfrm>
            <a:custGeom>
              <a:avLst/>
              <a:gdLst/>
              <a:ahLst/>
              <a:cxnLst/>
              <a:rect l="l" t="t" r="r" b="b"/>
              <a:pathLst>
                <a:path w="4146" h="1071" extrusionOk="0">
                  <a:moveTo>
                    <a:pt x="45" y="0"/>
                  </a:moveTo>
                  <a:lnTo>
                    <a:pt x="1" y="210"/>
                  </a:lnTo>
                  <a:lnTo>
                    <a:pt x="4103" y="1071"/>
                  </a:lnTo>
                  <a:lnTo>
                    <a:pt x="4146" y="861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1420;p43">
              <a:extLst>
                <a:ext uri="{FF2B5EF4-FFF2-40B4-BE49-F238E27FC236}">
                  <a16:creationId xmlns:a16="http://schemas.microsoft.com/office/drawing/2014/main" id="{229627E8-F63B-FC06-8FB2-9E820B0D37BD}"/>
                </a:ext>
              </a:extLst>
            </p:cNvPr>
            <p:cNvSpPr/>
            <p:nvPr/>
          </p:nvSpPr>
          <p:spPr>
            <a:xfrm>
              <a:off x="3603887" y="2826448"/>
              <a:ext cx="205893" cy="32644"/>
            </a:xfrm>
            <a:custGeom>
              <a:avLst/>
              <a:gdLst/>
              <a:ahLst/>
              <a:cxnLst/>
              <a:rect l="l" t="t" r="r" b="b"/>
              <a:pathLst>
                <a:path w="4188" h="664" extrusionOk="0">
                  <a:moveTo>
                    <a:pt x="4166" y="1"/>
                  </a:moveTo>
                  <a:lnTo>
                    <a:pt x="1" y="452"/>
                  </a:lnTo>
                  <a:lnTo>
                    <a:pt x="25" y="663"/>
                  </a:lnTo>
                  <a:lnTo>
                    <a:pt x="4188" y="214"/>
                  </a:lnTo>
                  <a:lnTo>
                    <a:pt x="416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1421;p43">
              <a:extLst>
                <a:ext uri="{FF2B5EF4-FFF2-40B4-BE49-F238E27FC236}">
                  <a16:creationId xmlns:a16="http://schemas.microsoft.com/office/drawing/2014/main" id="{94C40A92-06F8-3120-D7DB-D29B4251642A}"/>
                </a:ext>
              </a:extLst>
            </p:cNvPr>
            <p:cNvSpPr/>
            <p:nvPr/>
          </p:nvSpPr>
          <p:spPr>
            <a:xfrm>
              <a:off x="3618979" y="2827038"/>
              <a:ext cx="192275" cy="93999"/>
            </a:xfrm>
            <a:custGeom>
              <a:avLst/>
              <a:gdLst/>
              <a:ahLst/>
              <a:cxnLst/>
              <a:rect l="l" t="t" r="r" b="b"/>
              <a:pathLst>
                <a:path w="3911" h="1912" extrusionOk="0">
                  <a:moveTo>
                    <a:pt x="3823" y="1"/>
                  </a:moveTo>
                  <a:lnTo>
                    <a:pt x="1" y="1716"/>
                  </a:lnTo>
                  <a:lnTo>
                    <a:pt x="87" y="1911"/>
                  </a:lnTo>
                  <a:lnTo>
                    <a:pt x="3911" y="196"/>
                  </a:lnTo>
                  <a:lnTo>
                    <a:pt x="382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1422;p43">
              <a:extLst>
                <a:ext uri="{FF2B5EF4-FFF2-40B4-BE49-F238E27FC236}">
                  <a16:creationId xmlns:a16="http://schemas.microsoft.com/office/drawing/2014/main" id="{5D92EF83-DBA4-8BAB-2797-CA9A2BCC6D02}"/>
                </a:ext>
              </a:extLst>
            </p:cNvPr>
            <p:cNvSpPr/>
            <p:nvPr/>
          </p:nvSpPr>
          <p:spPr>
            <a:xfrm>
              <a:off x="3652803" y="2828218"/>
              <a:ext cx="159827" cy="145865"/>
            </a:xfrm>
            <a:custGeom>
              <a:avLst/>
              <a:gdLst/>
              <a:ahLst/>
              <a:cxnLst/>
              <a:rect l="l" t="t" r="r" b="b"/>
              <a:pathLst>
                <a:path w="3251" h="2967" extrusionOk="0">
                  <a:moveTo>
                    <a:pt x="3108" y="1"/>
                  </a:moveTo>
                  <a:lnTo>
                    <a:pt x="1" y="2809"/>
                  </a:lnTo>
                  <a:lnTo>
                    <a:pt x="144" y="2967"/>
                  </a:lnTo>
                  <a:lnTo>
                    <a:pt x="3251" y="158"/>
                  </a:lnTo>
                  <a:lnTo>
                    <a:pt x="3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1423;p43">
              <a:extLst>
                <a:ext uri="{FF2B5EF4-FFF2-40B4-BE49-F238E27FC236}">
                  <a16:creationId xmlns:a16="http://schemas.microsoft.com/office/drawing/2014/main" id="{0AC09E1A-58F7-C0A4-92AF-90E0501AD994}"/>
                </a:ext>
              </a:extLst>
            </p:cNvPr>
            <p:cNvSpPr/>
            <p:nvPr/>
          </p:nvSpPr>
          <p:spPr>
            <a:xfrm>
              <a:off x="3702064" y="2829152"/>
              <a:ext cx="111746" cy="183868"/>
            </a:xfrm>
            <a:custGeom>
              <a:avLst/>
              <a:gdLst/>
              <a:ahLst/>
              <a:cxnLst/>
              <a:rect l="l" t="t" r="r" b="b"/>
              <a:pathLst>
                <a:path w="2273" h="3740" extrusionOk="0">
                  <a:moveTo>
                    <a:pt x="2087" y="1"/>
                  </a:moveTo>
                  <a:lnTo>
                    <a:pt x="1" y="3634"/>
                  </a:lnTo>
                  <a:lnTo>
                    <a:pt x="185" y="3740"/>
                  </a:lnTo>
                  <a:lnTo>
                    <a:pt x="2273" y="107"/>
                  </a:lnTo>
                  <a:lnTo>
                    <a:pt x="208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1424;p43">
              <a:extLst>
                <a:ext uri="{FF2B5EF4-FFF2-40B4-BE49-F238E27FC236}">
                  <a16:creationId xmlns:a16="http://schemas.microsoft.com/office/drawing/2014/main" id="{EF2DC140-7470-3A8F-1345-F50E6AC0D8FD}"/>
                </a:ext>
              </a:extLst>
            </p:cNvPr>
            <p:cNvSpPr/>
            <p:nvPr/>
          </p:nvSpPr>
          <p:spPr>
            <a:xfrm>
              <a:off x="3761895" y="2830922"/>
              <a:ext cx="52604" cy="203828"/>
            </a:xfrm>
            <a:custGeom>
              <a:avLst/>
              <a:gdLst/>
              <a:ahLst/>
              <a:cxnLst/>
              <a:rect l="l" t="t" r="r" b="b"/>
              <a:pathLst>
                <a:path w="1070" h="4146" extrusionOk="0">
                  <a:moveTo>
                    <a:pt x="861" y="1"/>
                  </a:moveTo>
                  <a:lnTo>
                    <a:pt x="0" y="4101"/>
                  </a:lnTo>
                  <a:lnTo>
                    <a:pt x="210" y="4146"/>
                  </a:lnTo>
                  <a:lnTo>
                    <a:pt x="1069" y="44"/>
                  </a:lnTo>
                  <a:lnTo>
                    <a:pt x="86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1425;p43">
              <a:extLst>
                <a:ext uri="{FF2B5EF4-FFF2-40B4-BE49-F238E27FC236}">
                  <a16:creationId xmlns:a16="http://schemas.microsoft.com/office/drawing/2014/main" id="{B3EC12CD-83F5-9698-A508-7850477D3298}"/>
                </a:ext>
              </a:extLst>
            </p:cNvPr>
            <p:cNvSpPr/>
            <p:nvPr/>
          </p:nvSpPr>
          <p:spPr>
            <a:xfrm>
              <a:off x="3803830" y="2831512"/>
              <a:ext cx="32546" cy="205942"/>
            </a:xfrm>
            <a:custGeom>
              <a:avLst/>
              <a:gdLst/>
              <a:ahLst/>
              <a:cxnLst/>
              <a:rect l="l" t="t" r="r" b="b"/>
              <a:pathLst>
                <a:path w="662" h="4189" extrusionOk="0">
                  <a:moveTo>
                    <a:pt x="213" y="1"/>
                  </a:moveTo>
                  <a:lnTo>
                    <a:pt x="0" y="23"/>
                  </a:lnTo>
                  <a:lnTo>
                    <a:pt x="450" y="4189"/>
                  </a:lnTo>
                  <a:lnTo>
                    <a:pt x="661" y="41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1426;p43">
              <a:extLst>
                <a:ext uri="{FF2B5EF4-FFF2-40B4-BE49-F238E27FC236}">
                  <a16:creationId xmlns:a16="http://schemas.microsoft.com/office/drawing/2014/main" id="{9CEF2144-7649-6090-CD49-119218F85436}"/>
                </a:ext>
              </a:extLst>
            </p:cNvPr>
            <p:cNvSpPr/>
            <p:nvPr/>
          </p:nvSpPr>
          <p:spPr>
            <a:xfrm>
              <a:off x="3804273" y="2829840"/>
              <a:ext cx="93851" cy="192275"/>
            </a:xfrm>
            <a:custGeom>
              <a:avLst/>
              <a:gdLst/>
              <a:ahLst/>
              <a:cxnLst/>
              <a:rect l="l" t="t" r="r" b="b"/>
              <a:pathLst>
                <a:path w="1909" h="3911" extrusionOk="0">
                  <a:moveTo>
                    <a:pt x="195" y="0"/>
                  </a:moveTo>
                  <a:lnTo>
                    <a:pt x="0" y="87"/>
                  </a:lnTo>
                  <a:lnTo>
                    <a:pt x="1715" y="3910"/>
                  </a:lnTo>
                  <a:lnTo>
                    <a:pt x="1909" y="3824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1427;p43">
              <a:extLst>
                <a:ext uri="{FF2B5EF4-FFF2-40B4-BE49-F238E27FC236}">
                  <a16:creationId xmlns:a16="http://schemas.microsoft.com/office/drawing/2014/main" id="{3C8A816A-499B-E579-AF38-D107ADFD9CD3}"/>
                </a:ext>
              </a:extLst>
            </p:cNvPr>
            <p:cNvSpPr/>
            <p:nvPr/>
          </p:nvSpPr>
          <p:spPr>
            <a:xfrm>
              <a:off x="3805207" y="2828464"/>
              <a:ext cx="146062" cy="159827"/>
            </a:xfrm>
            <a:custGeom>
              <a:avLst/>
              <a:gdLst/>
              <a:ahLst/>
              <a:cxnLst/>
              <a:rect l="l" t="t" r="r" b="b"/>
              <a:pathLst>
                <a:path w="2971" h="3251" extrusionOk="0">
                  <a:moveTo>
                    <a:pt x="158" y="0"/>
                  </a:moveTo>
                  <a:lnTo>
                    <a:pt x="1" y="143"/>
                  </a:lnTo>
                  <a:lnTo>
                    <a:pt x="2812" y="3250"/>
                  </a:lnTo>
                  <a:lnTo>
                    <a:pt x="2971" y="3107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1428;p43">
              <a:extLst>
                <a:ext uri="{FF2B5EF4-FFF2-40B4-BE49-F238E27FC236}">
                  <a16:creationId xmlns:a16="http://schemas.microsoft.com/office/drawing/2014/main" id="{3D30C462-6574-3A0A-2416-17B8A239C750}"/>
                </a:ext>
              </a:extLst>
            </p:cNvPr>
            <p:cNvSpPr/>
            <p:nvPr/>
          </p:nvSpPr>
          <p:spPr>
            <a:xfrm>
              <a:off x="3806534" y="2827431"/>
              <a:ext cx="183917" cy="111648"/>
            </a:xfrm>
            <a:custGeom>
              <a:avLst/>
              <a:gdLst/>
              <a:ahLst/>
              <a:cxnLst/>
              <a:rect l="l" t="t" r="r" b="b"/>
              <a:pathLst>
                <a:path w="3741" h="2271" extrusionOk="0">
                  <a:moveTo>
                    <a:pt x="108" y="0"/>
                  </a:moveTo>
                  <a:lnTo>
                    <a:pt x="0" y="186"/>
                  </a:lnTo>
                  <a:lnTo>
                    <a:pt x="3635" y="2271"/>
                  </a:lnTo>
                  <a:lnTo>
                    <a:pt x="3741" y="2086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1429;p43">
              <a:extLst>
                <a:ext uri="{FF2B5EF4-FFF2-40B4-BE49-F238E27FC236}">
                  <a16:creationId xmlns:a16="http://schemas.microsoft.com/office/drawing/2014/main" id="{203F6CE5-EC6C-8C5B-3675-2D50551AE373}"/>
                </a:ext>
              </a:extLst>
            </p:cNvPr>
            <p:cNvSpPr/>
            <p:nvPr/>
          </p:nvSpPr>
          <p:spPr>
            <a:xfrm>
              <a:off x="3808206" y="2826890"/>
              <a:ext cx="203828" cy="52604"/>
            </a:xfrm>
            <a:custGeom>
              <a:avLst/>
              <a:gdLst/>
              <a:ahLst/>
              <a:cxnLst/>
              <a:rect l="l" t="t" r="r" b="b"/>
              <a:pathLst>
                <a:path w="4146" h="1070" extrusionOk="0">
                  <a:moveTo>
                    <a:pt x="44" y="1"/>
                  </a:moveTo>
                  <a:lnTo>
                    <a:pt x="1" y="209"/>
                  </a:lnTo>
                  <a:lnTo>
                    <a:pt x="4101" y="1070"/>
                  </a:lnTo>
                  <a:lnTo>
                    <a:pt x="4146" y="860"/>
                  </a:lnTo>
                  <a:lnTo>
                    <a:pt x="4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1430;p43">
              <a:extLst>
                <a:ext uri="{FF2B5EF4-FFF2-40B4-BE49-F238E27FC236}">
                  <a16:creationId xmlns:a16="http://schemas.microsoft.com/office/drawing/2014/main" id="{17AA61EE-2B51-C258-F00A-D3144BDC4B27}"/>
                </a:ext>
              </a:extLst>
            </p:cNvPr>
            <p:cNvSpPr/>
            <p:nvPr/>
          </p:nvSpPr>
          <p:spPr>
            <a:xfrm>
              <a:off x="3808648" y="2804423"/>
              <a:ext cx="205942" cy="32644"/>
            </a:xfrm>
            <a:custGeom>
              <a:avLst/>
              <a:gdLst/>
              <a:ahLst/>
              <a:cxnLst/>
              <a:rect l="l" t="t" r="r" b="b"/>
              <a:pathLst>
                <a:path w="4189" h="664" extrusionOk="0">
                  <a:moveTo>
                    <a:pt x="4165" y="1"/>
                  </a:moveTo>
                  <a:lnTo>
                    <a:pt x="1" y="450"/>
                  </a:lnTo>
                  <a:lnTo>
                    <a:pt x="24" y="663"/>
                  </a:lnTo>
                  <a:lnTo>
                    <a:pt x="4189" y="212"/>
                  </a:lnTo>
                  <a:lnTo>
                    <a:pt x="416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1431;p43">
              <a:extLst>
                <a:ext uri="{FF2B5EF4-FFF2-40B4-BE49-F238E27FC236}">
                  <a16:creationId xmlns:a16="http://schemas.microsoft.com/office/drawing/2014/main" id="{72C81EE7-B035-C4F6-AA9E-01CBB813B0A4}"/>
                </a:ext>
              </a:extLst>
            </p:cNvPr>
            <p:cNvSpPr/>
            <p:nvPr/>
          </p:nvSpPr>
          <p:spPr>
            <a:xfrm>
              <a:off x="3806977" y="2742872"/>
              <a:ext cx="192275" cy="93900"/>
            </a:xfrm>
            <a:custGeom>
              <a:avLst/>
              <a:gdLst/>
              <a:ahLst/>
              <a:cxnLst/>
              <a:rect l="l" t="t" r="r" b="b"/>
              <a:pathLst>
                <a:path w="3911" h="1910" extrusionOk="0">
                  <a:moveTo>
                    <a:pt x="3822" y="0"/>
                  </a:moveTo>
                  <a:lnTo>
                    <a:pt x="0" y="1716"/>
                  </a:lnTo>
                  <a:lnTo>
                    <a:pt x="87" y="1909"/>
                  </a:lnTo>
                  <a:lnTo>
                    <a:pt x="3910" y="194"/>
                  </a:lnTo>
                  <a:lnTo>
                    <a:pt x="382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1432;p43">
              <a:extLst>
                <a:ext uri="{FF2B5EF4-FFF2-40B4-BE49-F238E27FC236}">
                  <a16:creationId xmlns:a16="http://schemas.microsoft.com/office/drawing/2014/main" id="{9EEB6777-5F33-28F4-CE30-D498E21422D2}"/>
                </a:ext>
              </a:extLst>
            </p:cNvPr>
            <p:cNvSpPr/>
            <p:nvPr/>
          </p:nvSpPr>
          <p:spPr>
            <a:xfrm>
              <a:off x="3805551" y="2689924"/>
              <a:ext cx="159876" cy="145865"/>
            </a:xfrm>
            <a:custGeom>
              <a:avLst/>
              <a:gdLst/>
              <a:ahLst/>
              <a:cxnLst/>
              <a:rect l="l" t="t" r="r" b="b"/>
              <a:pathLst>
                <a:path w="3252" h="2967" extrusionOk="0">
                  <a:moveTo>
                    <a:pt x="3108" y="1"/>
                  </a:moveTo>
                  <a:lnTo>
                    <a:pt x="1" y="2809"/>
                  </a:lnTo>
                  <a:lnTo>
                    <a:pt x="144" y="2967"/>
                  </a:lnTo>
                  <a:lnTo>
                    <a:pt x="3251" y="159"/>
                  </a:lnTo>
                  <a:lnTo>
                    <a:pt x="3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1433;p43">
              <a:extLst>
                <a:ext uri="{FF2B5EF4-FFF2-40B4-BE49-F238E27FC236}">
                  <a16:creationId xmlns:a16="http://schemas.microsoft.com/office/drawing/2014/main" id="{D937B8A8-EFB9-8F75-A063-3C967D45E56D}"/>
                </a:ext>
              </a:extLst>
            </p:cNvPr>
            <p:cNvSpPr/>
            <p:nvPr/>
          </p:nvSpPr>
          <p:spPr>
            <a:xfrm>
              <a:off x="3804470" y="2650692"/>
              <a:ext cx="111697" cy="183868"/>
            </a:xfrm>
            <a:custGeom>
              <a:avLst/>
              <a:gdLst/>
              <a:ahLst/>
              <a:cxnLst/>
              <a:rect l="l" t="t" r="r" b="b"/>
              <a:pathLst>
                <a:path w="2272" h="3740" extrusionOk="0">
                  <a:moveTo>
                    <a:pt x="2087" y="1"/>
                  </a:moveTo>
                  <a:lnTo>
                    <a:pt x="1" y="3632"/>
                  </a:lnTo>
                  <a:lnTo>
                    <a:pt x="185" y="3740"/>
                  </a:lnTo>
                  <a:lnTo>
                    <a:pt x="2271" y="107"/>
                  </a:lnTo>
                  <a:lnTo>
                    <a:pt x="208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1434;p43">
              <a:extLst>
                <a:ext uri="{FF2B5EF4-FFF2-40B4-BE49-F238E27FC236}">
                  <a16:creationId xmlns:a16="http://schemas.microsoft.com/office/drawing/2014/main" id="{FA629D47-88E6-A19F-15C7-7021D5797F82}"/>
                </a:ext>
              </a:extLst>
            </p:cNvPr>
            <p:cNvSpPr/>
            <p:nvPr/>
          </p:nvSpPr>
          <p:spPr>
            <a:xfrm>
              <a:off x="3804125" y="2629405"/>
              <a:ext cx="52604" cy="203828"/>
            </a:xfrm>
            <a:custGeom>
              <a:avLst/>
              <a:gdLst/>
              <a:ahLst/>
              <a:cxnLst/>
              <a:rect l="l" t="t" r="r" b="b"/>
              <a:pathLst>
                <a:path w="1070" h="4146" extrusionOk="0">
                  <a:moveTo>
                    <a:pt x="861" y="1"/>
                  </a:moveTo>
                  <a:lnTo>
                    <a:pt x="0" y="4101"/>
                  </a:lnTo>
                  <a:lnTo>
                    <a:pt x="209" y="4146"/>
                  </a:lnTo>
                  <a:lnTo>
                    <a:pt x="1069" y="44"/>
                  </a:lnTo>
                  <a:lnTo>
                    <a:pt x="86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1435;p43">
              <a:extLst>
                <a:ext uri="{FF2B5EF4-FFF2-40B4-BE49-F238E27FC236}">
                  <a16:creationId xmlns:a16="http://schemas.microsoft.com/office/drawing/2014/main" id="{2078CD13-9B71-21D3-6D97-B3A1135ABB6C}"/>
                </a:ext>
              </a:extLst>
            </p:cNvPr>
            <p:cNvSpPr/>
            <p:nvPr/>
          </p:nvSpPr>
          <p:spPr>
            <a:xfrm>
              <a:off x="3781806" y="2626701"/>
              <a:ext cx="32546" cy="205893"/>
            </a:xfrm>
            <a:custGeom>
              <a:avLst/>
              <a:gdLst/>
              <a:ahLst/>
              <a:cxnLst/>
              <a:rect l="l" t="t" r="r" b="b"/>
              <a:pathLst>
                <a:path w="662" h="4188" extrusionOk="0">
                  <a:moveTo>
                    <a:pt x="213" y="1"/>
                  </a:moveTo>
                  <a:lnTo>
                    <a:pt x="0" y="23"/>
                  </a:lnTo>
                  <a:lnTo>
                    <a:pt x="450" y="4187"/>
                  </a:lnTo>
                  <a:lnTo>
                    <a:pt x="661" y="4165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1436;p43">
              <a:extLst>
                <a:ext uri="{FF2B5EF4-FFF2-40B4-BE49-F238E27FC236}">
                  <a16:creationId xmlns:a16="http://schemas.microsoft.com/office/drawing/2014/main" id="{24F60746-08E1-4ADD-5FBB-07587262F727}"/>
                </a:ext>
              </a:extLst>
            </p:cNvPr>
            <p:cNvSpPr/>
            <p:nvPr/>
          </p:nvSpPr>
          <p:spPr>
            <a:xfrm>
              <a:off x="3720008" y="2641990"/>
              <a:ext cx="93900" cy="192225"/>
            </a:xfrm>
            <a:custGeom>
              <a:avLst/>
              <a:gdLst/>
              <a:ahLst/>
              <a:cxnLst/>
              <a:rect l="l" t="t" r="r" b="b"/>
              <a:pathLst>
                <a:path w="1910" h="3910" extrusionOk="0">
                  <a:moveTo>
                    <a:pt x="195" y="1"/>
                  </a:moveTo>
                  <a:lnTo>
                    <a:pt x="0" y="89"/>
                  </a:lnTo>
                  <a:lnTo>
                    <a:pt x="1714" y="3909"/>
                  </a:lnTo>
                  <a:lnTo>
                    <a:pt x="1909" y="3823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1437;p43">
              <a:extLst>
                <a:ext uri="{FF2B5EF4-FFF2-40B4-BE49-F238E27FC236}">
                  <a16:creationId xmlns:a16="http://schemas.microsoft.com/office/drawing/2014/main" id="{C51B3EA3-11EB-09CA-625C-3E737B825734}"/>
                </a:ext>
              </a:extLst>
            </p:cNvPr>
            <p:cNvSpPr/>
            <p:nvPr/>
          </p:nvSpPr>
          <p:spPr>
            <a:xfrm>
              <a:off x="3667060" y="2675814"/>
              <a:ext cx="146013" cy="159680"/>
            </a:xfrm>
            <a:custGeom>
              <a:avLst/>
              <a:gdLst/>
              <a:ahLst/>
              <a:cxnLst/>
              <a:rect l="l" t="t" r="r" b="b"/>
              <a:pathLst>
                <a:path w="2970" h="3248" extrusionOk="0">
                  <a:moveTo>
                    <a:pt x="159" y="1"/>
                  </a:moveTo>
                  <a:lnTo>
                    <a:pt x="1" y="144"/>
                  </a:lnTo>
                  <a:lnTo>
                    <a:pt x="2812" y="3248"/>
                  </a:lnTo>
                  <a:lnTo>
                    <a:pt x="2970" y="3105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1438;p43">
              <a:extLst>
                <a:ext uri="{FF2B5EF4-FFF2-40B4-BE49-F238E27FC236}">
                  <a16:creationId xmlns:a16="http://schemas.microsoft.com/office/drawing/2014/main" id="{DA0AA932-EFFF-AF44-2415-A38DC252A86A}"/>
                </a:ext>
              </a:extLst>
            </p:cNvPr>
            <p:cNvSpPr/>
            <p:nvPr/>
          </p:nvSpPr>
          <p:spPr>
            <a:xfrm>
              <a:off x="3688004" y="2710424"/>
              <a:ext cx="242420" cy="242420"/>
            </a:xfrm>
            <a:custGeom>
              <a:avLst/>
              <a:gdLst/>
              <a:ahLst/>
              <a:cxnLst/>
              <a:rect l="l" t="t" r="r" b="b"/>
              <a:pathLst>
                <a:path w="4931" h="4931" extrusionOk="0">
                  <a:moveTo>
                    <a:pt x="2466" y="1"/>
                  </a:moveTo>
                  <a:cubicBezTo>
                    <a:pt x="1104" y="1"/>
                    <a:pt x="1" y="1104"/>
                    <a:pt x="1" y="2467"/>
                  </a:cubicBezTo>
                  <a:cubicBezTo>
                    <a:pt x="1" y="3827"/>
                    <a:pt x="1104" y="4931"/>
                    <a:pt x="2466" y="4931"/>
                  </a:cubicBezTo>
                  <a:cubicBezTo>
                    <a:pt x="3827" y="4931"/>
                    <a:pt x="4931" y="3827"/>
                    <a:pt x="4931" y="2467"/>
                  </a:cubicBezTo>
                  <a:cubicBezTo>
                    <a:pt x="4931" y="1104"/>
                    <a:pt x="3827" y="1"/>
                    <a:pt x="246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1439;p43">
              <a:extLst>
                <a:ext uri="{FF2B5EF4-FFF2-40B4-BE49-F238E27FC236}">
                  <a16:creationId xmlns:a16="http://schemas.microsoft.com/office/drawing/2014/main" id="{42215A07-A9F1-81EE-A13E-D300562B56C7}"/>
                </a:ext>
              </a:extLst>
            </p:cNvPr>
            <p:cNvSpPr/>
            <p:nvPr/>
          </p:nvSpPr>
          <p:spPr>
            <a:xfrm>
              <a:off x="3682448" y="2705410"/>
              <a:ext cx="270984" cy="252941"/>
            </a:xfrm>
            <a:custGeom>
              <a:avLst/>
              <a:gdLst/>
              <a:ahLst/>
              <a:cxnLst/>
              <a:rect l="l" t="t" r="r" b="b"/>
              <a:pathLst>
                <a:path w="5512" h="5145" extrusionOk="0">
                  <a:moveTo>
                    <a:pt x="2568" y="213"/>
                  </a:moveTo>
                  <a:cubicBezTo>
                    <a:pt x="2570" y="213"/>
                    <a:pt x="2572" y="213"/>
                    <a:pt x="2573" y="213"/>
                  </a:cubicBezTo>
                  <a:lnTo>
                    <a:pt x="2582" y="217"/>
                  </a:lnTo>
                  <a:cubicBezTo>
                    <a:pt x="2989" y="217"/>
                    <a:pt x="3389" y="325"/>
                    <a:pt x="3742" y="527"/>
                  </a:cubicBezTo>
                  <a:cubicBezTo>
                    <a:pt x="4478" y="949"/>
                    <a:pt x="4930" y="1733"/>
                    <a:pt x="4927" y="2580"/>
                  </a:cubicBezTo>
                  <a:cubicBezTo>
                    <a:pt x="4925" y="3882"/>
                    <a:pt x="3867" y="4934"/>
                    <a:pt x="2568" y="4934"/>
                  </a:cubicBezTo>
                  <a:cubicBezTo>
                    <a:pt x="2566" y="4934"/>
                    <a:pt x="2563" y="4934"/>
                    <a:pt x="2560" y="4934"/>
                  </a:cubicBezTo>
                  <a:cubicBezTo>
                    <a:pt x="1256" y="4931"/>
                    <a:pt x="203" y="3871"/>
                    <a:pt x="206" y="2567"/>
                  </a:cubicBezTo>
                  <a:cubicBezTo>
                    <a:pt x="211" y="1265"/>
                    <a:pt x="1268" y="213"/>
                    <a:pt x="2568" y="213"/>
                  </a:cubicBezTo>
                  <a:close/>
                  <a:moveTo>
                    <a:pt x="2572" y="0"/>
                  </a:moveTo>
                  <a:cubicBezTo>
                    <a:pt x="1153" y="0"/>
                    <a:pt x="1" y="1153"/>
                    <a:pt x="2" y="2573"/>
                  </a:cubicBezTo>
                  <a:cubicBezTo>
                    <a:pt x="2" y="3993"/>
                    <a:pt x="1153" y="5144"/>
                    <a:pt x="2573" y="5144"/>
                  </a:cubicBezTo>
                  <a:cubicBezTo>
                    <a:pt x="3495" y="5143"/>
                    <a:pt x="4345" y="4652"/>
                    <a:pt x="4804" y="3852"/>
                  </a:cubicBezTo>
                  <a:cubicBezTo>
                    <a:pt x="5511" y="2621"/>
                    <a:pt x="5085" y="1048"/>
                    <a:pt x="3854" y="341"/>
                  </a:cubicBezTo>
                  <a:cubicBezTo>
                    <a:pt x="3464" y="118"/>
                    <a:pt x="3022" y="0"/>
                    <a:pt x="257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1440;p43">
              <a:extLst>
                <a:ext uri="{FF2B5EF4-FFF2-40B4-BE49-F238E27FC236}">
                  <a16:creationId xmlns:a16="http://schemas.microsoft.com/office/drawing/2014/main" id="{0E1147C3-ED8B-1E42-8EAC-B667D9217DD4}"/>
                </a:ext>
              </a:extLst>
            </p:cNvPr>
            <p:cNvSpPr/>
            <p:nvPr/>
          </p:nvSpPr>
          <p:spPr>
            <a:xfrm>
              <a:off x="3145692" y="1185207"/>
              <a:ext cx="1618135" cy="616596"/>
            </a:xfrm>
            <a:custGeom>
              <a:avLst/>
              <a:gdLst/>
              <a:ahLst/>
              <a:cxnLst/>
              <a:rect l="l" t="t" r="r" b="b"/>
              <a:pathLst>
                <a:path w="32914" h="12542" extrusionOk="0">
                  <a:moveTo>
                    <a:pt x="4478" y="0"/>
                  </a:moveTo>
                  <a:cubicBezTo>
                    <a:pt x="2260" y="0"/>
                    <a:pt x="378" y="1703"/>
                    <a:pt x="194" y="3953"/>
                  </a:cubicBezTo>
                  <a:cubicBezTo>
                    <a:pt x="0" y="6322"/>
                    <a:pt x="1763" y="8397"/>
                    <a:pt x="4131" y="8593"/>
                  </a:cubicBezTo>
                  <a:lnTo>
                    <a:pt x="12740" y="9791"/>
                  </a:lnTo>
                  <a:lnTo>
                    <a:pt x="12933" y="8534"/>
                  </a:lnTo>
                  <a:lnTo>
                    <a:pt x="16084" y="8869"/>
                  </a:lnTo>
                  <a:lnTo>
                    <a:pt x="15962" y="10238"/>
                  </a:lnTo>
                  <a:lnTo>
                    <a:pt x="32513" y="12541"/>
                  </a:lnTo>
                  <a:lnTo>
                    <a:pt x="32913" y="281"/>
                  </a:lnTo>
                  <a:lnTo>
                    <a:pt x="16840" y="129"/>
                  </a:lnTo>
                  <a:lnTo>
                    <a:pt x="16840" y="131"/>
                  </a:lnTo>
                  <a:lnTo>
                    <a:pt x="16684" y="1703"/>
                  </a:lnTo>
                  <a:lnTo>
                    <a:pt x="13486" y="1519"/>
                  </a:lnTo>
                  <a:lnTo>
                    <a:pt x="13578" y="98"/>
                  </a:lnTo>
                  <a:lnTo>
                    <a:pt x="4833" y="15"/>
                  </a:lnTo>
                  <a:cubicBezTo>
                    <a:pt x="4714" y="5"/>
                    <a:pt x="4596" y="0"/>
                    <a:pt x="4478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1441;p43">
              <a:extLst>
                <a:ext uri="{FF2B5EF4-FFF2-40B4-BE49-F238E27FC236}">
                  <a16:creationId xmlns:a16="http://schemas.microsoft.com/office/drawing/2014/main" id="{22FB8B87-633E-8510-6E57-342696F31F2E}"/>
                </a:ext>
              </a:extLst>
            </p:cNvPr>
            <p:cNvSpPr/>
            <p:nvPr/>
          </p:nvSpPr>
          <p:spPr>
            <a:xfrm>
              <a:off x="3139743" y="1180045"/>
              <a:ext cx="1629049" cy="627756"/>
            </a:xfrm>
            <a:custGeom>
              <a:avLst/>
              <a:gdLst/>
              <a:ahLst/>
              <a:cxnLst/>
              <a:rect l="l" t="t" r="r" b="b"/>
              <a:pathLst>
                <a:path w="33136" h="12769" extrusionOk="0">
                  <a:moveTo>
                    <a:pt x="4511" y="205"/>
                  </a:moveTo>
                  <a:cubicBezTo>
                    <a:pt x="4653" y="205"/>
                    <a:pt x="4796" y="212"/>
                    <a:pt x="4939" y="227"/>
                  </a:cubicBezTo>
                  <a:lnTo>
                    <a:pt x="13577" y="309"/>
                  </a:lnTo>
                  <a:lnTo>
                    <a:pt x="13484" y="1723"/>
                  </a:lnTo>
                  <a:lnTo>
                    <a:pt x="16897" y="1921"/>
                  </a:lnTo>
                  <a:lnTo>
                    <a:pt x="17052" y="342"/>
                  </a:lnTo>
                  <a:lnTo>
                    <a:pt x="32908" y="493"/>
                  </a:lnTo>
                  <a:lnTo>
                    <a:pt x="32516" y="12526"/>
                  </a:lnTo>
                  <a:lnTo>
                    <a:pt x="16191" y="10252"/>
                  </a:lnTo>
                  <a:lnTo>
                    <a:pt x="16191" y="10250"/>
                  </a:lnTo>
                  <a:lnTo>
                    <a:pt x="16307" y="8878"/>
                  </a:lnTo>
                  <a:lnTo>
                    <a:pt x="12950" y="8522"/>
                  </a:lnTo>
                  <a:lnTo>
                    <a:pt x="12758" y="9774"/>
                  </a:lnTo>
                  <a:lnTo>
                    <a:pt x="4249" y="8590"/>
                  </a:lnTo>
                  <a:cubicBezTo>
                    <a:pt x="4198" y="8587"/>
                    <a:pt x="4149" y="8583"/>
                    <a:pt x="4098" y="8577"/>
                  </a:cubicBezTo>
                  <a:cubicBezTo>
                    <a:pt x="1792" y="8345"/>
                    <a:pt x="111" y="6287"/>
                    <a:pt x="343" y="3981"/>
                  </a:cubicBezTo>
                  <a:cubicBezTo>
                    <a:pt x="561" y="1818"/>
                    <a:pt x="2384" y="205"/>
                    <a:pt x="4511" y="205"/>
                  </a:cubicBezTo>
                  <a:close/>
                  <a:moveTo>
                    <a:pt x="4587" y="0"/>
                  </a:moveTo>
                  <a:cubicBezTo>
                    <a:pt x="2318" y="0"/>
                    <a:pt x="391" y="1743"/>
                    <a:pt x="202" y="4046"/>
                  </a:cubicBezTo>
                  <a:cubicBezTo>
                    <a:pt x="1" y="6472"/>
                    <a:pt x="1805" y="8601"/>
                    <a:pt x="4232" y="8802"/>
                  </a:cubicBezTo>
                  <a:lnTo>
                    <a:pt x="12942" y="10015"/>
                  </a:lnTo>
                  <a:lnTo>
                    <a:pt x="13138" y="8757"/>
                  </a:lnTo>
                  <a:lnTo>
                    <a:pt x="16083" y="9068"/>
                  </a:lnTo>
                  <a:lnTo>
                    <a:pt x="15961" y="10435"/>
                  </a:lnTo>
                  <a:lnTo>
                    <a:pt x="32729" y="12768"/>
                  </a:lnTo>
                  <a:lnTo>
                    <a:pt x="33135" y="282"/>
                  </a:lnTo>
                  <a:lnTo>
                    <a:pt x="16869" y="126"/>
                  </a:lnTo>
                  <a:lnTo>
                    <a:pt x="16714" y="1698"/>
                  </a:lnTo>
                  <a:lnTo>
                    <a:pt x="13717" y="1524"/>
                  </a:lnTo>
                  <a:lnTo>
                    <a:pt x="13811" y="99"/>
                  </a:lnTo>
                  <a:lnTo>
                    <a:pt x="4956" y="16"/>
                  </a:lnTo>
                  <a:cubicBezTo>
                    <a:pt x="4832" y="5"/>
                    <a:pt x="4709" y="0"/>
                    <a:pt x="45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1442;p43">
              <a:extLst>
                <a:ext uri="{FF2B5EF4-FFF2-40B4-BE49-F238E27FC236}">
                  <a16:creationId xmlns:a16="http://schemas.microsoft.com/office/drawing/2014/main" id="{86A6912D-4B7D-F54D-BD79-46C65A2DDACA}"/>
                </a:ext>
              </a:extLst>
            </p:cNvPr>
            <p:cNvSpPr/>
            <p:nvPr/>
          </p:nvSpPr>
          <p:spPr>
            <a:xfrm>
              <a:off x="3862580" y="1264752"/>
              <a:ext cx="103340" cy="356526"/>
            </a:xfrm>
            <a:custGeom>
              <a:avLst/>
              <a:gdLst/>
              <a:ahLst/>
              <a:cxnLst/>
              <a:rect l="l" t="t" r="r" b="b"/>
              <a:pathLst>
                <a:path w="2102" h="7252" extrusionOk="0">
                  <a:moveTo>
                    <a:pt x="617" y="0"/>
                  </a:moveTo>
                  <a:lnTo>
                    <a:pt x="1" y="7094"/>
                  </a:lnTo>
                  <a:lnTo>
                    <a:pt x="1488" y="7251"/>
                  </a:lnTo>
                  <a:lnTo>
                    <a:pt x="2102" y="87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1443;p43">
              <a:extLst>
                <a:ext uri="{FF2B5EF4-FFF2-40B4-BE49-F238E27FC236}">
                  <a16:creationId xmlns:a16="http://schemas.microsoft.com/office/drawing/2014/main" id="{DA7BF1EB-9E89-2F60-1A61-9858A0A6DBB8}"/>
                </a:ext>
              </a:extLst>
            </p:cNvPr>
            <p:cNvSpPr/>
            <p:nvPr/>
          </p:nvSpPr>
          <p:spPr>
            <a:xfrm>
              <a:off x="3856533" y="1259197"/>
              <a:ext cx="115384" cy="367883"/>
            </a:xfrm>
            <a:custGeom>
              <a:avLst/>
              <a:gdLst/>
              <a:ahLst/>
              <a:cxnLst/>
              <a:rect l="l" t="t" r="r" b="b"/>
              <a:pathLst>
                <a:path w="2347" h="7483" extrusionOk="0">
                  <a:moveTo>
                    <a:pt x="831" y="227"/>
                  </a:moveTo>
                  <a:lnTo>
                    <a:pt x="2110" y="299"/>
                  </a:lnTo>
                  <a:lnTo>
                    <a:pt x="1515" y="7247"/>
                  </a:lnTo>
                  <a:lnTo>
                    <a:pt x="236" y="7111"/>
                  </a:lnTo>
                  <a:lnTo>
                    <a:pt x="831" y="227"/>
                  </a:lnTo>
                  <a:close/>
                  <a:moveTo>
                    <a:pt x="641" y="0"/>
                  </a:moveTo>
                  <a:lnTo>
                    <a:pt x="0" y="7300"/>
                  </a:lnTo>
                  <a:lnTo>
                    <a:pt x="1707" y="7482"/>
                  </a:lnTo>
                  <a:lnTo>
                    <a:pt x="2347" y="101"/>
                  </a:lnTo>
                  <a:lnTo>
                    <a:pt x="64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1444;p43">
              <a:extLst>
                <a:ext uri="{FF2B5EF4-FFF2-40B4-BE49-F238E27FC236}">
                  <a16:creationId xmlns:a16="http://schemas.microsoft.com/office/drawing/2014/main" id="{7DEA6D4D-92AA-1116-5293-A6BF5A38844A}"/>
                </a:ext>
              </a:extLst>
            </p:cNvPr>
            <p:cNvSpPr/>
            <p:nvPr/>
          </p:nvSpPr>
          <p:spPr>
            <a:xfrm>
              <a:off x="3780970" y="1259836"/>
              <a:ext cx="89427" cy="350086"/>
            </a:xfrm>
            <a:custGeom>
              <a:avLst/>
              <a:gdLst/>
              <a:ahLst/>
              <a:cxnLst/>
              <a:rect l="l" t="t" r="r" b="b"/>
              <a:pathLst>
                <a:path w="1819" h="7121" extrusionOk="0">
                  <a:moveTo>
                    <a:pt x="558" y="1"/>
                  </a:moveTo>
                  <a:lnTo>
                    <a:pt x="1" y="7016"/>
                  </a:lnTo>
                  <a:lnTo>
                    <a:pt x="1205" y="7121"/>
                  </a:lnTo>
                  <a:lnTo>
                    <a:pt x="1819" y="85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1445;p43">
              <a:extLst>
                <a:ext uri="{FF2B5EF4-FFF2-40B4-BE49-F238E27FC236}">
                  <a16:creationId xmlns:a16="http://schemas.microsoft.com/office/drawing/2014/main" id="{1257D9BD-FAA7-68B6-B5F7-7F96BB61620C}"/>
                </a:ext>
              </a:extLst>
            </p:cNvPr>
            <p:cNvSpPr/>
            <p:nvPr/>
          </p:nvSpPr>
          <p:spPr>
            <a:xfrm>
              <a:off x="3775267" y="1253985"/>
              <a:ext cx="100832" cy="361295"/>
            </a:xfrm>
            <a:custGeom>
              <a:avLst/>
              <a:gdLst/>
              <a:ahLst/>
              <a:cxnLst/>
              <a:rect l="l" t="t" r="r" b="b"/>
              <a:pathLst>
                <a:path w="2051" h="7349" extrusionOk="0">
                  <a:moveTo>
                    <a:pt x="770" y="222"/>
                  </a:moveTo>
                  <a:lnTo>
                    <a:pt x="1820" y="292"/>
                  </a:lnTo>
                  <a:lnTo>
                    <a:pt x="1223" y="7116"/>
                  </a:lnTo>
                  <a:lnTo>
                    <a:pt x="230" y="7033"/>
                  </a:lnTo>
                  <a:lnTo>
                    <a:pt x="770" y="222"/>
                  </a:lnTo>
                  <a:close/>
                  <a:moveTo>
                    <a:pt x="575" y="0"/>
                  </a:moveTo>
                  <a:lnTo>
                    <a:pt x="1" y="7228"/>
                  </a:lnTo>
                  <a:lnTo>
                    <a:pt x="1417" y="7348"/>
                  </a:lnTo>
                  <a:lnTo>
                    <a:pt x="2051" y="100"/>
                  </a:lnTo>
                  <a:lnTo>
                    <a:pt x="57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1446;p43">
              <a:extLst>
                <a:ext uri="{FF2B5EF4-FFF2-40B4-BE49-F238E27FC236}">
                  <a16:creationId xmlns:a16="http://schemas.microsoft.com/office/drawing/2014/main" id="{F4425555-1421-4126-2A17-97A1B023F962}"/>
                </a:ext>
              </a:extLst>
            </p:cNvPr>
            <p:cNvSpPr/>
            <p:nvPr/>
          </p:nvSpPr>
          <p:spPr>
            <a:xfrm>
              <a:off x="4455234" y="1196908"/>
              <a:ext cx="607649" cy="607747"/>
            </a:xfrm>
            <a:custGeom>
              <a:avLst/>
              <a:gdLst/>
              <a:ahLst/>
              <a:cxnLst/>
              <a:rect l="l" t="t" r="r" b="b"/>
              <a:pathLst>
                <a:path w="12360" h="12362" extrusionOk="0">
                  <a:moveTo>
                    <a:pt x="6179" y="0"/>
                  </a:moveTo>
                  <a:cubicBezTo>
                    <a:pt x="2767" y="0"/>
                    <a:pt x="0" y="2768"/>
                    <a:pt x="0" y="6181"/>
                  </a:cubicBezTo>
                  <a:cubicBezTo>
                    <a:pt x="0" y="9593"/>
                    <a:pt x="2767" y="12361"/>
                    <a:pt x="6179" y="12361"/>
                  </a:cubicBezTo>
                  <a:cubicBezTo>
                    <a:pt x="9593" y="12361"/>
                    <a:pt x="12360" y="9593"/>
                    <a:pt x="12360" y="6181"/>
                  </a:cubicBezTo>
                  <a:cubicBezTo>
                    <a:pt x="12360" y="2768"/>
                    <a:pt x="9593" y="0"/>
                    <a:pt x="6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1447;p43">
              <a:extLst>
                <a:ext uri="{FF2B5EF4-FFF2-40B4-BE49-F238E27FC236}">
                  <a16:creationId xmlns:a16="http://schemas.microsoft.com/office/drawing/2014/main" id="{A4969882-F4E4-202F-E8E0-13E3FD1342FE}"/>
                </a:ext>
              </a:extLst>
            </p:cNvPr>
            <p:cNvSpPr/>
            <p:nvPr/>
          </p:nvSpPr>
          <p:spPr>
            <a:xfrm>
              <a:off x="4439689" y="1190664"/>
              <a:ext cx="643586" cy="618808"/>
            </a:xfrm>
            <a:custGeom>
              <a:avLst/>
              <a:gdLst/>
              <a:ahLst/>
              <a:cxnLst/>
              <a:rect l="l" t="t" r="r" b="b"/>
              <a:pathLst>
                <a:path w="13091" h="12587" extrusionOk="0">
                  <a:moveTo>
                    <a:pt x="6560" y="257"/>
                  </a:moveTo>
                  <a:cubicBezTo>
                    <a:pt x="6564" y="257"/>
                    <a:pt x="6567" y="257"/>
                    <a:pt x="6571" y="257"/>
                  </a:cubicBezTo>
                  <a:cubicBezTo>
                    <a:pt x="6735" y="257"/>
                    <a:pt x="6901" y="264"/>
                    <a:pt x="7070" y="277"/>
                  </a:cubicBezTo>
                  <a:cubicBezTo>
                    <a:pt x="10217" y="543"/>
                    <a:pt x="12637" y="3178"/>
                    <a:pt x="12632" y="6337"/>
                  </a:cubicBezTo>
                  <a:cubicBezTo>
                    <a:pt x="12626" y="9688"/>
                    <a:pt x="9909" y="12399"/>
                    <a:pt x="6560" y="12399"/>
                  </a:cubicBezTo>
                  <a:cubicBezTo>
                    <a:pt x="6557" y="12399"/>
                    <a:pt x="6554" y="12399"/>
                    <a:pt x="6552" y="12399"/>
                  </a:cubicBezTo>
                  <a:cubicBezTo>
                    <a:pt x="3199" y="12393"/>
                    <a:pt x="484" y="9671"/>
                    <a:pt x="490" y="6318"/>
                  </a:cubicBezTo>
                  <a:cubicBezTo>
                    <a:pt x="495" y="2969"/>
                    <a:pt x="3212" y="257"/>
                    <a:pt x="6560" y="257"/>
                  </a:cubicBezTo>
                  <a:close/>
                  <a:moveTo>
                    <a:pt x="6538" y="0"/>
                  </a:moveTo>
                  <a:cubicBezTo>
                    <a:pt x="3285" y="0"/>
                    <a:pt x="531" y="2504"/>
                    <a:pt x="273" y="5801"/>
                  </a:cubicBezTo>
                  <a:cubicBezTo>
                    <a:pt x="0" y="9266"/>
                    <a:pt x="2590" y="12296"/>
                    <a:pt x="6054" y="12567"/>
                  </a:cubicBezTo>
                  <a:cubicBezTo>
                    <a:pt x="6227" y="12587"/>
                    <a:pt x="6400" y="12587"/>
                    <a:pt x="6571" y="12587"/>
                  </a:cubicBezTo>
                  <a:cubicBezTo>
                    <a:pt x="9847" y="12573"/>
                    <a:pt x="12564" y="10051"/>
                    <a:pt x="12820" y="6786"/>
                  </a:cubicBezTo>
                  <a:cubicBezTo>
                    <a:pt x="13091" y="3319"/>
                    <a:pt x="10503" y="291"/>
                    <a:pt x="7038" y="20"/>
                  </a:cubicBezTo>
                  <a:cubicBezTo>
                    <a:pt x="6871" y="7"/>
                    <a:pt x="6704" y="0"/>
                    <a:pt x="653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1448;p43">
              <a:extLst>
                <a:ext uri="{FF2B5EF4-FFF2-40B4-BE49-F238E27FC236}">
                  <a16:creationId xmlns:a16="http://schemas.microsoft.com/office/drawing/2014/main" id="{951E6F0B-FA46-1AC7-F31E-C3A9D4686206}"/>
                </a:ext>
              </a:extLst>
            </p:cNvPr>
            <p:cNvSpPr/>
            <p:nvPr/>
          </p:nvSpPr>
          <p:spPr>
            <a:xfrm>
              <a:off x="4533009" y="1293954"/>
              <a:ext cx="414833" cy="414784"/>
            </a:xfrm>
            <a:custGeom>
              <a:avLst/>
              <a:gdLst/>
              <a:ahLst/>
              <a:cxnLst/>
              <a:rect l="l" t="t" r="r" b="b"/>
              <a:pathLst>
                <a:path w="8438" h="8437" extrusionOk="0">
                  <a:moveTo>
                    <a:pt x="4219" y="0"/>
                  </a:moveTo>
                  <a:cubicBezTo>
                    <a:pt x="1890" y="0"/>
                    <a:pt x="1" y="1888"/>
                    <a:pt x="1" y="4219"/>
                  </a:cubicBezTo>
                  <a:cubicBezTo>
                    <a:pt x="1" y="6549"/>
                    <a:pt x="1890" y="8437"/>
                    <a:pt x="4219" y="8437"/>
                  </a:cubicBezTo>
                  <a:cubicBezTo>
                    <a:pt x="6549" y="8437"/>
                    <a:pt x="8437" y="6549"/>
                    <a:pt x="8437" y="4219"/>
                  </a:cubicBezTo>
                  <a:cubicBezTo>
                    <a:pt x="8437" y="1888"/>
                    <a:pt x="6549" y="0"/>
                    <a:pt x="42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1449;p43">
              <a:extLst>
                <a:ext uri="{FF2B5EF4-FFF2-40B4-BE49-F238E27FC236}">
                  <a16:creationId xmlns:a16="http://schemas.microsoft.com/office/drawing/2014/main" id="{66475EED-CE58-458F-1B67-7A613146932E}"/>
                </a:ext>
              </a:extLst>
            </p:cNvPr>
            <p:cNvSpPr/>
            <p:nvPr/>
          </p:nvSpPr>
          <p:spPr>
            <a:xfrm>
              <a:off x="4518702" y="1288596"/>
              <a:ext cx="443544" cy="425354"/>
            </a:xfrm>
            <a:custGeom>
              <a:avLst/>
              <a:gdLst/>
              <a:ahLst/>
              <a:cxnLst/>
              <a:rect l="l" t="t" r="r" b="b"/>
              <a:pathLst>
                <a:path w="9022" h="8652" extrusionOk="0">
                  <a:moveTo>
                    <a:pt x="4498" y="215"/>
                  </a:moveTo>
                  <a:cubicBezTo>
                    <a:pt x="4614" y="215"/>
                    <a:pt x="4726" y="220"/>
                    <a:pt x="4848" y="229"/>
                  </a:cubicBezTo>
                  <a:cubicBezTo>
                    <a:pt x="7111" y="413"/>
                    <a:pt x="8795" y="2398"/>
                    <a:pt x="8611" y="4660"/>
                  </a:cubicBezTo>
                  <a:cubicBezTo>
                    <a:pt x="8435" y="6809"/>
                    <a:pt x="6636" y="8437"/>
                    <a:pt x="4517" y="8437"/>
                  </a:cubicBezTo>
                  <a:cubicBezTo>
                    <a:pt x="4405" y="8437"/>
                    <a:pt x="4292" y="8433"/>
                    <a:pt x="4178" y="8424"/>
                  </a:cubicBezTo>
                  <a:cubicBezTo>
                    <a:pt x="1915" y="8239"/>
                    <a:pt x="231" y="6256"/>
                    <a:pt x="414" y="3993"/>
                  </a:cubicBezTo>
                  <a:cubicBezTo>
                    <a:pt x="588" y="1863"/>
                    <a:pt x="2363" y="223"/>
                    <a:pt x="4498" y="215"/>
                  </a:cubicBezTo>
                  <a:close/>
                  <a:moveTo>
                    <a:pt x="4501" y="1"/>
                  </a:moveTo>
                  <a:cubicBezTo>
                    <a:pt x="2272" y="1"/>
                    <a:pt x="380" y="1713"/>
                    <a:pt x="195" y="3973"/>
                  </a:cubicBezTo>
                  <a:cubicBezTo>
                    <a:pt x="0" y="6354"/>
                    <a:pt x="1772" y="8442"/>
                    <a:pt x="4153" y="8637"/>
                  </a:cubicBezTo>
                  <a:cubicBezTo>
                    <a:pt x="4272" y="8651"/>
                    <a:pt x="4392" y="8651"/>
                    <a:pt x="4509" y="8651"/>
                  </a:cubicBezTo>
                  <a:cubicBezTo>
                    <a:pt x="4514" y="8651"/>
                    <a:pt x="4520" y="8651"/>
                    <a:pt x="4526" y="8651"/>
                  </a:cubicBezTo>
                  <a:cubicBezTo>
                    <a:pt x="6786" y="8651"/>
                    <a:pt x="8665" y="6913"/>
                    <a:pt x="8838" y="4660"/>
                  </a:cubicBezTo>
                  <a:cubicBezTo>
                    <a:pt x="9022" y="2277"/>
                    <a:pt x="7241" y="199"/>
                    <a:pt x="4859" y="16"/>
                  </a:cubicBezTo>
                  <a:cubicBezTo>
                    <a:pt x="4738" y="6"/>
                    <a:pt x="4619" y="1"/>
                    <a:pt x="450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1450;p43">
              <a:extLst>
                <a:ext uri="{FF2B5EF4-FFF2-40B4-BE49-F238E27FC236}">
                  <a16:creationId xmlns:a16="http://schemas.microsoft.com/office/drawing/2014/main" id="{4318BA48-B6A2-134A-6E36-D959DC69FAF8}"/>
                </a:ext>
              </a:extLst>
            </p:cNvPr>
            <p:cNvSpPr/>
            <p:nvPr/>
          </p:nvSpPr>
          <p:spPr>
            <a:xfrm>
              <a:off x="4533549" y="1479199"/>
              <a:ext cx="207269" cy="27433"/>
            </a:xfrm>
            <a:custGeom>
              <a:avLst/>
              <a:gdLst/>
              <a:ahLst/>
              <a:cxnLst/>
              <a:rect l="l" t="t" r="r" b="b"/>
              <a:pathLst>
                <a:path w="4216" h="558" extrusionOk="0">
                  <a:moveTo>
                    <a:pt x="18" y="1"/>
                  </a:moveTo>
                  <a:lnTo>
                    <a:pt x="0" y="214"/>
                  </a:lnTo>
                  <a:lnTo>
                    <a:pt x="4198" y="558"/>
                  </a:lnTo>
                  <a:lnTo>
                    <a:pt x="4216" y="345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1451;p43">
              <a:extLst>
                <a:ext uri="{FF2B5EF4-FFF2-40B4-BE49-F238E27FC236}">
                  <a16:creationId xmlns:a16="http://schemas.microsoft.com/office/drawing/2014/main" id="{1761EE75-41BB-CC60-7402-521C8432A50F}"/>
                </a:ext>
              </a:extLst>
            </p:cNvPr>
            <p:cNvSpPr/>
            <p:nvPr/>
          </p:nvSpPr>
          <p:spPr>
            <a:xfrm>
              <a:off x="4537482" y="1496111"/>
              <a:ext cx="203975" cy="58061"/>
            </a:xfrm>
            <a:custGeom>
              <a:avLst/>
              <a:gdLst/>
              <a:ahLst/>
              <a:cxnLst/>
              <a:rect l="l" t="t" r="r" b="b"/>
              <a:pathLst>
                <a:path w="4149" h="1181" extrusionOk="0">
                  <a:moveTo>
                    <a:pt x="4098" y="1"/>
                  </a:moveTo>
                  <a:lnTo>
                    <a:pt x="1" y="973"/>
                  </a:lnTo>
                  <a:lnTo>
                    <a:pt x="50" y="1180"/>
                  </a:lnTo>
                  <a:lnTo>
                    <a:pt x="4149" y="209"/>
                  </a:lnTo>
                  <a:lnTo>
                    <a:pt x="409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1452;p43">
              <a:extLst>
                <a:ext uri="{FF2B5EF4-FFF2-40B4-BE49-F238E27FC236}">
                  <a16:creationId xmlns:a16="http://schemas.microsoft.com/office/drawing/2014/main" id="{18501E76-13D9-D280-B93D-B3F14CA67B6B}"/>
                </a:ext>
              </a:extLst>
            </p:cNvPr>
            <p:cNvSpPr/>
            <p:nvPr/>
          </p:nvSpPr>
          <p:spPr>
            <a:xfrm>
              <a:off x="4560490" y="1496799"/>
              <a:ext cx="182442" cy="116564"/>
            </a:xfrm>
            <a:custGeom>
              <a:avLst/>
              <a:gdLst/>
              <a:ahLst/>
              <a:cxnLst/>
              <a:rect l="l" t="t" r="r" b="b"/>
              <a:pathLst>
                <a:path w="3711" h="2371" extrusionOk="0">
                  <a:moveTo>
                    <a:pt x="3599" y="0"/>
                  </a:moveTo>
                  <a:lnTo>
                    <a:pt x="0" y="2188"/>
                  </a:lnTo>
                  <a:lnTo>
                    <a:pt x="112" y="2371"/>
                  </a:lnTo>
                  <a:lnTo>
                    <a:pt x="3711" y="182"/>
                  </a:lnTo>
                  <a:lnTo>
                    <a:pt x="359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1453;p43">
              <a:extLst>
                <a:ext uri="{FF2B5EF4-FFF2-40B4-BE49-F238E27FC236}">
                  <a16:creationId xmlns:a16="http://schemas.microsoft.com/office/drawing/2014/main" id="{BAE9A774-CD67-CFF2-3E1E-76A48C9B0008}"/>
                </a:ext>
              </a:extLst>
            </p:cNvPr>
            <p:cNvSpPr/>
            <p:nvPr/>
          </p:nvSpPr>
          <p:spPr>
            <a:xfrm>
              <a:off x="4601246" y="1497881"/>
              <a:ext cx="143014" cy="163957"/>
            </a:xfrm>
            <a:custGeom>
              <a:avLst/>
              <a:gdLst/>
              <a:ahLst/>
              <a:cxnLst/>
              <a:rect l="l" t="t" r="r" b="b"/>
              <a:pathLst>
                <a:path w="2909" h="3335" extrusionOk="0">
                  <a:moveTo>
                    <a:pt x="2746" y="1"/>
                  </a:moveTo>
                  <a:lnTo>
                    <a:pt x="1" y="3194"/>
                  </a:lnTo>
                  <a:lnTo>
                    <a:pt x="163" y="3334"/>
                  </a:lnTo>
                  <a:lnTo>
                    <a:pt x="2909" y="141"/>
                  </a:lnTo>
                  <a:lnTo>
                    <a:pt x="274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1454;p43">
              <a:extLst>
                <a:ext uri="{FF2B5EF4-FFF2-40B4-BE49-F238E27FC236}">
                  <a16:creationId xmlns:a16="http://schemas.microsoft.com/office/drawing/2014/main" id="{197DA8FD-08D7-1EEA-C787-59EE40FB9BFD}"/>
                </a:ext>
              </a:extLst>
            </p:cNvPr>
            <p:cNvSpPr/>
            <p:nvPr/>
          </p:nvSpPr>
          <p:spPr>
            <a:xfrm>
              <a:off x="4655620" y="1499503"/>
              <a:ext cx="89672" cy="195126"/>
            </a:xfrm>
            <a:custGeom>
              <a:avLst/>
              <a:gdLst/>
              <a:ahLst/>
              <a:cxnLst/>
              <a:rect l="l" t="t" r="r" b="b"/>
              <a:pathLst>
                <a:path w="1824" h="3969" extrusionOk="0">
                  <a:moveTo>
                    <a:pt x="1627" y="0"/>
                  </a:moveTo>
                  <a:lnTo>
                    <a:pt x="1" y="3885"/>
                  </a:lnTo>
                  <a:lnTo>
                    <a:pt x="197" y="3968"/>
                  </a:lnTo>
                  <a:lnTo>
                    <a:pt x="1823" y="82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1455;p43">
              <a:extLst>
                <a:ext uri="{FF2B5EF4-FFF2-40B4-BE49-F238E27FC236}">
                  <a16:creationId xmlns:a16="http://schemas.microsoft.com/office/drawing/2014/main" id="{034BE5D5-080B-5582-D41E-A610FE21F6B2}"/>
                </a:ext>
              </a:extLst>
            </p:cNvPr>
            <p:cNvSpPr/>
            <p:nvPr/>
          </p:nvSpPr>
          <p:spPr>
            <a:xfrm>
              <a:off x="4718007" y="1500830"/>
              <a:ext cx="27285" cy="207269"/>
            </a:xfrm>
            <a:custGeom>
              <a:avLst/>
              <a:gdLst/>
              <a:ahLst/>
              <a:cxnLst/>
              <a:rect l="l" t="t" r="r" b="b"/>
              <a:pathLst>
                <a:path w="555" h="4216" extrusionOk="0">
                  <a:moveTo>
                    <a:pt x="341" y="0"/>
                  </a:moveTo>
                  <a:lnTo>
                    <a:pt x="1" y="4199"/>
                  </a:lnTo>
                  <a:lnTo>
                    <a:pt x="212" y="4215"/>
                  </a:lnTo>
                  <a:lnTo>
                    <a:pt x="554" y="18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1456;p43">
              <a:extLst>
                <a:ext uri="{FF2B5EF4-FFF2-40B4-BE49-F238E27FC236}">
                  <a16:creationId xmlns:a16="http://schemas.microsoft.com/office/drawing/2014/main" id="{829424FB-81F1-B6A9-1F21-E761E819C69A}"/>
                </a:ext>
              </a:extLst>
            </p:cNvPr>
            <p:cNvSpPr/>
            <p:nvPr/>
          </p:nvSpPr>
          <p:spPr>
            <a:xfrm>
              <a:off x="4735067" y="1500290"/>
              <a:ext cx="57963" cy="203926"/>
            </a:xfrm>
            <a:custGeom>
              <a:avLst/>
              <a:gdLst/>
              <a:ahLst/>
              <a:cxnLst/>
              <a:rect l="l" t="t" r="r" b="b"/>
              <a:pathLst>
                <a:path w="1179" h="4148" extrusionOk="0">
                  <a:moveTo>
                    <a:pt x="207" y="1"/>
                  </a:moveTo>
                  <a:lnTo>
                    <a:pt x="0" y="50"/>
                  </a:lnTo>
                  <a:lnTo>
                    <a:pt x="971" y="4147"/>
                  </a:lnTo>
                  <a:lnTo>
                    <a:pt x="1178" y="4098"/>
                  </a:lnTo>
                  <a:lnTo>
                    <a:pt x="2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1457;p43">
              <a:extLst>
                <a:ext uri="{FF2B5EF4-FFF2-40B4-BE49-F238E27FC236}">
                  <a16:creationId xmlns:a16="http://schemas.microsoft.com/office/drawing/2014/main" id="{8021C1FE-CFEF-302C-56B9-D202DFE4E913}"/>
                </a:ext>
              </a:extLst>
            </p:cNvPr>
            <p:cNvSpPr/>
            <p:nvPr/>
          </p:nvSpPr>
          <p:spPr>
            <a:xfrm>
              <a:off x="4735804" y="1498667"/>
              <a:ext cx="116663" cy="182393"/>
            </a:xfrm>
            <a:custGeom>
              <a:avLst/>
              <a:gdLst/>
              <a:ahLst/>
              <a:cxnLst/>
              <a:rect l="l" t="t" r="r" b="b"/>
              <a:pathLst>
                <a:path w="2373" h="3710" extrusionOk="0">
                  <a:moveTo>
                    <a:pt x="182" y="1"/>
                  </a:moveTo>
                  <a:lnTo>
                    <a:pt x="0" y="113"/>
                  </a:lnTo>
                  <a:lnTo>
                    <a:pt x="2189" y="3710"/>
                  </a:lnTo>
                  <a:lnTo>
                    <a:pt x="2372" y="3600"/>
                  </a:lnTo>
                  <a:lnTo>
                    <a:pt x="18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1458;p43">
              <a:extLst>
                <a:ext uri="{FF2B5EF4-FFF2-40B4-BE49-F238E27FC236}">
                  <a16:creationId xmlns:a16="http://schemas.microsoft.com/office/drawing/2014/main" id="{4621B604-8349-1340-63E2-9D7F9075E7D5}"/>
                </a:ext>
              </a:extLst>
            </p:cNvPr>
            <p:cNvSpPr/>
            <p:nvPr/>
          </p:nvSpPr>
          <p:spPr>
            <a:xfrm>
              <a:off x="4736984" y="1497536"/>
              <a:ext cx="163908" cy="142915"/>
            </a:xfrm>
            <a:custGeom>
              <a:avLst/>
              <a:gdLst/>
              <a:ahLst/>
              <a:cxnLst/>
              <a:rect l="l" t="t" r="r" b="b"/>
              <a:pathLst>
                <a:path w="3334" h="2907" extrusionOk="0">
                  <a:moveTo>
                    <a:pt x="140" y="0"/>
                  </a:moveTo>
                  <a:lnTo>
                    <a:pt x="0" y="162"/>
                  </a:lnTo>
                  <a:lnTo>
                    <a:pt x="3195" y="2907"/>
                  </a:lnTo>
                  <a:lnTo>
                    <a:pt x="3334" y="2746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1459;p43">
              <a:extLst>
                <a:ext uri="{FF2B5EF4-FFF2-40B4-BE49-F238E27FC236}">
                  <a16:creationId xmlns:a16="http://schemas.microsoft.com/office/drawing/2014/main" id="{491F292C-5F51-5406-F0CE-746FCDD5E419}"/>
                </a:ext>
              </a:extLst>
            </p:cNvPr>
            <p:cNvSpPr/>
            <p:nvPr/>
          </p:nvSpPr>
          <p:spPr>
            <a:xfrm>
              <a:off x="4750799" y="1513908"/>
              <a:ext cx="194634" cy="90459"/>
            </a:xfrm>
            <a:custGeom>
              <a:avLst/>
              <a:gdLst/>
              <a:ahLst/>
              <a:cxnLst/>
              <a:rect l="l" t="t" r="r" b="b"/>
              <a:pathLst>
                <a:path w="3959" h="1840" extrusionOk="0">
                  <a:moveTo>
                    <a:pt x="82" y="1"/>
                  </a:moveTo>
                  <a:lnTo>
                    <a:pt x="1" y="197"/>
                  </a:lnTo>
                  <a:lnTo>
                    <a:pt x="3875" y="1840"/>
                  </a:lnTo>
                  <a:lnTo>
                    <a:pt x="3958" y="1643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1460;p43">
              <a:extLst>
                <a:ext uri="{FF2B5EF4-FFF2-40B4-BE49-F238E27FC236}">
                  <a16:creationId xmlns:a16="http://schemas.microsoft.com/office/drawing/2014/main" id="{B5BF45CE-164C-ECCC-CF58-68892C000CD0}"/>
                </a:ext>
              </a:extLst>
            </p:cNvPr>
            <p:cNvSpPr/>
            <p:nvPr/>
          </p:nvSpPr>
          <p:spPr>
            <a:xfrm>
              <a:off x="4739983" y="1496209"/>
              <a:ext cx="207269" cy="27334"/>
            </a:xfrm>
            <a:custGeom>
              <a:avLst/>
              <a:gdLst/>
              <a:ahLst/>
              <a:cxnLst/>
              <a:rect l="l" t="t" r="r" b="b"/>
              <a:pathLst>
                <a:path w="4216" h="556" extrusionOk="0">
                  <a:moveTo>
                    <a:pt x="18" y="0"/>
                  </a:moveTo>
                  <a:lnTo>
                    <a:pt x="0" y="213"/>
                  </a:lnTo>
                  <a:lnTo>
                    <a:pt x="4199" y="556"/>
                  </a:lnTo>
                  <a:lnTo>
                    <a:pt x="4215" y="34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1461;p43">
              <a:extLst>
                <a:ext uri="{FF2B5EF4-FFF2-40B4-BE49-F238E27FC236}">
                  <a16:creationId xmlns:a16="http://schemas.microsoft.com/office/drawing/2014/main" id="{31960454-CE34-B1E1-7E9C-6B89BFE3C83B}"/>
                </a:ext>
              </a:extLst>
            </p:cNvPr>
            <p:cNvSpPr/>
            <p:nvPr/>
          </p:nvSpPr>
          <p:spPr>
            <a:xfrm>
              <a:off x="4739000" y="1448472"/>
              <a:ext cx="203975" cy="57963"/>
            </a:xfrm>
            <a:custGeom>
              <a:avLst/>
              <a:gdLst/>
              <a:ahLst/>
              <a:cxnLst/>
              <a:rect l="l" t="t" r="r" b="b"/>
              <a:pathLst>
                <a:path w="4149" h="1179" extrusionOk="0">
                  <a:moveTo>
                    <a:pt x="4100" y="1"/>
                  </a:moveTo>
                  <a:lnTo>
                    <a:pt x="1" y="971"/>
                  </a:lnTo>
                  <a:lnTo>
                    <a:pt x="50" y="1178"/>
                  </a:lnTo>
                  <a:lnTo>
                    <a:pt x="4149" y="208"/>
                  </a:lnTo>
                  <a:lnTo>
                    <a:pt x="410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1462;p43">
              <a:extLst>
                <a:ext uri="{FF2B5EF4-FFF2-40B4-BE49-F238E27FC236}">
                  <a16:creationId xmlns:a16="http://schemas.microsoft.com/office/drawing/2014/main" id="{2EACF9CA-E20F-7940-991B-8EBE60BFAC03}"/>
                </a:ext>
              </a:extLst>
            </p:cNvPr>
            <p:cNvSpPr/>
            <p:nvPr/>
          </p:nvSpPr>
          <p:spPr>
            <a:xfrm>
              <a:off x="4737475" y="1389035"/>
              <a:ext cx="182393" cy="116564"/>
            </a:xfrm>
            <a:custGeom>
              <a:avLst/>
              <a:gdLst/>
              <a:ahLst/>
              <a:cxnLst/>
              <a:rect l="l" t="t" r="r" b="b"/>
              <a:pathLst>
                <a:path w="3710" h="2371" extrusionOk="0">
                  <a:moveTo>
                    <a:pt x="3599" y="1"/>
                  </a:moveTo>
                  <a:lnTo>
                    <a:pt x="1" y="2189"/>
                  </a:lnTo>
                  <a:lnTo>
                    <a:pt x="111" y="2371"/>
                  </a:lnTo>
                  <a:lnTo>
                    <a:pt x="3709" y="184"/>
                  </a:lnTo>
                  <a:lnTo>
                    <a:pt x="359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1463;p43">
              <a:extLst>
                <a:ext uri="{FF2B5EF4-FFF2-40B4-BE49-F238E27FC236}">
                  <a16:creationId xmlns:a16="http://schemas.microsoft.com/office/drawing/2014/main" id="{B7AC2385-B597-FA09-8D3C-43ACE672C8A0}"/>
                </a:ext>
              </a:extLst>
            </p:cNvPr>
            <p:cNvSpPr/>
            <p:nvPr/>
          </p:nvSpPr>
          <p:spPr>
            <a:xfrm>
              <a:off x="4736296" y="1340806"/>
              <a:ext cx="142965" cy="163957"/>
            </a:xfrm>
            <a:custGeom>
              <a:avLst/>
              <a:gdLst/>
              <a:ahLst/>
              <a:cxnLst/>
              <a:rect l="l" t="t" r="r" b="b"/>
              <a:pathLst>
                <a:path w="2908" h="3335" extrusionOk="0">
                  <a:moveTo>
                    <a:pt x="2745" y="0"/>
                  </a:moveTo>
                  <a:lnTo>
                    <a:pt x="1" y="3196"/>
                  </a:lnTo>
                  <a:lnTo>
                    <a:pt x="162" y="3334"/>
                  </a:lnTo>
                  <a:lnTo>
                    <a:pt x="2907" y="140"/>
                  </a:lnTo>
                  <a:lnTo>
                    <a:pt x="274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1464;p43">
              <a:extLst>
                <a:ext uri="{FF2B5EF4-FFF2-40B4-BE49-F238E27FC236}">
                  <a16:creationId xmlns:a16="http://schemas.microsoft.com/office/drawing/2014/main" id="{9B2EAD34-FA94-9773-F250-6985C8706CB0}"/>
                </a:ext>
              </a:extLst>
            </p:cNvPr>
            <p:cNvSpPr/>
            <p:nvPr/>
          </p:nvSpPr>
          <p:spPr>
            <a:xfrm>
              <a:off x="4735558" y="1308457"/>
              <a:ext cx="89672" cy="195126"/>
            </a:xfrm>
            <a:custGeom>
              <a:avLst/>
              <a:gdLst/>
              <a:ahLst/>
              <a:cxnLst/>
              <a:rect l="l" t="t" r="r" b="b"/>
              <a:pathLst>
                <a:path w="1824" h="3969" extrusionOk="0">
                  <a:moveTo>
                    <a:pt x="1627" y="0"/>
                  </a:moveTo>
                  <a:lnTo>
                    <a:pt x="1" y="3885"/>
                  </a:lnTo>
                  <a:lnTo>
                    <a:pt x="197" y="3968"/>
                  </a:lnTo>
                  <a:lnTo>
                    <a:pt x="1823" y="82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1465;p43">
              <a:extLst>
                <a:ext uri="{FF2B5EF4-FFF2-40B4-BE49-F238E27FC236}">
                  <a16:creationId xmlns:a16="http://schemas.microsoft.com/office/drawing/2014/main" id="{28090E7F-C16C-911D-D18A-DB4D66CB729C}"/>
                </a:ext>
              </a:extLst>
            </p:cNvPr>
            <p:cNvSpPr/>
            <p:nvPr/>
          </p:nvSpPr>
          <p:spPr>
            <a:xfrm>
              <a:off x="4734919" y="1294446"/>
              <a:ext cx="27285" cy="207367"/>
            </a:xfrm>
            <a:custGeom>
              <a:avLst/>
              <a:gdLst/>
              <a:ahLst/>
              <a:cxnLst/>
              <a:rect l="l" t="t" r="r" b="b"/>
              <a:pathLst>
                <a:path w="555" h="4218" extrusionOk="0">
                  <a:moveTo>
                    <a:pt x="341" y="1"/>
                  </a:moveTo>
                  <a:lnTo>
                    <a:pt x="0" y="4200"/>
                  </a:lnTo>
                  <a:lnTo>
                    <a:pt x="213" y="4218"/>
                  </a:lnTo>
                  <a:lnTo>
                    <a:pt x="554" y="19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1466;p43">
              <a:extLst>
                <a:ext uri="{FF2B5EF4-FFF2-40B4-BE49-F238E27FC236}">
                  <a16:creationId xmlns:a16="http://schemas.microsoft.com/office/drawing/2014/main" id="{89F78D45-D45C-C7E7-5B9D-7F571689ABF2}"/>
                </a:ext>
              </a:extLst>
            </p:cNvPr>
            <p:cNvSpPr/>
            <p:nvPr/>
          </p:nvSpPr>
          <p:spPr>
            <a:xfrm>
              <a:off x="4687428" y="1298723"/>
              <a:ext cx="57913" cy="203975"/>
            </a:xfrm>
            <a:custGeom>
              <a:avLst/>
              <a:gdLst/>
              <a:ahLst/>
              <a:cxnLst/>
              <a:rect l="l" t="t" r="r" b="b"/>
              <a:pathLst>
                <a:path w="1178" h="4149" extrusionOk="0">
                  <a:moveTo>
                    <a:pt x="207" y="0"/>
                  </a:moveTo>
                  <a:lnTo>
                    <a:pt x="0" y="49"/>
                  </a:lnTo>
                  <a:lnTo>
                    <a:pt x="971" y="4148"/>
                  </a:lnTo>
                  <a:lnTo>
                    <a:pt x="1178" y="4099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1467;p43">
              <a:extLst>
                <a:ext uri="{FF2B5EF4-FFF2-40B4-BE49-F238E27FC236}">
                  <a16:creationId xmlns:a16="http://schemas.microsoft.com/office/drawing/2014/main" id="{7B088636-C546-C5A5-E4CF-C2914017328B}"/>
                </a:ext>
              </a:extLst>
            </p:cNvPr>
            <p:cNvSpPr/>
            <p:nvPr/>
          </p:nvSpPr>
          <p:spPr>
            <a:xfrm>
              <a:off x="4628040" y="1321928"/>
              <a:ext cx="116663" cy="182393"/>
            </a:xfrm>
            <a:custGeom>
              <a:avLst/>
              <a:gdLst/>
              <a:ahLst/>
              <a:cxnLst/>
              <a:rect l="l" t="t" r="r" b="b"/>
              <a:pathLst>
                <a:path w="2373" h="3710" extrusionOk="0">
                  <a:moveTo>
                    <a:pt x="184" y="0"/>
                  </a:moveTo>
                  <a:lnTo>
                    <a:pt x="1" y="110"/>
                  </a:lnTo>
                  <a:lnTo>
                    <a:pt x="2191" y="3709"/>
                  </a:lnTo>
                  <a:lnTo>
                    <a:pt x="2372" y="3597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1468;p43">
              <a:extLst>
                <a:ext uri="{FF2B5EF4-FFF2-40B4-BE49-F238E27FC236}">
                  <a16:creationId xmlns:a16="http://schemas.microsoft.com/office/drawing/2014/main" id="{7F1B1AB0-3D6F-7E95-DBC2-473E2465110F}"/>
                </a:ext>
              </a:extLst>
            </p:cNvPr>
            <p:cNvSpPr/>
            <p:nvPr/>
          </p:nvSpPr>
          <p:spPr>
            <a:xfrm>
              <a:off x="4579861" y="1362487"/>
              <a:ext cx="163957" cy="142965"/>
            </a:xfrm>
            <a:custGeom>
              <a:avLst/>
              <a:gdLst/>
              <a:ahLst/>
              <a:cxnLst/>
              <a:rect l="l" t="t" r="r" b="b"/>
              <a:pathLst>
                <a:path w="3335" h="2908" extrusionOk="0">
                  <a:moveTo>
                    <a:pt x="141" y="0"/>
                  </a:moveTo>
                  <a:lnTo>
                    <a:pt x="1" y="162"/>
                  </a:lnTo>
                  <a:lnTo>
                    <a:pt x="3195" y="2908"/>
                  </a:lnTo>
                  <a:lnTo>
                    <a:pt x="3335" y="2746"/>
                  </a:lnTo>
                  <a:lnTo>
                    <a:pt x="14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1469;p43">
              <a:extLst>
                <a:ext uri="{FF2B5EF4-FFF2-40B4-BE49-F238E27FC236}">
                  <a16:creationId xmlns:a16="http://schemas.microsoft.com/office/drawing/2014/main" id="{BB18DA50-0C0C-2A69-0988-8C806C5DFBA9}"/>
                </a:ext>
              </a:extLst>
            </p:cNvPr>
            <p:cNvSpPr/>
            <p:nvPr/>
          </p:nvSpPr>
          <p:spPr>
            <a:xfrm>
              <a:off x="4547167" y="1416713"/>
              <a:ext cx="195126" cy="89574"/>
            </a:xfrm>
            <a:custGeom>
              <a:avLst/>
              <a:gdLst/>
              <a:ahLst/>
              <a:cxnLst/>
              <a:rect l="l" t="t" r="r" b="b"/>
              <a:pathLst>
                <a:path w="3969" h="1822" extrusionOk="0">
                  <a:moveTo>
                    <a:pt x="82" y="0"/>
                  </a:moveTo>
                  <a:lnTo>
                    <a:pt x="0" y="197"/>
                  </a:lnTo>
                  <a:lnTo>
                    <a:pt x="3886" y="1821"/>
                  </a:lnTo>
                  <a:lnTo>
                    <a:pt x="3968" y="1623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1470;p43">
              <a:extLst>
                <a:ext uri="{FF2B5EF4-FFF2-40B4-BE49-F238E27FC236}">
                  <a16:creationId xmlns:a16="http://schemas.microsoft.com/office/drawing/2014/main" id="{D5DF5E02-B971-D895-BC67-E62D33A6C019}"/>
                </a:ext>
              </a:extLst>
            </p:cNvPr>
            <p:cNvSpPr/>
            <p:nvPr/>
          </p:nvSpPr>
          <p:spPr>
            <a:xfrm>
              <a:off x="4613488" y="1387265"/>
              <a:ext cx="249942" cy="227721"/>
            </a:xfrm>
            <a:custGeom>
              <a:avLst/>
              <a:gdLst/>
              <a:ahLst/>
              <a:cxnLst/>
              <a:rect l="l" t="t" r="r" b="b"/>
              <a:pathLst>
                <a:path w="5084" h="4632" extrusionOk="0">
                  <a:moveTo>
                    <a:pt x="2542" y="0"/>
                  </a:moveTo>
                  <a:cubicBezTo>
                    <a:pt x="1950" y="0"/>
                    <a:pt x="1357" y="226"/>
                    <a:pt x="904" y="678"/>
                  </a:cubicBezTo>
                  <a:cubicBezTo>
                    <a:pt x="0" y="1582"/>
                    <a:pt x="0" y="3049"/>
                    <a:pt x="904" y="3954"/>
                  </a:cubicBezTo>
                  <a:cubicBezTo>
                    <a:pt x="1357" y="4406"/>
                    <a:pt x="1950" y="4632"/>
                    <a:pt x="2542" y="4632"/>
                  </a:cubicBezTo>
                  <a:cubicBezTo>
                    <a:pt x="3135" y="4632"/>
                    <a:pt x="3728" y="4406"/>
                    <a:pt x="4180" y="3954"/>
                  </a:cubicBezTo>
                  <a:cubicBezTo>
                    <a:pt x="5084" y="3049"/>
                    <a:pt x="5084" y="1582"/>
                    <a:pt x="4180" y="678"/>
                  </a:cubicBezTo>
                  <a:cubicBezTo>
                    <a:pt x="3728" y="226"/>
                    <a:pt x="3135" y="0"/>
                    <a:pt x="254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1471;p43">
              <a:extLst>
                <a:ext uri="{FF2B5EF4-FFF2-40B4-BE49-F238E27FC236}">
                  <a16:creationId xmlns:a16="http://schemas.microsoft.com/office/drawing/2014/main" id="{3C4C4CCD-21F7-5357-32E1-9089C7372511}"/>
                </a:ext>
              </a:extLst>
            </p:cNvPr>
            <p:cNvSpPr/>
            <p:nvPr/>
          </p:nvSpPr>
          <p:spPr>
            <a:xfrm>
              <a:off x="4611964" y="1382693"/>
              <a:ext cx="242814" cy="237553"/>
            </a:xfrm>
            <a:custGeom>
              <a:avLst/>
              <a:gdLst/>
              <a:ahLst/>
              <a:cxnLst/>
              <a:rect l="l" t="t" r="r" b="b"/>
              <a:pathLst>
                <a:path w="4939" h="4832" extrusionOk="0">
                  <a:moveTo>
                    <a:pt x="2570" y="201"/>
                  </a:moveTo>
                  <a:cubicBezTo>
                    <a:pt x="2631" y="201"/>
                    <a:pt x="2694" y="204"/>
                    <a:pt x="2753" y="208"/>
                  </a:cubicBezTo>
                  <a:cubicBezTo>
                    <a:pt x="3967" y="307"/>
                    <a:pt x="4872" y="1371"/>
                    <a:pt x="4774" y="2586"/>
                  </a:cubicBezTo>
                  <a:cubicBezTo>
                    <a:pt x="4679" y="3741"/>
                    <a:pt x="3713" y="4616"/>
                    <a:pt x="2575" y="4616"/>
                  </a:cubicBezTo>
                  <a:cubicBezTo>
                    <a:pt x="2515" y="4616"/>
                    <a:pt x="2455" y="4613"/>
                    <a:pt x="2394" y="4608"/>
                  </a:cubicBezTo>
                  <a:cubicBezTo>
                    <a:pt x="1179" y="4510"/>
                    <a:pt x="274" y="3444"/>
                    <a:pt x="372" y="2229"/>
                  </a:cubicBezTo>
                  <a:cubicBezTo>
                    <a:pt x="466" y="1085"/>
                    <a:pt x="1422" y="203"/>
                    <a:pt x="2570" y="201"/>
                  </a:cubicBezTo>
                  <a:close/>
                  <a:moveTo>
                    <a:pt x="2468" y="1"/>
                  </a:moveTo>
                  <a:cubicBezTo>
                    <a:pt x="1179" y="1"/>
                    <a:pt x="109" y="1018"/>
                    <a:pt x="55" y="2317"/>
                  </a:cubicBezTo>
                  <a:cubicBezTo>
                    <a:pt x="0" y="3649"/>
                    <a:pt x="1036" y="4777"/>
                    <a:pt x="2369" y="4832"/>
                  </a:cubicBezTo>
                  <a:lnTo>
                    <a:pt x="2570" y="4832"/>
                  </a:lnTo>
                  <a:cubicBezTo>
                    <a:pt x="3825" y="4780"/>
                    <a:pt x="4832" y="3773"/>
                    <a:pt x="4884" y="2518"/>
                  </a:cubicBezTo>
                  <a:cubicBezTo>
                    <a:pt x="4939" y="1184"/>
                    <a:pt x="3903" y="58"/>
                    <a:pt x="2570" y="3"/>
                  </a:cubicBezTo>
                  <a:cubicBezTo>
                    <a:pt x="2536" y="2"/>
                    <a:pt x="2502" y="1"/>
                    <a:pt x="246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1472;p43">
              <a:extLst>
                <a:ext uri="{FF2B5EF4-FFF2-40B4-BE49-F238E27FC236}">
                  <a16:creationId xmlns:a16="http://schemas.microsoft.com/office/drawing/2014/main" id="{B0F09AC8-E2CF-C3A4-1E5E-F7D568F78640}"/>
                </a:ext>
              </a:extLst>
            </p:cNvPr>
            <p:cNvSpPr/>
            <p:nvPr/>
          </p:nvSpPr>
          <p:spPr>
            <a:xfrm>
              <a:off x="4058836" y="1277338"/>
              <a:ext cx="367391" cy="367342"/>
            </a:xfrm>
            <a:custGeom>
              <a:avLst/>
              <a:gdLst/>
              <a:ahLst/>
              <a:cxnLst/>
              <a:rect l="l" t="t" r="r" b="b"/>
              <a:pathLst>
                <a:path w="7473" h="7472" extrusionOk="0">
                  <a:moveTo>
                    <a:pt x="3736" y="0"/>
                  </a:moveTo>
                  <a:cubicBezTo>
                    <a:pt x="1673" y="0"/>
                    <a:pt x="1" y="1673"/>
                    <a:pt x="1" y="3736"/>
                  </a:cubicBezTo>
                  <a:cubicBezTo>
                    <a:pt x="1" y="5800"/>
                    <a:pt x="1673" y="7472"/>
                    <a:pt x="3736" y="7472"/>
                  </a:cubicBezTo>
                  <a:cubicBezTo>
                    <a:pt x="5800" y="7472"/>
                    <a:pt x="7472" y="5800"/>
                    <a:pt x="7472" y="3736"/>
                  </a:cubicBezTo>
                  <a:cubicBezTo>
                    <a:pt x="7472" y="1673"/>
                    <a:pt x="5800" y="0"/>
                    <a:pt x="37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1473;p43">
              <a:extLst>
                <a:ext uri="{FF2B5EF4-FFF2-40B4-BE49-F238E27FC236}">
                  <a16:creationId xmlns:a16="http://schemas.microsoft.com/office/drawing/2014/main" id="{112894B2-61FF-93C4-EF5B-36598FC4B7DC}"/>
                </a:ext>
              </a:extLst>
            </p:cNvPr>
            <p:cNvSpPr/>
            <p:nvPr/>
          </p:nvSpPr>
          <p:spPr>
            <a:xfrm>
              <a:off x="4046103" y="1272618"/>
              <a:ext cx="393202" cy="377519"/>
            </a:xfrm>
            <a:custGeom>
              <a:avLst/>
              <a:gdLst/>
              <a:ahLst/>
              <a:cxnLst/>
              <a:rect l="l" t="t" r="r" b="b"/>
              <a:pathLst>
                <a:path w="7998" h="7679" extrusionOk="0">
                  <a:moveTo>
                    <a:pt x="3992" y="205"/>
                  </a:moveTo>
                  <a:cubicBezTo>
                    <a:pt x="4092" y="205"/>
                    <a:pt x="4193" y="210"/>
                    <a:pt x="4304" y="224"/>
                  </a:cubicBezTo>
                  <a:cubicBezTo>
                    <a:pt x="6163" y="369"/>
                    <a:pt x="7602" y="1913"/>
                    <a:pt x="7615" y="3779"/>
                  </a:cubicBezTo>
                  <a:cubicBezTo>
                    <a:pt x="7630" y="5760"/>
                    <a:pt x="6034" y="7379"/>
                    <a:pt x="4052" y="7392"/>
                  </a:cubicBezTo>
                  <a:cubicBezTo>
                    <a:pt x="4044" y="7392"/>
                    <a:pt x="4035" y="7392"/>
                    <a:pt x="4027" y="7392"/>
                  </a:cubicBezTo>
                  <a:cubicBezTo>
                    <a:pt x="2055" y="7392"/>
                    <a:pt x="452" y="5803"/>
                    <a:pt x="437" y="3828"/>
                  </a:cubicBezTo>
                  <a:cubicBezTo>
                    <a:pt x="423" y="1846"/>
                    <a:pt x="2020" y="227"/>
                    <a:pt x="4001" y="214"/>
                  </a:cubicBezTo>
                  <a:lnTo>
                    <a:pt x="3992" y="205"/>
                  </a:lnTo>
                  <a:close/>
                  <a:moveTo>
                    <a:pt x="3994" y="0"/>
                  </a:moveTo>
                  <a:cubicBezTo>
                    <a:pt x="2016" y="0"/>
                    <a:pt x="337" y="1519"/>
                    <a:pt x="173" y="3527"/>
                  </a:cubicBezTo>
                  <a:cubicBezTo>
                    <a:pt x="1" y="5640"/>
                    <a:pt x="1573" y="7492"/>
                    <a:pt x="3686" y="7665"/>
                  </a:cubicBezTo>
                  <a:cubicBezTo>
                    <a:pt x="3788" y="7678"/>
                    <a:pt x="3897" y="7678"/>
                    <a:pt x="4001" y="7678"/>
                  </a:cubicBezTo>
                  <a:cubicBezTo>
                    <a:pt x="5998" y="7677"/>
                    <a:pt x="7661" y="6143"/>
                    <a:pt x="7825" y="4152"/>
                  </a:cubicBezTo>
                  <a:cubicBezTo>
                    <a:pt x="7998" y="2040"/>
                    <a:pt x="6425" y="186"/>
                    <a:pt x="4311" y="13"/>
                  </a:cubicBezTo>
                  <a:cubicBezTo>
                    <a:pt x="4205" y="4"/>
                    <a:pt x="4099" y="0"/>
                    <a:pt x="399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1474;p43">
              <a:extLst>
                <a:ext uri="{FF2B5EF4-FFF2-40B4-BE49-F238E27FC236}">
                  <a16:creationId xmlns:a16="http://schemas.microsoft.com/office/drawing/2014/main" id="{CB1B7997-B938-DAB8-3138-1FC185CD50A0}"/>
                </a:ext>
              </a:extLst>
            </p:cNvPr>
            <p:cNvSpPr/>
            <p:nvPr/>
          </p:nvSpPr>
          <p:spPr>
            <a:xfrm>
              <a:off x="4105688" y="1335743"/>
              <a:ext cx="275998" cy="251466"/>
            </a:xfrm>
            <a:custGeom>
              <a:avLst/>
              <a:gdLst/>
              <a:ahLst/>
              <a:cxnLst/>
              <a:rect l="l" t="t" r="r" b="b"/>
              <a:pathLst>
                <a:path w="5614" h="5115" extrusionOk="0">
                  <a:moveTo>
                    <a:pt x="2807" y="0"/>
                  </a:moveTo>
                  <a:cubicBezTo>
                    <a:pt x="2153" y="0"/>
                    <a:pt x="1498" y="250"/>
                    <a:pt x="1000" y="750"/>
                  </a:cubicBezTo>
                  <a:cubicBezTo>
                    <a:pt x="1" y="1749"/>
                    <a:pt x="1" y="3367"/>
                    <a:pt x="1000" y="4366"/>
                  </a:cubicBezTo>
                  <a:cubicBezTo>
                    <a:pt x="1498" y="4865"/>
                    <a:pt x="2153" y="5114"/>
                    <a:pt x="2807" y="5114"/>
                  </a:cubicBezTo>
                  <a:cubicBezTo>
                    <a:pt x="3462" y="5114"/>
                    <a:pt x="4116" y="4865"/>
                    <a:pt x="4615" y="4366"/>
                  </a:cubicBezTo>
                  <a:cubicBezTo>
                    <a:pt x="5614" y="3367"/>
                    <a:pt x="5614" y="1749"/>
                    <a:pt x="4615" y="750"/>
                  </a:cubicBezTo>
                  <a:cubicBezTo>
                    <a:pt x="4116" y="250"/>
                    <a:pt x="3462" y="0"/>
                    <a:pt x="28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1475;p43">
              <a:extLst>
                <a:ext uri="{FF2B5EF4-FFF2-40B4-BE49-F238E27FC236}">
                  <a16:creationId xmlns:a16="http://schemas.microsoft.com/office/drawing/2014/main" id="{638C5DB9-0823-3CD4-D42E-A149D7B0AA50}"/>
                </a:ext>
              </a:extLst>
            </p:cNvPr>
            <p:cNvSpPr/>
            <p:nvPr/>
          </p:nvSpPr>
          <p:spPr>
            <a:xfrm>
              <a:off x="4107507" y="1330728"/>
              <a:ext cx="272754" cy="261938"/>
            </a:xfrm>
            <a:custGeom>
              <a:avLst/>
              <a:gdLst/>
              <a:ahLst/>
              <a:cxnLst/>
              <a:rect l="l" t="t" r="r" b="b"/>
              <a:pathLst>
                <a:path w="5548" h="5328" extrusionOk="0">
                  <a:moveTo>
                    <a:pt x="2976" y="201"/>
                  </a:moveTo>
                  <a:cubicBezTo>
                    <a:pt x="4252" y="253"/>
                    <a:pt x="5275" y="1276"/>
                    <a:pt x="5327" y="2552"/>
                  </a:cubicBezTo>
                  <a:cubicBezTo>
                    <a:pt x="5383" y="3907"/>
                    <a:pt x="4331" y="5050"/>
                    <a:pt x="2976" y="5105"/>
                  </a:cubicBezTo>
                  <a:cubicBezTo>
                    <a:pt x="2941" y="5107"/>
                    <a:pt x="2906" y="5108"/>
                    <a:pt x="2872" y="5108"/>
                  </a:cubicBezTo>
                  <a:cubicBezTo>
                    <a:pt x="1564" y="5108"/>
                    <a:pt x="477" y="4074"/>
                    <a:pt x="422" y="2754"/>
                  </a:cubicBezTo>
                  <a:cubicBezTo>
                    <a:pt x="367" y="1399"/>
                    <a:pt x="1420" y="256"/>
                    <a:pt x="2773" y="201"/>
                  </a:cubicBezTo>
                  <a:lnTo>
                    <a:pt x="2773" y="201"/>
                  </a:lnTo>
                  <a:lnTo>
                    <a:pt x="2769" y="205"/>
                  </a:lnTo>
                  <a:cubicBezTo>
                    <a:pt x="2791" y="205"/>
                    <a:pt x="2813" y="206"/>
                    <a:pt x="2836" y="206"/>
                  </a:cubicBezTo>
                  <a:cubicBezTo>
                    <a:pt x="2881" y="206"/>
                    <a:pt x="2927" y="205"/>
                    <a:pt x="2976" y="201"/>
                  </a:cubicBezTo>
                  <a:close/>
                  <a:moveTo>
                    <a:pt x="2770" y="0"/>
                  </a:moveTo>
                  <a:cubicBezTo>
                    <a:pt x="1397" y="0"/>
                    <a:pt x="230" y="1057"/>
                    <a:pt x="118" y="2451"/>
                  </a:cubicBezTo>
                  <a:cubicBezTo>
                    <a:pt x="1" y="3917"/>
                    <a:pt x="1094" y="5201"/>
                    <a:pt x="2560" y="5318"/>
                  </a:cubicBezTo>
                  <a:lnTo>
                    <a:pt x="2773" y="5318"/>
                  </a:lnTo>
                  <a:lnTo>
                    <a:pt x="2773" y="5327"/>
                  </a:lnTo>
                  <a:cubicBezTo>
                    <a:pt x="4162" y="5327"/>
                    <a:pt x="5318" y="4261"/>
                    <a:pt x="5429" y="2877"/>
                  </a:cubicBezTo>
                  <a:cubicBezTo>
                    <a:pt x="5547" y="1410"/>
                    <a:pt x="4453" y="126"/>
                    <a:pt x="2986" y="9"/>
                  </a:cubicBezTo>
                  <a:cubicBezTo>
                    <a:pt x="2914" y="3"/>
                    <a:pt x="2842" y="0"/>
                    <a:pt x="27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1476;p43">
              <a:extLst>
                <a:ext uri="{FF2B5EF4-FFF2-40B4-BE49-F238E27FC236}">
                  <a16:creationId xmlns:a16="http://schemas.microsoft.com/office/drawing/2014/main" id="{0828B334-718B-FE4E-1548-B3DF6000771D}"/>
                </a:ext>
              </a:extLst>
            </p:cNvPr>
            <p:cNvSpPr/>
            <p:nvPr/>
          </p:nvSpPr>
          <p:spPr>
            <a:xfrm>
              <a:off x="4118274" y="1445817"/>
              <a:ext cx="125954" cy="20796"/>
            </a:xfrm>
            <a:custGeom>
              <a:avLst/>
              <a:gdLst/>
              <a:ahLst/>
              <a:cxnLst/>
              <a:rect l="l" t="t" r="r" b="b"/>
              <a:pathLst>
                <a:path w="2562" h="423" extrusionOk="0">
                  <a:moveTo>
                    <a:pt x="19" y="1"/>
                  </a:moveTo>
                  <a:lnTo>
                    <a:pt x="1" y="214"/>
                  </a:lnTo>
                  <a:lnTo>
                    <a:pt x="2545" y="422"/>
                  </a:lnTo>
                  <a:lnTo>
                    <a:pt x="2562" y="209"/>
                  </a:lnTo>
                  <a:lnTo>
                    <a:pt x="1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1477;p43">
              <a:extLst>
                <a:ext uri="{FF2B5EF4-FFF2-40B4-BE49-F238E27FC236}">
                  <a16:creationId xmlns:a16="http://schemas.microsoft.com/office/drawing/2014/main" id="{363CD438-EC24-BEF6-8A96-860599397EBA}"/>
                </a:ext>
              </a:extLst>
            </p:cNvPr>
            <p:cNvSpPr/>
            <p:nvPr/>
          </p:nvSpPr>
          <p:spPr>
            <a:xfrm>
              <a:off x="4120339" y="1456092"/>
              <a:ext cx="124627" cy="39232"/>
            </a:xfrm>
            <a:custGeom>
              <a:avLst/>
              <a:gdLst/>
              <a:ahLst/>
              <a:cxnLst/>
              <a:rect l="l" t="t" r="r" b="b"/>
              <a:pathLst>
                <a:path w="2535" h="798" extrusionOk="0">
                  <a:moveTo>
                    <a:pt x="2485" y="0"/>
                  </a:moveTo>
                  <a:lnTo>
                    <a:pt x="0" y="589"/>
                  </a:lnTo>
                  <a:lnTo>
                    <a:pt x="50" y="797"/>
                  </a:lnTo>
                  <a:lnTo>
                    <a:pt x="2535" y="209"/>
                  </a:lnTo>
                  <a:lnTo>
                    <a:pt x="248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1478;p43">
              <a:extLst>
                <a:ext uri="{FF2B5EF4-FFF2-40B4-BE49-F238E27FC236}">
                  <a16:creationId xmlns:a16="http://schemas.microsoft.com/office/drawing/2014/main" id="{C789BA09-56BA-DD7E-A991-296EC8728678}"/>
                </a:ext>
              </a:extLst>
            </p:cNvPr>
            <p:cNvSpPr/>
            <p:nvPr/>
          </p:nvSpPr>
          <p:spPr>
            <a:xfrm>
              <a:off x="4133809" y="1456732"/>
              <a:ext cx="112680" cy="74285"/>
            </a:xfrm>
            <a:custGeom>
              <a:avLst/>
              <a:gdLst/>
              <a:ahLst/>
              <a:cxnLst/>
              <a:rect l="l" t="t" r="r" b="b"/>
              <a:pathLst>
                <a:path w="2292" h="1511" extrusionOk="0">
                  <a:moveTo>
                    <a:pt x="2182" y="1"/>
                  </a:moveTo>
                  <a:lnTo>
                    <a:pt x="0" y="1327"/>
                  </a:lnTo>
                  <a:lnTo>
                    <a:pt x="111" y="1511"/>
                  </a:lnTo>
                  <a:lnTo>
                    <a:pt x="2292" y="184"/>
                  </a:lnTo>
                  <a:lnTo>
                    <a:pt x="218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1479;p43">
              <a:extLst>
                <a:ext uri="{FF2B5EF4-FFF2-40B4-BE49-F238E27FC236}">
                  <a16:creationId xmlns:a16="http://schemas.microsoft.com/office/drawing/2014/main" id="{4183DEB2-5227-2F29-1308-0343A59D6601}"/>
                </a:ext>
              </a:extLst>
            </p:cNvPr>
            <p:cNvSpPr/>
            <p:nvPr/>
          </p:nvSpPr>
          <p:spPr>
            <a:xfrm>
              <a:off x="4157948" y="1457616"/>
              <a:ext cx="89722" cy="102111"/>
            </a:xfrm>
            <a:custGeom>
              <a:avLst/>
              <a:gdLst/>
              <a:ahLst/>
              <a:cxnLst/>
              <a:rect l="l" t="t" r="r" b="b"/>
              <a:pathLst>
                <a:path w="1825" h="2077" extrusionOk="0">
                  <a:moveTo>
                    <a:pt x="1662" y="1"/>
                  </a:moveTo>
                  <a:lnTo>
                    <a:pt x="1" y="1938"/>
                  </a:lnTo>
                  <a:lnTo>
                    <a:pt x="161" y="2076"/>
                  </a:lnTo>
                  <a:lnTo>
                    <a:pt x="1825" y="139"/>
                  </a:lnTo>
                  <a:lnTo>
                    <a:pt x="166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1480;p43">
              <a:extLst>
                <a:ext uri="{FF2B5EF4-FFF2-40B4-BE49-F238E27FC236}">
                  <a16:creationId xmlns:a16="http://schemas.microsoft.com/office/drawing/2014/main" id="{C3D28528-D1C6-C663-AE0F-F3B48AE01DF8}"/>
                </a:ext>
              </a:extLst>
            </p:cNvPr>
            <p:cNvSpPr/>
            <p:nvPr/>
          </p:nvSpPr>
          <p:spPr>
            <a:xfrm>
              <a:off x="4190395" y="1458944"/>
              <a:ext cx="58110" cy="119858"/>
            </a:xfrm>
            <a:custGeom>
              <a:avLst/>
              <a:gdLst/>
              <a:ahLst/>
              <a:cxnLst/>
              <a:rect l="l" t="t" r="r" b="b"/>
              <a:pathLst>
                <a:path w="1182" h="2438" extrusionOk="0">
                  <a:moveTo>
                    <a:pt x="984" y="0"/>
                  </a:moveTo>
                  <a:lnTo>
                    <a:pt x="0" y="2356"/>
                  </a:lnTo>
                  <a:lnTo>
                    <a:pt x="197" y="2438"/>
                  </a:lnTo>
                  <a:lnTo>
                    <a:pt x="1181" y="82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1481;p43">
              <a:extLst>
                <a:ext uri="{FF2B5EF4-FFF2-40B4-BE49-F238E27FC236}">
                  <a16:creationId xmlns:a16="http://schemas.microsoft.com/office/drawing/2014/main" id="{DA946E62-A14C-77C0-B830-0466D4AF2AF4}"/>
                </a:ext>
              </a:extLst>
            </p:cNvPr>
            <p:cNvSpPr/>
            <p:nvPr/>
          </p:nvSpPr>
          <p:spPr>
            <a:xfrm>
              <a:off x="4228398" y="1460910"/>
              <a:ext cx="20796" cy="126053"/>
            </a:xfrm>
            <a:custGeom>
              <a:avLst/>
              <a:gdLst/>
              <a:ahLst/>
              <a:cxnLst/>
              <a:rect l="l" t="t" r="r" b="b"/>
              <a:pathLst>
                <a:path w="423" h="2564" extrusionOk="0">
                  <a:moveTo>
                    <a:pt x="210" y="1"/>
                  </a:moveTo>
                  <a:lnTo>
                    <a:pt x="0" y="2545"/>
                  </a:lnTo>
                  <a:lnTo>
                    <a:pt x="213" y="2563"/>
                  </a:lnTo>
                  <a:lnTo>
                    <a:pt x="423" y="19"/>
                  </a:lnTo>
                  <a:lnTo>
                    <a:pt x="21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1482;p43">
              <a:extLst>
                <a:ext uri="{FF2B5EF4-FFF2-40B4-BE49-F238E27FC236}">
                  <a16:creationId xmlns:a16="http://schemas.microsoft.com/office/drawing/2014/main" id="{252ACB35-630B-E437-753F-99B7D5229E82}"/>
                </a:ext>
              </a:extLst>
            </p:cNvPr>
            <p:cNvSpPr/>
            <p:nvPr/>
          </p:nvSpPr>
          <p:spPr>
            <a:xfrm>
              <a:off x="4238673" y="1459976"/>
              <a:ext cx="39183" cy="124627"/>
            </a:xfrm>
            <a:custGeom>
              <a:avLst/>
              <a:gdLst/>
              <a:ahLst/>
              <a:cxnLst/>
              <a:rect l="l" t="t" r="r" b="b"/>
              <a:pathLst>
                <a:path w="797" h="2535" extrusionOk="0">
                  <a:moveTo>
                    <a:pt x="208" y="0"/>
                  </a:moveTo>
                  <a:lnTo>
                    <a:pt x="1" y="49"/>
                  </a:lnTo>
                  <a:lnTo>
                    <a:pt x="589" y="2535"/>
                  </a:lnTo>
                  <a:lnTo>
                    <a:pt x="796" y="2485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1483;p43">
              <a:extLst>
                <a:ext uri="{FF2B5EF4-FFF2-40B4-BE49-F238E27FC236}">
                  <a16:creationId xmlns:a16="http://schemas.microsoft.com/office/drawing/2014/main" id="{55E2D02F-6C99-72D9-2234-36118C5D50FD}"/>
                </a:ext>
              </a:extLst>
            </p:cNvPr>
            <p:cNvSpPr/>
            <p:nvPr/>
          </p:nvSpPr>
          <p:spPr>
            <a:xfrm>
              <a:off x="4239214" y="1458796"/>
              <a:ext cx="74285" cy="112680"/>
            </a:xfrm>
            <a:custGeom>
              <a:avLst/>
              <a:gdLst/>
              <a:ahLst/>
              <a:cxnLst/>
              <a:rect l="l" t="t" r="r" b="b"/>
              <a:pathLst>
                <a:path w="1511" h="2292" extrusionOk="0">
                  <a:moveTo>
                    <a:pt x="184" y="1"/>
                  </a:moveTo>
                  <a:lnTo>
                    <a:pt x="0" y="111"/>
                  </a:lnTo>
                  <a:lnTo>
                    <a:pt x="1327" y="2292"/>
                  </a:lnTo>
                  <a:lnTo>
                    <a:pt x="1510" y="2180"/>
                  </a:lnTo>
                  <a:lnTo>
                    <a:pt x="18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1484;p43">
              <a:extLst>
                <a:ext uri="{FF2B5EF4-FFF2-40B4-BE49-F238E27FC236}">
                  <a16:creationId xmlns:a16="http://schemas.microsoft.com/office/drawing/2014/main" id="{D246F42C-3949-DFED-55B5-ED1DA653A2F7}"/>
                </a:ext>
              </a:extLst>
            </p:cNvPr>
            <p:cNvSpPr/>
            <p:nvPr/>
          </p:nvSpPr>
          <p:spPr>
            <a:xfrm>
              <a:off x="4240295" y="1457321"/>
              <a:ext cx="102012" cy="89820"/>
            </a:xfrm>
            <a:custGeom>
              <a:avLst/>
              <a:gdLst/>
              <a:ahLst/>
              <a:cxnLst/>
              <a:rect l="l" t="t" r="r" b="b"/>
              <a:pathLst>
                <a:path w="2075" h="1827" extrusionOk="0">
                  <a:moveTo>
                    <a:pt x="139" y="1"/>
                  </a:moveTo>
                  <a:lnTo>
                    <a:pt x="1" y="162"/>
                  </a:lnTo>
                  <a:lnTo>
                    <a:pt x="1936" y="1826"/>
                  </a:lnTo>
                  <a:lnTo>
                    <a:pt x="2075" y="1664"/>
                  </a:lnTo>
                  <a:lnTo>
                    <a:pt x="13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1485;p43">
              <a:extLst>
                <a:ext uri="{FF2B5EF4-FFF2-40B4-BE49-F238E27FC236}">
                  <a16:creationId xmlns:a16="http://schemas.microsoft.com/office/drawing/2014/main" id="{E8A868C6-9410-B662-AC17-5452F1E184E6}"/>
                </a:ext>
              </a:extLst>
            </p:cNvPr>
            <p:cNvSpPr/>
            <p:nvPr/>
          </p:nvSpPr>
          <p:spPr>
            <a:xfrm>
              <a:off x="4241868" y="1456584"/>
              <a:ext cx="119907" cy="58110"/>
            </a:xfrm>
            <a:custGeom>
              <a:avLst/>
              <a:gdLst/>
              <a:ahLst/>
              <a:cxnLst/>
              <a:rect l="l" t="t" r="r" b="b"/>
              <a:pathLst>
                <a:path w="2439" h="1182" extrusionOk="0">
                  <a:moveTo>
                    <a:pt x="83" y="1"/>
                  </a:moveTo>
                  <a:lnTo>
                    <a:pt x="0" y="197"/>
                  </a:lnTo>
                  <a:lnTo>
                    <a:pt x="2355" y="1182"/>
                  </a:lnTo>
                  <a:lnTo>
                    <a:pt x="2439" y="985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1486;p43">
              <a:extLst>
                <a:ext uri="{FF2B5EF4-FFF2-40B4-BE49-F238E27FC236}">
                  <a16:creationId xmlns:a16="http://schemas.microsoft.com/office/drawing/2014/main" id="{2D466CB8-3AA1-9EBD-4F39-E5549528ABAA}"/>
                </a:ext>
              </a:extLst>
            </p:cNvPr>
            <p:cNvSpPr/>
            <p:nvPr/>
          </p:nvSpPr>
          <p:spPr>
            <a:xfrm>
              <a:off x="4243442" y="1456092"/>
              <a:ext cx="125954" cy="20747"/>
            </a:xfrm>
            <a:custGeom>
              <a:avLst/>
              <a:gdLst/>
              <a:ahLst/>
              <a:cxnLst/>
              <a:rect l="l" t="t" r="r" b="b"/>
              <a:pathLst>
                <a:path w="2562" h="422" extrusionOk="0">
                  <a:moveTo>
                    <a:pt x="19" y="0"/>
                  </a:moveTo>
                  <a:lnTo>
                    <a:pt x="1" y="213"/>
                  </a:lnTo>
                  <a:lnTo>
                    <a:pt x="2545" y="422"/>
                  </a:lnTo>
                  <a:lnTo>
                    <a:pt x="2562" y="209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1487;p43">
              <a:extLst>
                <a:ext uri="{FF2B5EF4-FFF2-40B4-BE49-F238E27FC236}">
                  <a16:creationId xmlns:a16="http://schemas.microsoft.com/office/drawing/2014/main" id="{B3C413BB-4BCA-C101-3EC0-9E1AB785843E}"/>
                </a:ext>
              </a:extLst>
            </p:cNvPr>
            <p:cNvSpPr/>
            <p:nvPr/>
          </p:nvSpPr>
          <p:spPr>
            <a:xfrm>
              <a:off x="4242507" y="1427234"/>
              <a:ext cx="124578" cy="39232"/>
            </a:xfrm>
            <a:custGeom>
              <a:avLst/>
              <a:gdLst/>
              <a:ahLst/>
              <a:cxnLst/>
              <a:rect l="l" t="t" r="r" b="b"/>
              <a:pathLst>
                <a:path w="2534" h="798" extrusionOk="0">
                  <a:moveTo>
                    <a:pt x="2484" y="1"/>
                  </a:moveTo>
                  <a:lnTo>
                    <a:pt x="0" y="589"/>
                  </a:lnTo>
                  <a:lnTo>
                    <a:pt x="50" y="797"/>
                  </a:lnTo>
                  <a:lnTo>
                    <a:pt x="2533" y="208"/>
                  </a:lnTo>
                  <a:lnTo>
                    <a:pt x="248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1488;p43">
              <a:extLst>
                <a:ext uri="{FF2B5EF4-FFF2-40B4-BE49-F238E27FC236}">
                  <a16:creationId xmlns:a16="http://schemas.microsoft.com/office/drawing/2014/main" id="{8989723E-8BC9-69B3-9FD8-659A437677BD}"/>
                </a:ext>
              </a:extLst>
            </p:cNvPr>
            <p:cNvSpPr/>
            <p:nvPr/>
          </p:nvSpPr>
          <p:spPr>
            <a:xfrm>
              <a:off x="4241033" y="1391444"/>
              <a:ext cx="112730" cy="74186"/>
            </a:xfrm>
            <a:custGeom>
              <a:avLst/>
              <a:gdLst/>
              <a:ahLst/>
              <a:cxnLst/>
              <a:rect l="l" t="t" r="r" b="b"/>
              <a:pathLst>
                <a:path w="2293" h="1509" extrusionOk="0">
                  <a:moveTo>
                    <a:pt x="2182" y="1"/>
                  </a:moveTo>
                  <a:lnTo>
                    <a:pt x="1" y="1327"/>
                  </a:lnTo>
                  <a:lnTo>
                    <a:pt x="111" y="1509"/>
                  </a:lnTo>
                  <a:lnTo>
                    <a:pt x="2292" y="184"/>
                  </a:lnTo>
                  <a:lnTo>
                    <a:pt x="218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1489;p43">
              <a:extLst>
                <a:ext uri="{FF2B5EF4-FFF2-40B4-BE49-F238E27FC236}">
                  <a16:creationId xmlns:a16="http://schemas.microsoft.com/office/drawing/2014/main" id="{8C650508-AD0E-440D-146B-3ED67630DEEE}"/>
                </a:ext>
              </a:extLst>
            </p:cNvPr>
            <p:cNvSpPr/>
            <p:nvPr/>
          </p:nvSpPr>
          <p:spPr>
            <a:xfrm>
              <a:off x="4239705" y="1362684"/>
              <a:ext cx="89820" cy="102111"/>
            </a:xfrm>
            <a:custGeom>
              <a:avLst/>
              <a:gdLst/>
              <a:ahLst/>
              <a:cxnLst/>
              <a:rect l="l" t="t" r="r" b="b"/>
              <a:pathLst>
                <a:path w="1827" h="2077" extrusionOk="0">
                  <a:moveTo>
                    <a:pt x="1665" y="1"/>
                  </a:moveTo>
                  <a:lnTo>
                    <a:pt x="1" y="1936"/>
                  </a:lnTo>
                  <a:lnTo>
                    <a:pt x="163" y="2076"/>
                  </a:lnTo>
                  <a:lnTo>
                    <a:pt x="1826" y="140"/>
                  </a:lnTo>
                  <a:lnTo>
                    <a:pt x="166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1490;p43">
              <a:extLst>
                <a:ext uri="{FF2B5EF4-FFF2-40B4-BE49-F238E27FC236}">
                  <a16:creationId xmlns:a16="http://schemas.microsoft.com/office/drawing/2014/main" id="{F690E40B-390E-EA50-FA65-B5B5EC82080E}"/>
                </a:ext>
              </a:extLst>
            </p:cNvPr>
            <p:cNvSpPr/>
            <p:nvPr/>
          </p:nvSpPr>
          <p:spPr>
            <a:xfrm>
              <a:off x="4239066" y="1343658"/>
              <a:ext cx="58159" cy="119858"/>
            </a:xfrm>
            <a:custGeom>
              <a:avLst/>
              <a:gdLst/>
              <a:ahLst/>
              <a:cxnLst/>
              <a:rect l="l" t="t" r="r" b="b"/>
              <a:pathLst>
                <a:path w="1183" h="2438" extrusionOk="0">
                  <a:moveTo>
                    <a:pt x="986" y="0"/>
                  </a:moveTo>
                  <a:lnTo>
                    <a:pt x="0" y="2356"/>
                  </a:lnTo>
                  <a:lnTo>
                    <a:pt x="197" y="2438"/>
                  </a:lnTo>
                  <a:lnTo>
                    <a:pt x="1183" y="84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1491;p43">
              <a:extLst>
                <a:ext uri="{FF2B5EF4-FFF2-40B4-BE49-F238E27FC236}">
                  <a16:creationId xmlns:a16="http://schemas.microsoft.com/office/drawing/2014/main" id="{3118E77E-85FF-D0E7-4EE9-69A95E41F1DD}"/>
                </a:ext>
              </a:extLst>
            </p:cNvPr>
            <p:cNvSpPr/>
            <p:nvPr/>
          </p:nvSpPr>
          <p:spPr>
            <a:xfrm>
              <a:off x="4238427" y="1335693"/>
              <a:ext cx="20648" cy="125954"/>
            </a:xfrm>
            <a:custGeom>
              <a:avLst/>
              <a:gdLst/>
              <a:ahLst/>
              <a:cxnLst/>
              <a:rect l="l" t="t" r="r" b="b"/>
              <a:pathLst>
                <a:path w="420" h="2562" extrusionOk="0">
                  <a:moveTo>
                    <a:pt x="207" y="0"/>
                  </a:moveTo>
                  <a:lnTo>
                    <a:pt x="0" y="2543"/>
                  </a:lnTo>
                  <a:lnTo>
                    <a:pt x="213" y="2561"/>
                  </a:lnTo>
                  <a:lnTo>
                    <a:pt x="420" y="16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1492;p43">
              <a:extLst>
                <a:ext uri="{FF2B5EF4-FFF2-40B4-BE49-F238E27FC236}">
                  <a16:creationId xmlns:a16="http://schemas.microsoft.com/office/drawing/2014/main" id="{85D56199-A934-93FD-D81F-B4DB382F1C32}"/>
                </a:ext>
              </a:extLst>
            </p:cNvPr>
            <p:cNvSpPr/>
            <p:nvPr/>
          </p:nvSpPr>
          <p:spPr>
            <a:xfrm>
              <a:off x="4209765" y="1337660"/>
              <a:ext cx="39133" cy="124578"/>
            </a:xfrm>
            <a:custGeom>
              <a:avLst/>
              <a:gdLst/>
              <a:ahLst/>
              <a:cxnLst/>
              <a:rect l="l" t="t" r="r" b="b"/>
              <a:pathLst>
                <a:path w="796" h="2534" extrusionOk="0">
                  <a:moveTo>
                    <a:pt x="208" y="0"/>
                  </a:moveTo>
                  <a:lnTo>
                    <a:pt x="1" y="49"/>
                  </a:lnTo>
                  <a:lnTo>
                    <a:pt x="589" y="2533"/>
                  </a:lnTo>
                  <a:lnTo>
                    <a:pt x="796" y="2484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1493;p43">
              <a:extLst>
                <a:ext uri="{FF2B5EF4-FFF2-40B4-BE49-F238E27FC236}">
                  <a16:creationId xmlns:a16="http://schemas.microsoft.com/office/drawing/2014/main" id="{9254657A-31E2-81E2-866B-5B40C4E97A04}"/>
                </a:ext>
              </a:extLst>
            </p:cNvPr>
            <p:cNvSpPr/>
            <p:nvPr/>
          </p:nvSpPr>
          <p:spPr>
            <a:xfrm>
              <a:off x="4174073" y="1351032"/>
              <a:ext cx="74285" cy="112730"/>
            </a:xfrm>
            <a:custGeom>
              <a:avLst/>
              <a:gdLst/>
              <a:ahLst/>
              <a:cxnLst/>
              <a:rect l="l" t="t" r="r" b="b"/>
              <a:pathLst>
                <a:path w="1511" h="2293" extrusionOk="0">
                  <a:moveTo>
                    <a:pt x="182" y="1"/>
                  </a:moveTo>
                  <a:lnTo>
                    <a:pt x="0" y="112"/>
                  </a:lnTo>
                  <a:lnTo>
                    <a:pt x="1327" y="2292"/>
                  </a:lnTo>
                  <a:lnTo>
                    <a:pt x="1510" y="2182"/>
                  </a:lnTo>
                  <a:lnTo>
                    <a:pt x="18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1494;p43">
              <a:extLst>
                <a:ext uri="{FF2B5EF4-FFF2-40B4-BE49-F238E27FC236}">
                  <a16:creationId xmlns:a16="http://schemas.microsoft.com/office/drawing/2014/main" id="{8D40ED38-DA30-45AE-CBAA-CB692B12F8BB}"/>
                </a:ext>
              </a:extLst>
            </p:cNvPr>
            <p:cNvSpPr/>
            <p:nvPr/>
          </p:nvSpPr>
          <p:spPr>
            <a:xfrm>
              <a:off x="4145166" y="1375515"/>
              <a:ext cx="102061" cy="89869"/>
            </a:xfrm>
            <a:custGeom>
              <a:avLst/>
              <a:gdLst/>
              <a:ahLst/>
              <a:cxnLst/>
              <a:rect l="l" t="t" r="r" b="b"/>
              <a:pathLst>
                <a:path w="2076" h="1828" extrusionOk="0">
                  <a:moveTo>
                    <a:pt x="140" y="0"/>
                  </a:moveTo>
                  <a:lnTo>
                    <a:pt x="0" y="162"/>
                  </a:lnTo>
                  <a:lnTo>
                    <a:pt x="1936" y="1827"/>
                  </a:lnTo>
                  <a:lnTo>
                    <a:pt x="2076" y="1665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1495;p43">
              <a:extLst>
                <a:ext uri="{FF2B5EF4-FFF2-40B4-BE49-F238E27FC236}">
                  <a16:creationId xmlns:a16="http://schemas.microsoft.com/office/drawing/2014/main" id="{B7B0D12E-B5AE-B9A9-C2BB-8AB2FE7ADA8C}"/>
                </a:ext>
              </a:extLst>
            </p:cNvPr>
            <p:cNvSpPr/>
            <p:nvPr/>
          </p:nvSpPr>
          <p:spPr>
            <a:xfrm>
              <a:off x="4126041" y="1408061"/>
              <a:ext cx="119858" cy="58159"/>
            </a:xfrm>
            <a:custGeom>
              <a:avLst/>
              <a:gdLst/>
              <a:ahLst/>
              <a:cxnLst/>
              <a:rect l="l" t="t" r="r" b="b"/>
              <a:pathLst>
                <a:path w="2438" h="1183" extrusionOk="0">
                  <a:moveTo>
                    <a:pt x="82" y="1"/>
                  </a:moveTo>
                  <a:lnTo>
                    <a:pt x="1" y="197"/>
                  </a:lnTo>
                  <a:lnTo>
                    <a:pt x="2356" y="1183"/>
                  </a:lnTo>
                  <a:lnTo>
                    <a:pt x="2438" y="985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1496;p43">
              <a:extLst>
                <a:ext uri="{FF2B5EF4-FFF2-40B4-BE49-F238E27FC236}">
                  <a16:creationId xmlns:a16="http://schemas.microsoft.com/office/drawing/2014/main" id="{77791376-111B-F987-4700-887B66D63D3C}"/>
                </a:ext>
              </a:extLst>
            </p:cNvPr>
            <p:cNvSpPr/>
            <p:nvPr/>
          </p:nvSpPr>
          <p:spPr>
            <a:xfrm>
              <a:off x="4170534" y="1392083"/>
              <a:ext cx="143899" cy="138097"/>
            </a:xfrm>
            <a:custGeom>
              <a:avLst/>
              <a:gdLst/>
              <a:ahLst/>
              <a:cxnLst/>
              <a:rect l="l" t="t" r="r" b="b"/>
              <a:pathLst>
                <a:path w="2927" h="2809" extrusionOk="0">
                  <a:moveTo>
                    <a:pt x="1463" y="0"/>
                  </a:moveTo>
                  <a:cubicBezTo>
                    <a:pt x="742" y="0"/>
                    <a:pt x="128" y="554"/>
                    <a:pt x="66" y="1286"/>
                  </a:cubicBezTo>
                  <a:cubicBezTo>
                    <a:pt x="1" y="2057"/>
                    <a:pt x="573" y="2736"/>
                    <a:pt x="1345" y="2803"/>
                  </a:cubicBezTo>
                  <a:cubicBezTo>
                    <a:pt x="1386" y="2807"/>
                    <a:pt x="1426" y="2808"/>
                    <a:pt x="1466" y="2808"/>
                  </a:cubicBezTo>
                  <a:cubicBezTo>
                    <a:pt x="2187" y="2808"/>
                    <a:pt x="2800" y="2255"/>
                    <a:pt x="2863" y="1523"/>
                  </a:cubicBezTo>
                  <a:cubicBezTo>
                    <a:pt x="2863" y="1523"/>
                    <a:pt x="2863" y="1521"/>
                    <a:pt x="2863" y="1520"/>
                  </a:cubicBezTo>
                  <a:cubicBezTo>
                    <a:pt x="2927" y="749"/>
                    <a:pt x="2355" y="71"/>
                    <a:pt x="1584" y="6"/>
                  </a:cubicBezTo>
                  <a:cubicBezTo>
                    <a:pt x="1543" y="2"/>
                    <a:pt x="1503" y="0"/>
                    <a:pt x="146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1497;p43">
              <a:extLst>
                <a:ext uri="{FF2B5EF4-FFF2-40B4-BE49-F238E27FC236}">
                  <a16:creationId xmlns:a16="http://schemas.microsoft.com/office/drawing/2014/main" id="{ED40B303-8DFC-2097-C296-F63806D41A3F}"/>
                </a:ext>
              </a:extLst>
            </p:cNvPr>
            <p:cNvSpPr/>
            <p:nvPr/>
          </p:nvSpPr>
          <p:spPr>
            <a:xfrm>
              <a:off x="4165273" y="1387117"/>
              <a:ext cx="155108" cy="148520"/>
            </a:xfrm>
            <a:custGeom>
              <a:avLst/>
              <a:gdLst/>
              <a:ahLst/>
              <a:cxnLst/>
              <a:rect l="l" t="t" r="r" b="b"/>
              <a:pathLst>
                <a:path w="3155" h="3021" extrusionOk="0">
                  <a:moveTo>
                    <a:pt x="1682" y="209"/>
                  </a:moveTo>
                  <a:cubicBezTo>
                    <a:pt x="2356" y="238"/>
                    <a:pt x="2897" y="778"/>
                    <a:pt x="2923" y="1451"/>
                  </a:cubicBezTo>
                  <a:cubicBezTo>
                    <a:pt x="2953" y="2167"/>
                    <a:pt x="2398" y="2770"/>
                    <a:pt x="1682" y="2800"/>
                  </a:cubicBezTo>
                  <a:cubicBezTo>
                    <a:pt x="1663" y="2801"/>
                    <a:pt x="1645" y="2801"/>
                    <a:pt x="1627" y="2801"/>
                  </a:cubicBezTo>
                  <a:cubicBezTo>
                    <a:pt x="936" y="2801"/>
                    <a:pt x="362" y="2255"/>
                    <a:pt x="333" y="1558"/>
                  </a:cubicBezTo>
                  <a:cubicBezTo>
                    <a:pt x="303" y="842"/>
                    <a:pt x="860" y="239"/>
                    <a:pt x="1574" y="209"/>
                  </a:cubicBezTo>
                  <a:close/>
                  <a:moveTo>
                    <a:pt x="1572" y="0"/>
                  </a:moveTo>
                  <a:cubicBezTo>
                    <a:pt x="795" y="0"/>
                    <a:pt x="134" y="597"/>
                    <a:pt x="69" y="1387"/>
                  </a:cubicBezTo>
                  <a:cubicBezTo>
                    <a:pt x="1" y="2218"/>
                    <a:pt x="620" y="2947"/>
                    <a:pt x="1451" y="3016"/>
                  </a:cubicBezTo>
                  <a:lnTo>
                    <a:pt x="1574" y="3016"/>
                  </a:lnTo>
                  <a:lnTo>
                    <a:pt x="1574" y="3020"/>
                  </a:lnTo>
                  <a:cubicBezTo>
                    <a:pt x="1578" y="3020"/>
                    <a:pt x="1582" y="3020"/>
                    <a:pt x="1586" y="3020"/>
                  </a:cubicBezTo>
                  <a:cubicBezTo>
                    <a:pt x="2376" y="3020"/>
                    <a:pt x="3032" y="2411"/>
                    <a:pt x="3092" y="1624"/>
                  </a:cubicBezTo>
                  <a:cubicBezTo>
                    <a:pt x="3154" y="791"/>
                    <a:pt x="2530" y="66"/>
                    <a:pt x="1698" y="5"/>
                  </a:cubicBezTo>
                  <a:cubicBezTo>
                    <a:pt x="1656" y="2"/>
                    <a:pt x="1614" y="0"/>
                    <a:pt x="157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1498;p43">
              <a:extLst>
                <a:ext uri="{FF2B5EF4-FFF2-40B4-BE49-F238E27FC236}">
                  <a16:creationId xmlns:a16="http://schemas.microsoft.com/office/drawing/2014/main" id="{822095A2-26E8-0397-090B-DE523780511A}"/>
                </a:ext>
              </a:extLst>
            </p:cNvPr>
            <p:cNvSpPr/>
            <p:nvPr/>
          </p:nvSpPr>
          <p:spPr>
            <a:xfrm>
              <a:off x="3138072" y="1161953"/>
              <a:ext cx="470928" cy="471026"/>
            </a:xfrm>
            <a:custGeom>
              <a:avLst/>
              <a:gdLst/>
              <a:ahLst/>
              <a:cxnLst/>
              <a:rect l="l" t="t" r="r" b="b"/>
              <a:pathLst>
                <a:path w="9579" h="9581" extrusionOk="0">
                  <a:moveTo>
                    <a:pt x="4790" y="1"/>
                  </a:moveTo>
                  <a:cubicBezTo>
                    <a:pt x="2144" y="1"/>
                    <a:pt x="0" y="2145"/>
                    <a:pt x="0" y="4791"/>
                  </a:cubicBezTo>
                  <a:cubicBezTo>
                    <a:pt x="0" y="7437"/>
                    <a:pt x="2144" y="9581"/>
                    <a:pt x="4790" y="9581"/>
                  </a:cubicBezTo>
                  <a:cubicBezTo>
                    <a:pt x="7435" y="9581"/>
                    <a:pt x="9579" y="7437"/>
                    <a:pt x="9579" y="4791"/>
                  </a:cubicBezTo>
                  <a:cubicBezTo>
                    <a:pt x="9579" y="2145"/>
                    <a:pt x="7435" y="1"/>
                    <a:pt x="47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1499;p43">
              <a:extLst>
                <a:ext uri="{FF2B5EF4-FFF2-40B4-BE49-F238E27FC236}">
                  <a16:creationId xmlns:a16="http://schemas.microsoft.com/office/drawing/2014/main" id="{D7755E79-54D6-BA2D-C616-5FD0ADB25080}"/>
                </a:ext>
              </a:extLst>
            </p:cNvPr>
            <p:cNvSpPr/>
            <p:nvPr/>
          </p:nvSpPr>
          <p:spPr>
            <a:xfrm>
              <a:off x="3123372" y="1157627"/>
              <a:ext cx="501064" cy="480613"/>
            </a:xfrm>
            <a:custGeom>
              <a:avLst/>
              <a:gdLst/>
              <a:ahLst/>
              <a:cxnLst/>
              <a:rect l="l" t="t" r="r" b="b"/>
              <a:pathLst>
                <a:path w="10192" h="9776" extrusionOk="0">
                  <a:moveTo>
                    <a:pt x="5072" y="196"/>
                  </a:moveTo>
                  <a:cubicBezTo>
                    <a:pt x="5075" y="196"/>
                    <a:pt x="5078" y="196"/>
                    <a:pt x="5080" y="196"/>
                  </a:cubicBezTo>
                  <a:cubicBezTo>
                    <a:pt x="5211" y="196"/>
                    <a:pt x="5339" y="202"/>
                    <a:pt x="5470" y="214"/>
                  </a:cubicBezTo>
                  <a:cubicBezTo>
                    <a:pt x="7902" y="421"/>
                    <a:pt x="9768" y="2458"/>
                    <a:pt x="9763" y="4898"/>
                  </a:cubicBezTo>
                  <a:cubicBezTo>
                    <a:pt x="9757" y="7485"/>
                    <a:pt x="7659" y="9579"/>
                    <a:pt x="5072" y="9579"/>
                  </a:cubicBezTo>
                  <a:cubicBezTo>
                    <a:pt x="5068" y="9579"/>
                    <a:pt x="5065" y="9579"/>
                    <a:pt x="5061" y="9579"/>
                  </a:cubicBezTo>
                  <a:cubicBezTo>
                    <a:pt x="2470" y="9575"/>
                    <a:pt x="374" y="7470"/>
                    <a:pt x="380" y="4879"/>
                  </a:cubicBezTo>
                  <a:cubicBezTo>
                    <a:pt x="384" y="2291"/>
                    <a:pt x="2485" y="196"/>
                    <a:pt x="5072" y="196"/>
                  </a:cubicBezTo>
                  <a:close/>
                  <a:moveTo>
                    <a:pt x="5092" y="0"/>
                  </a:moveTo>
                  <a:cubicBezTo>
                    <a:pt x="2577" y="0"/>
                    <a:pt x="440" y="1929"/>
                    <a:pt x="225" y="4480"/>
                  </a:cubicBezTo>
                  <a:cubicBezTo>
                    <a:pt x="0" y="7170"/>
                    <a:pt x="1998" y="9533"/>
                    <a:pt x="4689" y="9760"/>
                  </a:cubicBezTo>
                  <a:cubicBezTo>
                    <a:pt x="4824" y="9776"/>
                    <a:pt x="4960" y="9776"/>
                    <a:pt x="5091" y="9776"/>
                  </a:cubicBezTo>
                  <a:cubicBezTo>
                    <a:pt x="5093" y="9776"/>
                    <a:pt x="5095" y="9776"/>
                    <a:pt x="5097" y="9776"/>
                  </a:cubicBezTo>
                  <a:cubicBezTo>
                    <a:pt x="7637" y="9776"/>
                    <a:pt x="9754" y="7828"/>
                    <a:pt x="9967" y="5296"/>
                  </a:cubicBezTo>
                  <a:cubicBezTo>
                    <a:pt x="10192" y="2607"/>
                    <a:pt x="8194" y="242"/>
                    <a:pt x="5505" y="17"/>
                  </a:cubicBezTo>
                  <a:cubicBezTo>
                    <a:pt x="5366" y="6"/>
                    <a:pt x="5229" y="0"/>
                    <a:pt x="509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1500;p43">
              <a:extLst>
                <a:ext uri="{FF2B5EF4-FFF2-40B4-BE49-F238E27FC236}">
                  <a16:creationId xmlns:a16="http://schemas.microsoft.com/office/drawing/2014/main" id="{1F7367F0-4CE8-968B-5525-C83EBFC0AFA7}"/>
                </a:ext>
              </a:extLst>
            </p:cNvPr>
            <p:cNvSpPr/>
            <p:nvPr/>
          </p:nvSpPr>
          <p:spPr>
            <a:xfrm>
              <a:off x="3079372" y="1161953"/>
              <a:ext cx="493985" cy="470977"/>
            </a:xfrm>
            <a:custGeom>
              <a:avLst/>
              <a:gdLst/>
              <a:ahLst/>
              <a:cxnLst/>
              <a:rect l="l" t="t" r="r" b="b"/>
              <a:pathLst>
                <a:path w="10048" h="9580" extrusionOk="0">
                  <a:moveTo>
                    <a:pt x="5258" y="1"/>
                  </a:moveTo>
                  <a:cubicBezTo>
                    <a:pt x="4033" y="1"/>
                    <a:pt x="2807" y="468"/>
                    <a:pt x="1872" y="1403"/>
                  </a:cubicBezTo>
                  <a:cubicBezTo>
                    <a:pt x="0" y="3274"/>
                    <a:pt x="0" y="6307"/>
                    <a:pt x="1872" y="8177"/>
                  </a:cubicBezTo>
                  <a:cubicBezTo>
                    <a:pt x="2770" y="9074"/>
                    <a:pt x="3988" y="9579"/>
                    <a:pt x="5258" y="9579"/>
                  </a:cubicBezTo>
                  <a:cubicBezTo>
                    <a:pt x="6529" y="9579"/>
                    <a:pt x="7747" y="9074"/>
                    <a:pt x="8645" y="8177"/>
                  </a:cubicBezTo>
                  <a:cubicBezTo>
                    <a:pt x="9543" y="7279"/>
                    <a:pt x="10048" y="6061"/>
                    <a:pt x="10048" y="4791"/>
                  </a:cubicBezTo>
                  <a:cubicBezTo>
                    <a:pt x="10048" y="3519"/>
                    <a:pt x="9543" y="2301"/>
                    <a:pt x="8645" y="1403"/>
                  </a:cubicBezTo>
                  <a:cubicBezTo>
                    <a:pt x="7710" y="468"/>
                    <a:pt x="6484" y="1"/>
                    <a:pt x="5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1501;p43">
              <a:extLst>
                <a:ext uri="{FF2B5EF4-FFF2-40B4-BE49-F238E27FC236}">
                  <a16:creationId xmlns:a16="http://schemas.microsoft.com/office/drawing/2014/main" id="{E5E868E6-60F0-1940-3039-664D747565D1}"/>
                </a:ext>
              </a:extLst>
            </p:cNvPr>
            <p:cNvSpPr/>
            <p:nvPr/>
          </p:nvSpPr>
          <p:spPr>
            <a:xfrm>
              <a:off x="3087926" y="1157824"/>
              <a:ext cx="500868" cy="480416"/>
            </a:xfrm>
            <a:custGeom>
              <a:avLst/>
              <a:gdLst/>
              <a:ahLst/>
              <a:cxnLst/>
              <a:rect l="l" t="t" r="r" b="b"/>
              <a:pathLst>
                <a:path w="10188" h="9772" extrusionOk="0">
                  <a:moveTo>
                    <a:pt x="5073" y="192"/>
                  </a:moveTo>
                  <a:cubicBezTo>
                    <a:pt x="5079" y="192"/>
                    <a:pt x="5084" y="192"/>
                    <a:pt x="5090" y="192"/>
                  </a:cubicBezTo>
                  <a:lnTo>
                    <a:pt x="5084" y="192"/>
                  </a:lnTo>
                  <a:cubicBezTo>
                    <a:pt x="5207" y="192"/>
                    <a:pt x="5338" y="200"/>
                    <a:pt x="5474" y="210"/>
                  </a:cubicBezTo>
                  <a:cubicBezTo>
                    <a:pt x="7907" y="418"/>
                    <a:pt x="9772" y="2458"/>
                    <a:pt x="9765" y="4900"/>
                  </a:cubicBezTo>
                  <a:cubicBezTo>
                    <a:pt x="9756" y="7485"/>
                    <a:pt x="7657" y="9575"/>
                    <a:pt x="5073" y="9575"/>
                  </a:cubicBezTo>
                  <a:cubicBezTo>
                    <a:pt x="5068" y="9575"/>
                    <a:pt x="5062" y="9575"/>
                    <a:pt x="5057" y="9575"/>
                  </a:cubicBezTo>
                  <a:cubicBezTo>
                    <a:pt x="2466" y="9566"/>
                    <a:pt x="373" y="7458"/>
                    <a:pt x="382" y="4867"/>
                  </a:cubicBezTo>
                  <a:cubicBezTo>
                    <a:pt x="391" y="2282"/>
                    <a:pt x="2490" y="192"/>
                    <a:pt x="5073" y="192"/>
                  </a:cubicBezTo>
                  <a:close/>
                  <a:moveTo>
                    <a:pt x="5089" y="1"/>
                  </a:moveTo>
                  <a:cubicBezTo>
                    <a:pt x="2575" y="1"/>
                    <a:pt x="440" y="1928"/>
                    <a:pt x="225" y="4479"/>
                  </a:cubicBezTo>
                  <a:cubicBezTo>
                    <a:pt x="1" y="7168"/>
                    <a:pt x="1997" y="9529"/>
                    <a:pt x="4686" y="9756"/>
                  </a:cubicBezTo>
                  <a:cubicBezTo>
                    <a:pt x="4820" y="9772"/>
                    <a:pt x="4956" y="9772"/>
                    <a:pt x="5090" y="9772"/>
                  </a:cubicBezTo>
                  <a:cubicBezTo>
                    <a:pt x="5092" y="9772"/>
                    <a:pt x="5094" y="9772"/>
                    <a:pt x="5095" y="9772"/>
                  </a:cubicBezTo>
                  <a:cubicBezTo>
                    <a:pt x="7635" y="9772"/>
                    <a:pt x="9750" y="7825"/>
                    <a:pt x="9963" y="5295"/>
                  </a:cubicBezTo>
                  <a:cubicBezTo>
                    <a:pt x="10188" y="2606"/>
                    <a:pt x="8191" y="243"/>
                    <a:pt x="5502" y="18"/>
                  </a:cubicBezTo>
                  <a:cubicBezTo>
                    <a:pt x="5364" y="6"/>
                    <a:pt x="5226" y="1"/>
                    <a:pt x="508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1502;p43">
              <a:extLst>
                <a:ext uri="{FF2B5EF4-FFF2-40B4-BE49-F238E27FC236}">
                  <a16:creationId xmlns:a16="http://schemas.microsoft.com/office/drawing/2014/main" id="{FEED189F-05CC-14B0-E0C0-1B75F5E5673D}"/>
                </a:ext>
              </a:extLst>
            </p:cNvPr>
            <p:cNvSpPr/>
            <p:nvPr/>
          </p:nvSpPr>
          <p:spPr>
            <a:xfrm>
              <a:off x="3187480" y="1247053"/>
              <a:ext cx="300874" cy="300973"/>
            </a:xfrm>
            <a:custGeom>
              <a:avLst/>
              <a:gdLst/>
              <a:ahLst/>
              <a:cxnLst/>
              <a:rect l="l" t="t" r="r" b="b"/>
              <a:pathLst>
                <a:path w="6120" h="6122" extrusionOk="0">
                  <a:moveTo>
                    <a:pt x="3060" y="0"/>
                  </a:moveTo>
                  <a:cubicBezTo>
                    <a:pt x="1370" y="0"/>
                    <a:pt x="0" y="1370"/>
                    <a:pt x="0" y="3060"/>
                  </a:cubicBezTo>
                  <a:cubicBezTo>
                    <a:pt x="0" y="4750"/>
                    <a:pt x="1370" y="6121"/>
                    <a:pt x="3060" y="6121"/>
                  </a:cubicBezTo>
                  <a:cubicBezTo>
                    <a:pt x="4750" y="6121"/>
                    <a:pt x="6120" y="4750"/>
                    <a:pt x="6120" y="3060"/>
                  </a:cubicBezTo>
                  <a:cubicBezTo>
                    <a:pt x="6120" y="1370"/>
                    <a:pt x="4750" y="0"/>
                    <a:pt x="30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1503;p43">
              <a:extLst>
                <a:ext uri="{FF2B5EF4-FFF2-40B4-BE49-F238E27FC236}">
                  <a16:creationId xmlns:a16="http://schemas.microsoft.com/office/drawing/2014/main" id="{746A9A26-58F9-E0A7-AC7B-8CC561A0511D}"/>
                </a:ext>
              </a:extLst>
            </p:cNvPr>
            <p:cNvSpPr/>
            <p:nvPr/>
          </p:nvSpPr>
          <p:spPr>
            <a:xfrm>
              <a:off x="3175976" y="1242236"/>
              <a:ext cx="324030" cy="310953"/>
            </a:xfrm>
            <a:custGeom>
              <a:avLst/>
              <a:gdLst/>
              <a:ahLst/>
              <a:cxnLst/>
              <a:rect l="l" t="t" r="r" b="b"/>
              <a:pathLst>
                <a:path w="6591" h="6325" extrusionOk="0">
                  <a:moveTo>
                    <a:pt x="3290" y="205"/>
                  </a:moveTo>
                  <a:cubicBezTo>
                    <a:pt x="3372" y="205"/>
                    <a:pt x="3455" y="207"/>
                    <a:pt x="3535" y="214"/>
                  </a:cubicBezTo>
                  <a:cubicBezTo>
                    <a:pt x="5158" y="347"/>
                    <a:pt x="6366" y="1770"/>
                    <a:pt x="6235" y="3393"/>
                  </a:cubicBezTo>
                  <a:cubicBezTo>
                    <a:pt x="6110" y="4937"/>
                    <a:pt x="4819" y="6107"/>
                    <a:pt x="3296" y="6107"/>
                  </a:cubicBezTo>
                  <a:cubicBezTo>
                    <a:pt x="3217" y="6107"/>
                    <a:pt x="3137" y="6103"/>
                    <a:pt x="3056" y="6097"/>
                  </a:cubicBezTo>
                  <a:cubicBezTo>
                    <a:pt x="1432" y="5966"/>
                    <a:pt x="220" y="4542"/>
                    <a:pt x="352" y="2918"/>
                  </a:cubicBezTo>
                  <a:cubicBezTo>
                    <a:pt x="477" y="1387"/>
                    <a:pt x="1755" y="208"/>
                    <a:pt x="3290" y="205"/>
                  </a:cubicBezTo>
                  <a:close/>
                  <a:moveTo>
                    <a:pt x="3290" y="1"/>
                  </a:moveTo>
                  <a:cubicBezTo>
                    <a:pt x="1662" y="1"/>
                    <a:pt x="279" y="1251"/>
                    <a:pt x="144" y="2903"/>
                  </a:cubicBezTo>
                  <a:cubicBezTo>
                    <a:pt x="1" y="4644"/>
                    <a:pt x="1295" y="6171"/>
                    <a:pt x="3037" y="6314"/>
                  </a:cubicBezTo>
                  <a:cubicBezTo>
                    <a:pt x="3123" y="6325"/>
                    <a:pt x="3214" y="6325"/>
                    <a:pt x="3300" y="6325"/>
                  </a:cubicBezTo>
                  <a:cubicBezTo>
                    <a:pt x="4944" y="6323"/>
                    <a:pt x="6312" y="5061"/>
                    <a:pt x="6448" y="3423"/>
                  </a:cubicBezTo>
                  <a:cubicBezTo>
                    <a:pt x="6591" y="1682"/>
                    <a:pt x="5295" y="155"/>
                    <a:pt x="3555" y="12"/>
                  </a:cubicBezTo>
                  <a:cubicBezTo>
                    <a:pt x="3466" y="4"/>
                    <a:pt x="3378" y="1"/>
                    <a:pt x="329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1504;p43">
              <a:extLst>
                <a:ext uri="{FF2B5EF4-FFF2-40B4-BE49-F238E27FC236}">
                  <a16:creationId xmlns:a16="http://schemas.microsoft.com/office/drawing/2014/main" id="{FCE01504-4E35-C2B2-DAFD-2E084A034269}"/>
                </a:ext>
              </a:extLst>
            </p:cNvPr>
            <p:cNvSpPr/>
            <p:nvPr/>
          </p:nvSpPr>
          <p:spPr>
            <a:xfrm>
              <a:off x="3187923" y="1380087"/>
              <a:ext cx="150634" cy="22762"/>
            </a:xfrm>
            <a:custGeom>
              <a:avLst/>
              <a:gdLst/>
              <a:ahLst/>
              <a:cxnLst/>
              <a:rect l="l" t="t" r="r" b="b"/>
              <a:pathLst>
                <a:path w="3064" h="463" extrusionOk="0">
                  <a:moveTo>
                    <a:pt x="18" y="1"/>
                  </a:moveTo>
                  <a:lnTo>
                    <a:pt x="0" y="214"/>
                  </a:lnTo>
                  <a:lnTo>
                    <a:pt x="3047" y="462"/>
                  </a:lnTo>
                  <a:lnTo>
                    <a:pt x="3063" y="250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1505;p43">
              <a:extLst>
                <a:ext uri="{FF2B5EF4-FFF2-40B4-BE49-F238E27FC236}">
                  <a16:creationId xmlns:a16="http://schemas.microsoft.com/office/drawing/2014/main" id="{12D452ED-49B7-A41C-E0CD-06A15CE892A9}"/>
                </a:ext>
              </a:extLst>
            </p:cNvPr>
            <p:cNvSpPr/>
            <p:nvPr/>
          </p:nvSpPr>
          <p:spPr>
            <a:xfrm>
              <a:off x="3190528" y="1392329"/>
              <a:ext cx="148667" cy="44935"/>
            </a:xfrm>
            <a:custGeom>
              <a:avLst/>
              <a:gdLst/>
              <a:ahLst/>
              <a:cxnLst/>
              <a:rect l="l" t="t" r="r" b="b"/>
              <a:pathLst>
                <a:path w="3024" h="914" extrusionOk="0">
                  <a:moveTo>
                    <a:pt x="2974" y="1"/>
                  </a:moveTo>
                  <a:lnTo>
                    <a:pt x="1" y="705"/>
                  </a:lnTo>
                  <a:lnTo>
                    <a:pt x="50" y="913"/>
                  </a:lnTo>
                  <a:lnTo>
                    <a:pt x="3024" y="208"/>
                  </a:lnTo>
                  <a:lnTo>
                    <a:pt x="297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1506;p43">
              <a:extLst>
                <a:ext uri="{FF2B5EF4-FFF2-40B4-BE49-F238E27FC236}">
                  <a16:creationId xmlns:a16="http://schemas.microsoft.com/office/drawing/2014/main" id="{C8042FFF-A1DF-E132-BF25-2A8B36E9CFF4}"/>
                </a:ext>
              </a:extLst>
            </p:cNvPr>
            <p:cNvSpPr/>
            <p:nvPr/>
          </p:nvSpPr>
          <p:spPr>
            <a:xfrm>
              <a:off x="3206899" y="1392919"/>
              <a:ext cx="133820" cy="87067"/>
            </a:xfrm>
            <a:custGeom>
              <a:avLst/>
              <a:gdLst/>
              <a:ahLst/>
              <a:cxnLst/>
              <a:rect l="l" t="t" r="r" b="b"/>
              <a:pathLst>
                <a:path w="2722" h="1771" extrusionOk="0">
                  <a:moveTo>
                    <a:pt x="2612" y="0"/>
                  </a:moveTo>
                  <a:lnTo>
                    <a:pt x="0" y="1588"/>
                  </a:lnTo>
                  <a:lnTo>
                    <a:pt x="112" y="1771"/>
                  </a:lnTo>
                  <a:lnTo>
                    <a:pt x="2722" y="182"/>
                  </a:lnTo>
                  <a:lnTo>
                    <a:pt x="261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1507;p43">
              <a:extLst>
                <a:ext uri="{FF2B5EF4-FFF2-40B4-BE49-F238E27FC236}">
                  <a16:creationId xmlns:a16="http://schemas.microsoft.com/office/drawing/2014/main" id="{A3790AE5-B618-E89B-08DE-5B38B528D0FB}"/>
                </a:ext>
              </a:extLst>
            </p:cNvPr>
            <p:cNvSpPr/>
            <p:nvPr/>
          </p:nvSpPr>
          <p:spPr>
            <a:xfrm>
              <a:off x="3236004" y="1393804"/>
              <a:ext cx="105847" cy="120891"/>
            </a:xfrm>
            <a:custGeom>
              <a:avLst/>
              <a:gdLst/>
              <a:ahLst/>
              <a:cxnLst/>
              <a:rect l="l" t="t" r="r" b="b"/>
              <a:pathLst>
                <a:path w="2153" h="2459" extrusionOk="0">
                  <a:moveTo>
                    <a:pt x="1991" y="0"/>
                  </a:moveTo>
                  <a:lnTo>
                    <a:pt x="1" y="2320"/>
                  </a:lnTo>
                  <a:lnTo>
                    <a:pt x="163" y="2459"/>
                  </a:lnTo>
                  <a:lnTo>
                    <a:pt x="2152" y="140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1508;p43">
              <a:extLst>
                <a:ext uri="{FF2B5EF4-FFF2-40B4-BE49-F238E27FC236}">
                  <a16:creationId xmlns:a16="http://schemas.microsoft.com/office/drawing/2014/main" id="{97AE5AE9-EAEA-95C0-A5D0-9B31FA136544}"/>
                </a:ext>
              </a:extLst>
            </p:cNvPr>
            <p:cNvSpPr/>
            <p:nvPr/>
          </p:nvSpPr>
          <p:spPr>
            <a:xfrm>
              <a:off x="3275088" y="1395180"/>
              <a:ext cx="67697" cy="142719"/>
            </a:xfrm>
            <a:custGeom>
              <a:avLst/>
              <a:gdLst/>
              <a:ahLst/>
              <a:cxnLst/>
              <a:rect l="l" t="t" r="r" b="b"/>
              <a:pathLst>
                <a:path w="1377" h="2903" extrusionOk="0">
                  <a:moveTo>
                    <a:pt x="1180" y="1"/>
                  </a:moveTo>
                  <a:lnTo>
                    <a:pt x="1" y="2821"/>
                  </a:lnTo>
                  <a:lnTo>
                    <a:pt x="199" y="2903"/>
                  </a:lnTo>
                  <a:lnTo>
                    <a:pt x="1376" y="84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1509;p43">
              <a:extLst>
                <a:ext uri="{FF2B5EF4-FFF2-40B4-BE49-F238E27FC236}">
                  <a16:creationId xmlns:a16="http://schemas.microsoft.com/office/drawing/2014/main" id="{05657B2E-2BEC-7EF6-715F-76CD7A2434C6}"/>
                </a:ext>
              </a:extLst>
            </p:cNvPr>
            <p:cNvSpPr/>
            <p:nvPr/>
          </p:nvSpPr>
          <p:spPr>
            <a:xfrm>
              <a:off x="3320612" y="1397147"/>
              <a:ext cx="22664" cy="150634"/>
            </a:xfrm>
            <a:custGeom>
              <a:avLst/>
              <a:gdLst/>
              <a:ahLst/>
              <a:cxnLst/>
              <a:rect l="l" t="t" r="r" b="b"/>
              <a:pathLst>
                <a:path w="461" h="3064" extrusionOk="0">
                  <a:moveTo>
                    <a:pt x="248" y="1"/>
                  </a:moveTo>
                  <a:lnTo>
                    <a:pt x="1" y="3046"/>
                  </a:lnTo>
                  <a:lnTo>
                    <a:pt x="214" y="3064"/>
                  </a:lnTo>
                  <a:lnTo>
                    <a:pt x="461" y="17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1510;p43">
              <a:extLst>
                <a:ext uri="{FF2B5EF4-FFF2-40B4-BE49-F238E27FC236}">
                  <a16:creationId xmlns:a16="http://schemas.microsoft.com/office/drawing/2014/main" id="{1714DC38-2D7B-EF6C-DD11-5CBDC4A20B50}"/>
                </a:ext>
              </a:extLst>
            </p:cNvPr>
            <p:cNvSpPr/>
            <p:nvPr/>
          </p:nvSpPr>
          <p:spPr>
            <a:xfrm>
              <a:off x="3332706" y="1396507"/>
              <a:ext cx="44935" cy="148717"/>
            </a:xfrm>
            <a:custGeom>
              <a:avLst/>
              <a:gdLst/>
              <a:ahLst/>
              <a:cxnLst/>
              <a:rect l="l" t="t" r="r" b="b"/>
              <a:pathLst>
                <a:path w="914" h="3025" extrusionOk="0">
                  <a:moveTo>
                    <a:pt x="209" y="0"/>
                  </a:moveTo>
                  <a:lnTo>
                    <a:pt x="0" y="50"/>
                  </a:lnTo>
                  <a:lnTo>
                    <a:pt x="705" y="3024"/>
                  </a:lnTo>
                  <a:lnTo>
                    <a:pt x="913" y="2975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1511;p43">
              <a:extLst>
                <a:ext uri="{FF2B5EF4-FFF2-40B4-BE49-F238E27FC236}">
                  <a16:creationId xmlns:a16="http://schemas.microsoft.com/office/drawing/2014/main" id="{4EBF5DE0-51F4-F275-CD22-BA0DCA873033}"/>
                </a:ext>
              </a:extLst>
            </p:cNvPr>
            <p:cNvSpPr/>
            <p:nvPr/>
          </p:nvSpPr>
          <p:spPr>
            <a:xfrm>
              <a:off x="3333444" y="1394836"/>
              <a:ext cx="87165" cy="133820"/>
            </a:xfrm>
            <a:custGeom>
              <a:avLst/>
              <a:gdLst/>
              <a:ahLst/>
              <a:cxnLst/>
              <a:rect l="l" t="t" r="r" b="b"/>
              <a:pathLst>
                <a:path w="1773" h="2722" extrusionOk="0">
                  <a:moveTo>
                    <a:pt x="184" y="0"/>
                  </a:moveTo>
                  <a:lnTo>
                    <a:pt x="0" y="112"/>
                  </a:lnTo>
                  <a:lnTo>
                    <a:pt x="1589" y="2722"/>
                  </a:lnTo>
                  <a:lnTo>
                    <a:pt x="1772" y="2612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1512;p43">
              <a:extLst>
                <a:ext uri="{FF2B5EF4-FFF2-40B4-BE49-F238E27FC236}">
                  <a16:creationId xmlns:a16="http://schemas.microsoft.com/office/drawing/2014/main" id="{3D1832F5-EEB6-D453-8381-B09BE8072358}"/>
                </a:ext>
              </a:extLst>
            </p:cNvPr>
            <p:cNvSpPr/>
            <p:nvPr/>
          </p:nvSpPr>
          <p:spPr>
            <a:xfrm>
              <a:off x="3334525" y="1393656"/>
              <a:ext cx="120841" cy="105896"/>
            </a:xfrm>
            <a:custGeom>
              <a:avLst/>
              <a:gdLst/>
              <a:ahLst/>
              <a:cxnLst/>
              <a:rect l="l" t="t" r="r" b="b"/>
              <a:pathLst>
                <a:path w="2458" h="2154" extrusionOk="0">
                  <a:moveTo>
                    <a:pt x="139" y="0"/>
                  </a:moveTo>
                  <a:lnTo>
                    <a:pt x="1" y="163"/>
                  </a:lnTo>
                  <a:lnTo>
                    <a:pt x="2317" y="2153"/>
                  </a:lnTo>
                  <a:lnTo>
                    <a:pt x="2457" y="1993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1513;p43">
              <a:extLst>
                <a:ext uri="{FF2B5EF4-FFF2-40B4-BE49-F238E27FC236}">
                  <a16:creationId xmlns:a16="http://schemas.microsoft.com/office/drawing/2014/main" id="{E6257D99-3446-5D1D-35BE-3BC4CFAF6E90}"/>
                </a:ext>
              </a:extLst>
            </p:cNvPr>
            <p:cNvSpPr/>
            <p:nvPr/>
          </p:nvSpPr>
          <p:spPr>
            <a:xfrm>
              <a:off x="3336049" y="1392820"/>
              <a:ext cx="142719" cy="67697"/>
            </a:xfrm>
            <a:custGeom>
              <a:avLst/>
              <a:gdLst/>
              <a:ahLst/>
              <a:cxnLst/>
              <a:rect l="l" t="t" r="r" b="b"/>
              <a:pathLst>
                <a:path w="2903" h="1377" extrusionOk="0">
                  <a:moveTo>
                    <a:pt x="83" y="1"/>
                  </a:moveTo>
                  <a:lnTo>
                    <a:pt x="1" y="198"/>
                  </a:lnTo>
                  <a:lnTo>
                    <a:pt x="2821" y="1377"/>
                  </a:lnTo>
                  <a:lnTo>
                    <a:pt x="2903" y="1180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1514;p43">
              <a:extLst>
                <a:ext uri="{FF2B5EF4-FFF2-40B4-BE49-F238E27FC236}">
                  <a16:creationId xmlns:a16="http://schemas.microsoft.com/office/drawing/2014/main" id="{AE7F4704-2863-9154-A992-649E8FE4EC97}"/>
                </a:ext>
              </a:extLst>
            </p:cNvPr>
            <p:cNvSpPr/>
            <p:nvPr/>
          </p:nvSpPr>
          <p:spPr>
            <a:xfrm>
              <a:off x="3337672" y="1392427"/>
              <a:ext cx="150634" cy="22713"/>
            </a:xfrm>
            <a:custGeom>
              <a:avLst/>
              <a:gdLst/>
              <a:ahLst/>
              <a:cxnLst/>
              <a:rect l="l" t="t" r="r" b="b"/>
              <a:pathLst>
                <a:path w="3064" h="462" extrusionOk="0">
                  <a:moveTo>
                    <a:pt x="17" y="0"/>
                  </a:moveTo>
                  <a:lnTo>
                    <a:pt x="1" y="213"/>
                  </a:lnTo>
                  <a:lnTo>
                    <a:pt x="3046" y="462"/>
                  </a:lnTo>
                  <a:lnTo>
                    <a:pt x="3063" y="249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1515;p43">
              <a:extLst>
                <a:ext uri="{FF2B5EF4-FFF2-40B4-BE49-F238E27FC236}">
                  <a16:creationId xmlns:a16="http://schemas.microsoft.com/office/drawing/2014/main" id="{0D6A52F7-2614-AF47-10CE-4B512BCA0D7B}"/>
                </a:ext>
              </a:extLst>
            </p:cNvPr>
            <p:cNvSpPr/>
            <p:nvPr/>
          </p:nvSpPr>
          <p:spPr>
            <a:xfrm>
              <a:off x="3336738" y="1357767"/>
              <a:ext cx="148618" cy="44935"/>
            </a:xfrm>
            <a:custGeom>
              <a:avLst/>
              <a:gdLst/>
              <a:ahLst/>
              <a:cxnLst/>
              <a:rect l="l" t="t" r="r" b="b"/>
              <a:pathLst>
                <a:path w="3023" h="914" extrusionOk="0">
                  <a:moveTo>
                    <a:pt x="2974" y="1"/>
                  </a:moveTo>
                  <a:lnTo>
                    <a:pt x="0" y="705"/>
                  </a:lnTo>
                  <a:lnTo>
                    <a:pt x="50" y="913"/>
                  </a:lnTo>
                  <a:lnTo>
                    <a:pt x="3023" y="209"/>
                  </a:lnTo>
                  <a:lnTo>
                    <a:pt x="297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1516;p43">
              <a:extLst>
                <a:ext uri="{FF2B5EF4-FFF2-40B4-BE49-F238E27FC236}">
                  <a16:creationId xmlns:a16="http://schemas.microsoft.com/office/drawing/2014/main" id="{28777093-A2C0-E6B0-7B89-B17D607537E9}"/>
                </a:ext>
              </a:extLst>
            </p:cNvPr>
            <p:cNvSpPr/>
            <p:nvPr/>
          </p:nvSpPr>
          <p:spPr>
            <a:xfrm>
              <a:off x="3335213" y="1314898"/>
              <a:ext cx="133820" cy="87067"/>
            </a:xfrm>
            <a:custGeom>
              <a:avLst/>
              <a:gdLst/>
              <a:ahLst/>
              <a:cxnLst/>
              <a:rect l="l" t="t" r="r" b="b"/>
              <a:pathLst>
                <a:path w="2722" h="1771" extrusionOk="0">
                  <a:moveTo>
                    <a:pt x="2612" y="0"/>
                  </a:moveTo>
                  <a:lnTo>
                    <a:pt x="0" y="1587"/>
                  </a:lnTo>
                  <a:lnTo>
                    <a:pt x="110" y="1771"/>
                  </a:lnTo>
                  <a:lnTo>
                    <a:pt x="2722" y="182"/>
                  </a:lnTo>
                  <a:lnTo>
                    <a:pt x="261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1517;p43">
              <a:extLst>
                <a:ext uri="{FF2B5EF4-FFF2-40B4-BE49-F238E27FC236}">
                  <a16:creationId xmlns:a16="http://schemas.microsoft.com/office/drawing/2014/main" id="{4EDFBED6-5490-7423-1A52-8BACE9A77D61}"/>
                </a:ext>
              </a:extLst>
            </p:cNvPr>
            <p:cNvSpPr/>
            <p:nvPr/>
          </p:nvSpPr>
          <p:spPr>
            <a:xfrm>
              <a:off x="3333886" y="1279894"/>
              <a:ext cx="105798" cy="120891"/>
            </a:xfrm>
            <a:custGeom>
              <a:avLst/>
              <a:gdLst/>
              <a:ahLst/>
              <a:cxnLst/>
              <a:rect l="l" t="t" r="r" b="b"/>
              <a:pathLst>
                <a:path w="2152" h="2459" extrusionOk="0">
                  <a:moveTo>
                    <a:pt x="1991" y="1"/>
                  </a:moveTo>
                  <a:lnTo>
                    <a:pt x="0" y="2319"/>
                  </a:lnTo>
                  <a:lnTo>
                    <a:pt x="163" y="2459"/>
                  </a:lnTo>
                  <a:lnTo>
                    <a:pt x="2152" y="139"/>
                  </a:lnTo>
                  <a:lnTo>
                    <a:pt x="199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1518;p43">
              <a:extLst>
                <a:ext uri="{FF2B5EF4-FFF2-40B4-BE49-F238E27FC236}">
                  <a16:creationId xmlns:a16="http://schemas.microsoft.com/office/drawing/2014/main" id="{0899D4CA-66D3-3416-5FE2-41CEB9C8A9BB}"/>
                </a:ext>
              </a:extLst>
            </p:cNvPr>
            <p:cNvSpPr/>
            <p:nvPr/>
          </p:nvSpPr>
          <p:spPr>
            <a:xfrm>
              <a:off x="3333001" y="1256689"/>
              <a:ext cx="67697" cy="142719"/>
            </a:xfrm>
            <a:custGeom>
              <a:avLst/>
              <a:gdLst/>
              <a:ahLst/>
              <a:cxnLst/>
              <a:rect l="l" t="t" r="r" b="b"/>
              <a:pathLst>
                <a:path w="1377" h="2903" extrusionOk="0">
                  <a:moveTo>
                    <a:pt x="1178" y="1"/>
                  </a:moveTo>
                  <a:lnTo>
                    <a:pt x="0" y="2821"/>
                  </a:lnTo>
                  <a:lnTo>
                    <a:pt x="197" y="2902"/>
                  </a:lnTo>
                  <a:lnTo>
                    <a:pt x="1376" y="82"/>
                  </a:lnTo>
                  <a:lnTo>
                    <a:pt x="117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1519;p43">
              <a:extLst>
                <a:ext uri="{FF2B5EF4-FFF2-40B4-BE49-F238E27FC236}">
                  <a16:creationId xmlns:a16="http://schemas.microsoft.com/office/drawing/2014/main" id="{F3C2144E-75BC-0A60-4D2C-B1D19842FFD1}"/>
                </a:ext>
              </a:extLst>
            </p:cNvPr>
            <p:cNvSpPr/>
            <p:nvPr/>
          </p:nvSpPr>
          <p:spPr>
            <a:xfrm>
              <a:off x="3332854" y="1247447"/>
              <a:ext cx="22811" cy="150634"/>
            </a:xfrm>
            <a:custGeom>
              <a:avLst/>
              <a:gdLst/>
              <a:ahLst/>
              <a:cxnLst/>
              <a:rect l="l" t="t" r="r" b="b"/>
              <a:pathLst>
                <a:path w="464" h="3064" extrusionOk="0">
                  <a:moveTo>
                    <a:pt x="251" y="1"/>
                  </a:moveTo>
                  <a:lnTo>
                    <a:pt x="0" y="3046"/>
                  </a:lnTo>
                  <a:lnTo>
                    <a:pt x="213" y="3064"/>
                  </a:lnTo>
                  <a:lnTo>
                    <a:pt x="464" y="17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1520;p43">
              <a:extLst>
                <a:ext uri="{FF2B5EF4-FFF2-40B4-BE49-F238E27FC236}">
                  <a16:creationId xmlns:a16="http://schemas.microsoft.com/office/drawing/2014/main" id="{86770083-2025-CFAD-C0C0-4388D04F8D46}"/>
                </a:ext>
              </a:extLst>
            </p:cNvPr>
            <p:cNvSpPr/>
            <p:nvPr/>
          </p:nvSpPr>
          <p:spPr>
            <a:xfrm>
              <a:off x="3298145" y="1250102"/>
              <a:ext cx="44935" cy="148717"/>
            </a:xfrm>
            <a:custGeom>
              <a:avLst/>
              <a:gdLst/>
              <a:ahLst/>
              <a:cxnLst/>
              <a:rect l="l" t="t" r="r" b="b"/>
              <a:pathLst>
                <a:path w="914" h="3025" extrusionOk="0">
                  <a:moveTo>
                    <a:pt x="209" y="1"/>
                  </a:moveTo>
                  <a:lnTo>
                    <a:pt x="1" y="50"/>
                  </a:lnTo>
                  <a:lnTo>
                    <a:pt x="705" y="3025"/>
                  </a:lnTo>
                  <a:lnTo>
                    <a:pt x="913" y="2975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1521;p43">
              <a:extLst>
                <a:ext uri="{FF2B5EF4-FFF2-40B4-BE49-F238E27FC236}">
                  <a16:creationId xmlns:a16="http://schemas.microsoft.com/office/drawing/2014/main" id="{11B05C6E-940C-69C9-20DD-28F7282DFA5F}"/>
                </a:ext>
              </a:extLst>
            </p:cNvPr>
            <p:cNvSpPr/>
            <p:nvPr/>
          </p:nvSpPr>
          <p:spPr>
            <a:xfrm>
              <a:off x="3255423" y="1266522"/>
              <a:ext cx="87067" cy="133820"/>
            </a:xfrm>
            <a:custGeom>
              <a:avLst/>
              <a:gdLst/>
              <a:ahLst/>
              <a:cxnLst/>
              <a:rect l="l" t="t" r="r" b="b"/>
              <a:pathLst>
                <a:path w="1771" h="2722" extrusionOk="0">
                  <a:moveTo>
                    <a:pt x="182" y="0"/>
                  </a:moveTo>
                  <a:lnTo>
                    <a:pt x="0" y="110"/>
                  </a:lnTo>
                  <a:lnTo>
                    <a:pt x="1589" y="2722"/>
                  </a:lnTo>
                  <a:lnTo>
                    <a:pt x="1771" y="2610"/>
                  </a:lnTo>
                  <a:lnTo>
                    <a:pt x="18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1522;p43">
              <a:extLst>
                <a:ext uri="{FF2B5EF4-FFF2-40B4-BE49-F238E27FC236}">
                  <a16:creationId xmlns:a16="http://schemas.microsoft.com/office/drawing/2014/main" id="{560CCB43-A288-9506-0D79-4EB5733CE712}"/>
                </a:ext>
              </a:extLst>
            </p:cNvPr>
            <p:cNvSpPr/>
            <p:nvPr/>
          </p:nvSpPr>
          <p:spPr>
            <a:xfrm>
              <a:off x="3220567" y="1295577"/>
              <a:ext cx="120841" cy="105945"/>
            </a:xfrm>
            <a:custGeom>
              <a:avLst/>
              <a:gdLst/>
              <a:ahLst/>
              <a:cxnLst/>
              <a:rect l="l" t="t" r="r" b="b"/>
              <a:pathLst>
                <a:path w="2458" h="2155" extrusionOk="0">
                  <a:moveTo>
                    <a:pt x="140" y="0"/>
                  </a:moveTo>
                  <a:lnTo>
                    <a:pt x="0" y="162"/>
                  </a:lnTo>
                  <a:lnTo>
                    <a:pt x="2319" y="2155"/>
                  </a:lnTo>
                  <a:lnTo>
                    <a:pt x="2457" y="1992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1523;p43">
              <a:extLst>
                <a:ext uri="{FF2B5EF4-FFF2-40B4-BE49-F238E27FC236}">
                  <a16:creationId xmlns:a16="http://schemas.microsoft.com/office/drawing/2014/main" id="{22D15232-3EE4-5752-8A25-050B184A9469}"/>
                </a:ext>
              </a:extLst>
            </p:cNvPr>
            <p:cNvSpPr/>
            <p:nvPr/>
          </p:nvSpPr>
          <p:spPr>
            <a:xfrm>
              <a:off x="3197264" y="1334809"/>
              <a:ext cx="142719" cy="67697"/>
            </a:xfrm>
            <a:custGeom>
              <a:avLst/>
              <a:gdLst/>
              <a:ahLst/>
              <a:cxnLst/>
              <a:rect l="l" t="t" r="r" b="b"/>
              <a:pathLst>
                <a:path w="2903" h="1377" extrusionOk="0">
                  <a:moveTo>
                    <a:pt x="83" y="0"/>
                  </a:moveTo>
                  <a:lnTo>
                    <a:pt x="1" y="198"/>
                  </a:lnTo>
                  <a:lnTo>
                    <a:pt x="2820" y="1376"/>
                  </a:lnTo>
                  <a:lnTo>
                    <a:pt x="2903" y="1179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1524;p43">
              <a:extLst>
                <a:ext uri="{FF2B5EF4-FFF2-40B4-BE49-F238E27FC236}">
                  <a16:creationId xmlns:a16="http://schemas.microsoft.com/office/drawing/2014/main" id="{20574799-1607-B513-4D96-DE526F3E0AF5}"/>
                </a:ext>
              </a:extLst>
            </p:cNvPr>
            <p:cNvSpPr/>
            <p:nvPr/>
          </p:nvSpPr>
          <p:spPr>
            <a:xfrm>
              <a:off x="3245984" y="1309047"/>
              <a:ext cx="184114" cy="176788"/>
            </a:xfrm>
            <a:custGeom>
              <a:avLst/>
              <a:gdLst/>
              <a:ahLst/>
              <a:cxnLst/>
              <a:rect l="l" t="t" r="r" b="b"/>
              <a:pathLst>
                <a:path w="3745" h="3596" extrusionOk="0">
                  <a:moveTo>
                    <a:pt x="1870" y="0"/>
                  </a:moveTo>
                  <a:cubicBezTo>
                    <a:pt x="943" y="0"/>
                    <a:pt x="157" y="712"/>
                    <a:pt x="81" y="1653"/>
                  </a:cubicBezTo>
                  <a:cubicBezTo>
                    <a:pt x="0" y="2643"/>
                    <a:pt x="737" y="3510"/>
                    <a:pt x="1727" y="3590"/>
                  </a:cubicBezTo>
                  <a:cubicBezTo>
                    <a:pt x="1777" y="3594"/>
                    <a:pt x="1826" y="3596"/>
                    <a:pt x="1875" y="3596"/>
                  </a:cubicBezTo>
                  <a:cubicBezTo>
                    <a:pt x="2799" y="3596"/>
                    <a:pt x="3585" y="2885"/>
                    <a:pt x="3663" y="1946"/>
                  </a:cubicBezTo>
                  <a:cubicBezTo>
                    <a:pt x="3745" y="956"/>
                    <a:pt x="3008" y="88"/>
                    <a:pt x="2018" y="6"/>
                  </a:cubicBezTo>
                  <a:cubicBezTo>
                    <a:pt x="1968" y="2"/>
                    <a:pt x="1919" y="0"/>
                    <a:pt x="18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1525;p43">
              <a:extLst>
                <a:ext uri="{FF2B5EF4-FFF2-40B4-BE49-F238E27FC236}">
                  <a16:creationId xmlns:a16="http://schemas.microsoft.com/office/drawing/2014/main" id="{4CF3A4EE-1A5C-64E5-D7EA-DE4663342A2C}"/>
                </a:ext>
              </a:extLst>
            </p:cNvPr>
            <p:cNvSpPr/>
            <p:nvPr/>
          </p:nvSpPr>
          <p:spPr>
            <a:xfrm>
              <a:off x="3240330" y="1304082"/>
              <a:ext cx="195913" cy="187407"/>
            </a:xfrm>
            <a:custGeom>
              <a:avLst/>
              <a:gdLst/>
              <a:ahLst/>
              <a:cxnLst/>
              <a:rect l="l" t="t" r="r" b="b"/>
              <a:pathLst>
                <a:path w="3985" h="3812" extrusionOk="0">
                  <a:moveTo>
                    <a:pt x="2125" y="207"/>
                  </a:moveTo>
                  <a:cubicBezTo>
                    <a:pt x="3014" y="243"/>
                    <a:pt x="3724" y="954"/>
                    <a:pt x="3761" y="1843"/>
                  </a:cubicBezTo>
                  <a:cubicBezTo>
                    <a:pt x="3799" y="2784"/>
                    <a:pt x="3068" y="3578"/>
                    <a:pt x="2125" y="3617"/>
                  </a:cubicBezTo>
                  <a:cubicBezTo>
                    <a:pt x="2101" y="3618"/>
                    <a:pt x="2078" y="3618"/>
                    <a:pt x="2054" y="3618"/>
                  </a:cubicBezTo>
                  <a:cubicBezTo>
                    <a:pt x="1144" y="3618"/>
                    <a:pt x="390" y="2899"/>
                    <a:pt x="352" y="1982"/>
                  </a:cubicBezTo>
                  <a:cubicBezTo>
                    <a:pt x="313" y="1039"/>
                    <a:pt x="1046" y="246"/>
                    <a:pt x="1987" y="207"/>
                  </a:cubicBezTo>
                  <a:close/>
                  <a:moveTo>
                    <a:pt x="1983" y="1"/>
                  </a:moveTo>
                  <a:cubicBezTo>
                    <a:pt x="1001" y="1"/>
                    <a:pt x="167" y="754"/>
                    <a:pt x="85" y="1751"/>
                  </a:cubicBezTo>
                  <a:cubicBezTo>
                    <a:pt x="0" y="2799"/>
                    <a:pt x="781" y="3719"/>
                    <a:pt x="1829" y="3806"/>
                  </a:cubicBezTo>
                  <a:lnTo>
                    <a:pt x="1987" y="3806"/>
                  </a:lnTo>
                  <a:lnTo>
                    <a:pt x="1987" y="3812"/>
                  </a:lnTo>
                  <a:cubicBezTo>
                    <a:pt x="1996" y="3812"/>
                    <a:pt x="2006" y="3812"/>
                    <a:pt x="2015" y="3812"/>
                  </a:cubicBezTo>
                  <a:cubicBezTo>
                    <a:pt x="3018" y="3812"/>
                    <a:pt x="3851" y="3034"/>
                    <a:pt x="3918" y="2031"/>
                  </a:cubicBezTo>
                  <a:cubicBezTo>
                    <a:pt x="3985" y="981"/>
                    <a:pt x="3190" y="76"/>
                    <a:pt x="2142" y="7"/>
                  </a:cubicBezTo>
                  <a:cubicBezTo>
                    <a:pt x="2088" y="3"/>
                    <a:pt x="2035" y="1"/>
                    <a:pt x="198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1526;p43">
              <a:extLst>
                <a:ext uri="{FF2B5EF4-FFF2-40B4-BE49-F238E27FC236}">
                  <a16:creationId xmlns:a16="http://schemas.microsoft.com/office/drawing/2014/main" id="{3E216999-6B37-87C9-A1E5-197650C507C7}"/>
                </a:ext>
              </a:extLst>
            </p:cNvPr>
            <p:cNvSpPr/>
            <p:nvPr/>
          </p:nvSpPr>
          <p:spPr>
            <a:xfrm>
              <a:off x="3911496" y="4081026"/>
              <a:ext cx="103536" cy="100488"/>
            </a:xfrm>
            <a:custGeom>
              <a:avLst/>
              <a:gdLst/>
              <a:ahLst/>
              <a:cxnLst/>
              <a:rect l="l" t="t" r="r" b="b"/>
              <a:pathLst>
                <a:path w="2106" h="2044" extrusionOk="0">
                  <a:moveTo>
                    <a:pt x="1085" y="0"/>
                  </a:moveTo>
                  <a:cubicBezTo>
                    <a:pt x="1074" y="0"/>
                    <a:pt x="1063" y="0"/>
                    <a:pt x="1052" y="1"/>
                  </a:cubicBezTo>
                  <a:cubicBezTo>
                    <a:pt x="1032" y="1"/>
                    <a:pt x="1013" y="1"/>
                    <a:pt x="994" y="2"/>
                  </a:cubicBezTo>
                  <a:cubicBezTo>
                    <a:pt x="431" y="35"/>
                    <a:pt x="0" y="519"/>
                    <a:pt x="33" y="1082"/>
                  </a:cubicBezTo>
                  <a:cubicBezTo>
                    <a:pt x="65" y="1624"/>
                    <a:pt x="516" y="2044"/>
                    <a:pt x="1053" y="2044"/>
                  </a:cubicBezTo>
                  <a:cubicBezTo>
                    <a:pt x="1072" y="2044"/>
                    <a:pt x="1093" y="2043"/>
                    <a:pt x="1113" y="2042"/>
                  </a:cubicBezTo>
                  <a:cubicBezTo>
                    <a:pt x="1677" y="2008"/>
                    <a:pt x="2106" y="1525"/>
                    <a:pt x="2073" y="963"/>
                  </a:cubicBezTo>
                  <a:lnTo>
                    <a:pt x="2073" y="961"/>
                  </a:lnTo>
                  <a:cubicBezTo>
                    <a:pt x="2057" y="424"/>
                    <a:pt x="1618" y="0"/>
                    <a:pt x="108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1527;p43">
              <a:extLst>
                <a:ext uri="{FF2B5EF4-FFF2-40B4-BE49-F238E27FC236}">
                  <a16:creationId xmlns:a16="http://schemas.microsoft.com/office/drawing/2014/main" id="{60D34943-8BB7-B033-A9BD-9CD7357340C4}"/>
                </a:ext>
              </a:extLst>
            </p:cNvPr>
            <p:cNvSpPr/>
            <p:nvPr/>
          </p:nvSpPr>
          <p:spPr>
            <a:xfrm>
              <a:off x="3912234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4" y="207"/>
                  </a:moveTo>
                  <a:cubicBezTo>
                    <a:pt x="1542" y="207"/>
                    <a:pt x="1936" y="584"/>
                    <a:pt x="1951" y="1065"/>
                  </a:cubicBezTo>
                  <a:cubicBezTo>
                    <a:pt x="1951" y="1512"/>
                    <a:pt x="1605" y="1881"/>
                    <a:pt x="1160" y="1914"/>
                  </a:cubicBezTo>
                  <a:cubicBezTo>
                    <a:pt x="1139" y="1915"/>
                    <a:pt x="1118" y="1916"/>
                    <a:pt x="1097" y="1916"/>
                  </a:cubicBezTo>
                  <a:cubicBezTo>
                    <a:pt x="655" y="1916"/>
                    <a:pt x="280" y="1574"/>
                    <a:pt x="248" y="1125"/>
                  </a:cubicBezTo>
                  <a:cubicBezTo>
                    <a:pt x="213" y="656"/>
                    <a:pt x="566" y="246"/>
                    <a:pt x="1037" y="212"/>
                  </a:cubicBezTo>
                  <a:lnTo>
                    <a:pt x="1037" y="207"/>
                  </a:lnTo>
                  <a:cubicBezTo>
                    <a:pt x="1046" y="207"/>
                    <a:pt x="1055" y="207"/>
                    <a:pt x="1064" y="207"/>
                  </a:cubicBezTo>
                  <a:close/>
                  <a:moveTo>
                    <a:pt x="1097" y="0"/>
                  </a:moveTo>
                  <a:cubicBezTo>
                    <a:pt x="537" y="0"/>
                    <a:pt x="68" y="438"/>
                    <a:pt x="35" y="1005"/>
                  </a:cubicBezTo>
                  <a:cubicBezTo>
                    <a:pt x="0" y="1594"/>
                    <a:pt x="449" y="2097"/>
                    <a:pt x="1037" y="2131"/>
                  </a:cubicBezTo>
                  <a:cubicBezTo>
                    <a:pt x="1047" y="2131"/>
                    <a:pt x="1057" y="2132"/>
                    <a:pt x="1067" y="2132"/>
                  </a:cubicBezTo>
                  <a:cubicBezTo>
                    <a:pt x="1659" y="2132"/>
                    <a:pt x="2146" y="1661"/>
                    <a:pt x="2165" y="1065"/>
                  </a:cubicBezTo>
                  <a:cubicBezTo>
                    <a:pt x="2164" y="501"/>
                    <a:pt x="1723" y="35"/>
                    <a:pt x="1160" y="2"/>
                  </a:cubicBezTo>
                  <a:cubicBezTo>
                    <a:pt x="1139" y="1"/>
                    <a:pt x="1118" y="0"/>
                    <a:pt x="109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1528;p43">
              <a:extLst>
                <a:ext uri="{FF2B5EF4-FFF2-40B4-BE49-F238E27FC236}">
                  <a16:creationId xmlns:a16="http://schemas.microsoft.com/office/drawing/2014/main" id="{2BD15196-80CF-36B5-67B7-B829759D7DA3}"/>
                </a:ext>
              </a:extLst>
            </p:cNvPr>
            <p:cNvSpPr/>
            <p:nvPr/>
          </p:nvSpPr>
          <p:spPr>
            <a:xfrm>
              <a:off x="4028306" y="4081026"/>
              <a:ext cx="103585" cy="100488"/>
            </a:xfrm>
            <a:custGeom>
              <a:avLst/>
              <a:gdLst/>
              <a:ahLst/>
              <a:cxnLst/>
              <a:rect l="l" t="t" r="r" b="b"/>
              <a:pathLst>
                <a:path w="2107" h="2044" extrusionOk="0">
                  <a:moveTo>
                    <a:pt x="1083" y="0"/>
                  </a:moveTo>
                  <a:cubicBezTo>
                    <a:pt x="1072" y="0"/>
                    <a:pt x="1061" y="0"/>
                    <a:pt x="1050" y="1"/>
                  </a:cubicBezTo>
                  <a:cubicBezTo>
                    <a:pt x="1033" y="1"/>
                    <a:pt x="1013" y="1"/>
                    <a:pt x="994" y="2"/>
                  </a:cubicBezTo>
                  <a:cubicBezTo>
                    <a:pt x="430" y="35"/>
                    <a:pt x="1" y="519"/>
                    <a:pt x="34" y="1082"/>
                  </a:cubicBezTo>
                  <a:cubicBezTo>
                    <a:pt x="65" y="1624"/>
                    <a:pt x="516" y="2044"/>
                    <a:pt x="1053" y="2044"/>
                  </a:cubicBezTo>
                  <a:cubicBezTo>
                    <a:pt x="1073" y="2044"/>
                    <a:pt x="1093" y="2043"/>
                    <a:pt x="1113" y="2042"/>
                  </a:cubicBezTo>
                  <a:cubicBezTo>
                    <a:pt x="1676" y="2008"/>
                    <a:pt x="2106" y="1525"/>
                    <a:pt x="2073" y="963"/>
                  </a:cubicBezTo>
                  <a:lnTo>
                    <a:pt x="2072" y="963"/>
                  </a:lnTo>
                  <a:lnTo>
                    <a:pt x="2072" y="961"/>
                  </a:lnTo>
                  <a:cubicBezTo>
                    <a:pt x="2056" y="424"/>
                    <a:pt x="1617" y="0"/>
                    <a:pt x="108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1529;p43">
              <a:extLst>
                <a:ext uri="{FF2B5EF4-FFF2-40B4-BE49-F238E27FC236}">
                  <a16:creationId xmlns:a16="http://schemas.microsoft.com/office/drawing/2014/main" id="{A2055ED1-8C1D-B1C6-21C8-1701268D26B7}"/>
                </a:ext>
              </a:extLst>
            </p:cNvPr>
            <p:cNvSpPr/>
            <p:nvPr/>
          </p:nvSpPr>
          <p:spPr>
            <a:xfrm>
              <a:off x="4029290" y="4076060"/>
              <a:ext cx="106535" cy="104814"/>
            </a:xfrm>
            <a:custGeom>
              <a:avLst/>
              <a:gdLst/>
              <a:ahLst/>
              <a:cxnLst/>
              <a:rect l="l" t="t" r="r" b="b"/>
              <a:pathLst>
                <a:path w="2167" h="2132" extrusionOk="0">
                  <a:moveTo>
                    <a:pt x="1065" y="207"/>
                  </a:moveTo>
                  <a:cubicBezTo>
                    <a:pt x="1542" y="207"/>
                    <a:pt x="1936" y="584"/>
                    <a:pt x="1952" y="1065"/>
                  </a:cubicBezTo>
                  <a:cubicBezTo>
                    <a:pt x="1951" y="1512"/>
                    <a:pt x="1607" y="1881"/>
                    <a:pt x="1162" y="1914"/>
                  </a:cubicBezTo>
                  <a:cubicBezTo>
                    <a:pt x="1140" y="1915"/>
                    <a:pt x="1119" y="1916"/>
                    <a:pt x="1099" y="1916"/>
                  </a:cubicBezTo>
                  <a:cubicBezTo>
                    <a:pt x="655" y="1916"/>
                    <a:pt x="282" y="1574"/>
                    <a:pt x="249" y="1125"/>
                  </a:cubicBezTo>
                  <a:cubicBezTo>
                    <a:pt x="215" y="656"/>
                    <a:pt x="567" y="246"/>
                    <a:pt x="1038" y="212"/>
                  </a:cubicBezTo>
                  <a:lnTo>
                    <a:pt x="1038" y="207"/>
                  </a:lnTo>
                  <a:cubicBezTo>
                    <a:pt x="1047" y="207"/>
                    <a:pt x="1056" y="207"/>
                    <a:pt x="1065" y="207"/>
                  </a:cubicBezTo>
                  <a:close/>
                  <a:moveTo>
                    <a:pt x="1099" y="0"/>
                  </a:moveTo>
                  <a:cubicBezTo>
                    <a:pt x="538" y="0"/>
                    <a:pt x="67" y="438"/>
                    <a:pt x="34" y="1005"/>
                  </a:cubicBezTo>
                  <a:cubicBezTo>
                    <a:pt x="0" y="1594"/>
                    <a:pt x="450" y="2097"/>
                    <a:pt x="1038" y="2131"/>
                  </a:cubicBezTo>
                  <a:cubicBezTo>
                    <a:pt x="1048" y="2131"/>
                    <a:pt x="1058" y="2132"/>
                    <a:pt x="1068" y="2132"/>
                  </a:cubicBezTo>
                  <a:cubicBezTo>
                    <a:pt x="1659" y="2132"/>
                    <a:pt x="2148" y="1661"/>
                    <a:pt x="2167" y="1065"/>
                  </a:cubicBezTo>
                  <a:cubicBezTo>
                    <a:pt x="2165" y="501"/>
                    <a:pt x="1724" y="35"/>
                    <a:pt x="1162" y="2"/>
                  </a:cubicBezTo>
                  <a:cubicBezTo>
                    <a:pt x="1140" y="1"/>
                    <a:pt x="1119" y="0"/>
                    <a:pt x="10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1530;p43">
              <a:extLst>
                <a:ext uri="{FF2B5EF4-FFF2-40B4-BE49-F238E27FC236}">
                  <a16:creationId xmlns:a16="http://schemas.microsoft.com/office/drawing/2014/main" id="{C0E43FB4-AFA3-C8D0-EFA9-3FF754142E37}"/>
                </a:ext>
              </a:extLst>
            </p:cNvPr>
            <p:cNvSpPr/>
            <p:nvPr/>
          </p:nvSpPr>
          <p:spPr>
            <a:xfrm>
              <a:off x="4145461" y="4081026"/>
              <a:ext cx="103880" cy="100636"/>
            </a:xfrm>
            <a:custGeom>
              <a:avLst/>
              <a:gdLst/>
              <a:ahLst/>
              <a:cxnLst/>
              <a:rect l="l" t="t" r="r" b="b"/>
              <a:pathLst>
                <a:path w="2113" h="2047" extrusionOk="0">
                  <a:moveTo>
                    <a:pt x="1087" y="0"/>
                  </a:moveTo>
                  <a:cubicBezTo>
                    <a:pt x="1077" y="0"/>
                    <a:pt x="1067" y="0"/>
                    <a:pt x="1057" y="1"/>
                  </a:cubicBezTo>
                  <a:cubicBezTo>
                    <a:pt x="1036" y="1"/>
                    <a:pt x="1016" y="1"/>
                    <a:pt x="995" y="2"/>
                  </a:cubicBezTo>
                  <a:cubicBezTo>
                    <a:pt x="430" y="36"/>
                    <a:pt x="0" y="522"/>
                    <a:pt x="34" y="1086"/>
                  </a:cubicBezTo>
                  <a:cubicBezTo>
                    <a:pt x="67" y="1629"/>
                    <a:pt x="518" y="2047"/>
                    <a:pt x="1055" y="2047"/>
                  </a:cubicBezTo>
                  <a:cubicBezTo>
                    <a:pt x="1076" y="2047"/>
                    <a:pt x="1097" y="2046"/>
                    <a:pt x="1118" y="2045"/>
                  </a:cubicBezTo>
                  <a:cubicBezTo>
                    <a:pt x="1683" y="2011"/>
                    <a:pt x="2113" y="1527"/>
                    <a:pt x="2079" y="963"/>
                  </a:cubicBezTo>
                  <a:cubicBezTo>
                    <a:pt x="2061" y="425"/>
                    <a:pt x="1620" y="0"/>
                    <a:pt x="10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1531;p43">
              <a:extLst>
                <a:ext uri="{FF2B5EF4-FFF2-40B4-BE49-F238E27FC236}">
                  <a16:creationId xmlns:a16="http://schemas.microsoft.com/office/drawing/2014/main" id="{C10AA42B-070B-365F-4026-92CEFB936E50}"/>
                </a:ext>
              </a:extLst>
            </p:cNvPr>
            <p:cNvSpPr/>
            <p:nvPr/>
          </p:nvSpPr>
          <p:spPr>
            <a:xfrm>
              <a:off x="4146395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3" y="207"/>
                  </a:moveTo>
                  <a:cubicBezTo>
                    <a:pt x="1540" y="207"/>
                    <a:pt x="1935" y="585"/>
                    <a:pt x="1952" y="1065"/>
                  </a:cubicBezTo>
                  <a:cubicBezTo>
                    <a:pt x="1951" y="1512"/>
                    <a:pt x="1607" y="1881"/>
                    <a:pt x="1162" y="1914"/>
                  </a:cubicBezTo>
                  <a:cubicBezTo>
                    <a:pt x="1141" y="1915"/>
                    <a:pt x="1120" y="1916"/>
                    <a:pt x="1099" y="1916"/>
                  </a:cubicBezTo>
                  <a:cubicBezTo>
                    <a:pt x="655" y="1916"/>
                    <a:pt x="282" y="1574"/>
                    <a:pt x="249" y="1125"/>
                  </a:cubicBezTo>
                  <a:cubicBezTo>
                    <a:pt x="215" y="656"/>
                    <a:pt x="568" y="246"/>
                    <a:pt x="1038" y="212"/>
                  </a:cubicBezTo>
                  <a:lnTo>
                    <a:pt x="1038" y="207"/>
                  </a:lnTo>
                  <a:cubicBezTo>
                    <a:pt x="1047" y="207"/>
                    <a:pt x="1055" y="207"/>
                    <a:pt x="1063" y="207"/>
                  </a:cubicBezTo>
                  <a:close/>
                  <a:moveTo>
                    <a:pt x="1099" y="0"/>
                  </a:moveTo>
                  <a:cubicBezTo>
                    <a:pt x="538" y="0"/>
                    <a:pt x="68" y="438"/>
                    <a:pt x="35" y="1005"/>
                  </a:cubicBezTo>
                  <a:cubicBezTo>
                    <a:pt x="0" y="1594"/>
                    <a:pt x="450" y="2097"/>
                    <a:pt x="1038" y="2131"/>
                  </a:cubicBezTo>
                  <a:cubicBezTo>
                    <a:pt x="1047" y="2131"/>
                    <a:pt x="1057" y="2131"/>
                    <a:pt x="1066" y="2131"/>
                  </a:cubicBezTo>
                  <a:cubicBezTo>
                    <a:pt x="1658" y="2131"/>
                    <a:pt x="2146" y="1660"/>
                    <a:pt x="2165" y="1065"/>
                  </a:cubicBezTo>
                  <a:cubicBezTo>
                    <a:pt x="2165" y="501"/>
                    <a:pt x="1725" y="35"/>
                    <a:pt x="1162" y="2"/>
                  </a:cubicBezTo>
                  <a:cubicBezTo>
                    <a:pt x="1141" y="1"/>
                    <a:pt x="1120" y="0"/>
                    <a:pt x="10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1532;p43">
              <a:extLst>
                <a:ext uri="{FF2B5EF4-FFF2-40B4-BE49-F238E27FC236}">
                  <a16:creationId xmlns:a16="http://schemas.microsoft.com/office/drawing/2014/main" id="{0B54F2DE-5F56-7A47-BDAD-10E00D7E816C}"/>
                </a:ext>
              </a:extLst>
            </p:cNvPr>
            <p:cNvSpPr/>
            <p:nvPr/>
          </p:nvSpPr>
          <p:spPr>
            <a:xfrm>
              <a:off x="4262713" y="4081026"/>
              <a:ext cx="103536" cy="100488"/>
            </a:xfrm>
            <a:custGeom>
              <a:avLst/>
              <a:gdLst/>
              <a:ahLst/>
              <a:cxnLst/>
              <a:rect l="l" t="t" r="r" b="b"/>
              <a:pathLst>
                <a:path w="2106" h="2044" extrusionOk="0">
                  <a:moveTo>
                    <a:pt x="1085" y="0"/>
                  </a:moveTo>
                  <a:cubicBezTo>
                    <a:pt x="1075" y="0"/>
                    <a:pt x="1065" y="0"/>
                    <a:pt x="1055" y="1"/>
                  </a:cubicBezTo>
                  <a:cubicBezTo>
                    <a:pt x="1034" y="1"/>
                    <a:pt x="1014" y="1"/>
                    <a:pt x="993" y="2"/>
                  </a:cubicBezTo>
                  <a:cubicBezTo>
                    <a:pt x="431" y="35"/>
                    <a:pt x="0" y="519"/>
                    <a:pt x="33" y="1082"/>
                  </a:cubicBezTo>
                  <a:cubicBezTo>
                    <a:pt x="66" y="1624"/>
                    <a:pt x="516" y="2044"/>
                    <a:pt x="1052" y="2044"/>
                  </a:cubicBezTo>
                  <a:cubicBezTo>
                    <a:pt x="1072" y="2044"/>
                    <a:pt x="1092" y="2043"/>
                    <a:pt x="1113" y="2042"/>
                  </a:cubicBezTo>
                  <a:cubicBezTo>
                    <a:pt x="1677" y="2008"/>
                    <a:pt x="2106" y="1525"/>
                    <a:pt x="2073" y="963"/>
                  </a:cubicBezTo>
                  <a:cubicBezTo>
                    <a:pt x="2057" y="425"/>
                    <a:pt x="1618" y="0"/>
                    <a:pt x="108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1533;p43">
              <a:extLst>
                <a:ext uri="{FF2B5EF4-FFF2-40B4-BE49-F238E27FC236}">
                  <a16:creationId xmlns:a16="http://schemas.microsoft.com/office/drawing/2014/main" id="{5891F90B-67E3-E11F-7E8D-86123ABCBC06}"/>
                </a:ext>
              </a:extLst>
            </p:cNvPr>
            <p:cNvSpPr/>
            <p:nvPr/>
          </p:nvSpPr>
          <p:spPr>
            <a:xfrm>
              <a:off x="4263500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5" y="207"/>
                  </a:moveTo>
                  <a:cubicBezTo>
                    <a:pt x="1542" y="207"/>
                    <a:pt x="1937" y="584"/>
                    <a:pt x="1953" y="1065"/>
                  </a:cubicBezTo>
                  <a:cubicBezTo>
                    <a:pt x="1951" y="1512"/>
                    <a:pt x="1606" y="1881"/>
                    <a:pt x="1162" y="1914"/>
                  </a:cubicBezTo>
                  <a:cubicBezTo>
                    <a:pt x="1141" y="1915"/>
                    <a:pt x="1120" y="1916"/>
                    <a:pt x="1099" y="1916"/>
                  </a:cubicBezTo>
                  <a:cubicBezTo>
                    <a:pt x="656" y="1916"/>
                    <a:pt x="282" y="1574"/>
                    <a:pt x="249" y="1125"/>
                  </a:cubicBezTo>
                  <a:cubicBezTo>
                    <a:pt x="215" y="656"/>
                    <a:pt x="568" y="246"/>
                    <a:pt x="1039" y="212"/>
                  </a:cubicBezTo>
                  <a:lnTo>
                    <a:pt x="1037" y="212"/>
                  </a:lnTo>
                  <a:lnTo>
                    <a:pt x="1037" y="207"/>
                  </a:lnTo>
                  <a:cubicBezTo>
                    <a:pt x="1046" y="207"/>
                    <a:pt x="1055" y="207"/>
                    <a:pt x="1065" y="207"/>
                  </a:cubicBezTo>
                  <a:close/>
                  <a:moveTo>
                    <a:pt x="1099" y="0"/>
                  </a:moveTo>
                  <a:cubicBezTo>
                    <a:pt x="538" y="0"/>
                    <a:pt x="68" y="438"/>
                    <a:pt x="35" y="1005"/>
                  </a:cubicBezTo>
                  <a:cubicBezTo>
                    <a:pt x="1" y="1594"/>
                    <a:pt x="450" y="2097"/>
                    <a:pt x="1039" y="2131"/>
                  </a:cubicBezTo>
                  <a:cubicBezTo>
                    <a:pt x="1049" y="2131"/>
                    <a:pt x="1059" y="2132"/>
                    <a:pt x="1069" y="2132"/>
                  </a:cubicBezTo>
                  <a:cubicBezTo>
                    <a:pt x="1660" y="2132"/>
                    <a:pt x="2148" y="1661"/>
                    <a:pt x="2166" y="1065"/>
                  </a:cubicBezTo>
                  <a:cubicBezTo>
                    <a:pt x="2166" y="501"/>
                    <a:pt x="1725" y="35"/>
                    <a:pt x="1162" y="2"/>
                  </a:cubicBezTo>
                  <a:cubicBezTo>
                    <a:pt x="1141" y="1"/>
                    <a:pt x="1120" y="0"/>
                    <a:pt x="10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1534;p43">
              <a:extLst>
                <a:ext uri="{FF2B5EF4-FFF2-40B4-BE49-F238E27FC236}">
                  <a16:creationId xmlns:a16="http://schemas.microsoft.com/office/drawing/2014/main" id="{8D4E833A-89B2-EA6D-7275-964C78B3EE1B}"/>
                </a:ext>
              </a:extLst>
            </p:cNvPr>
            <p:cNvSpPr/>
            <p:nvPr/>
          </p:nvSpPr>
          <p:spPr>
            <a:xfrm>
              <a:off x="4379818" y="4081026"/>
              <a:ext cx="103536" cy="100488"/>
            </a:xfrm>
            <a:custGeom>
              <a:avLst/>
              <a:gdLst/>
              <a:ahLst/>
              <a:cxnLst/>
              <a:rect l="l" t="t" r="r" b="b"/>
              <a:pathLst>
                <a:path w="2106" h="2044" extrusionOk="0">
                  <a:moveTo>
                    <a:pt x="1084" y="0"/>
                  </a:moveTo>
                  <a:cubicBezTo>
                    <a:pt x="1074" y="0"/>
                    <a:pt x="1063" y="0"/>
                    <a:pt x="1053" y="1"/>
                  </a:cubicBezTo>
                  <a:cubicBezTo>
                    <a:pt x="1034" y="1"/>
                    <a:pt x="1013" y="1"/>
                    <a:pt x="994" y="2"/>
                  </a:cubicBezTo>
                  <a:cubicBezTo>
                    <a:pt x="431" y="35"/>
                    <a:pt x="1" y="519"/>
                    <a:pt x="33" y="1082"/>
                  </a:cubicBezTo>
                  <a:cubicBezTo>
                    <a:pt x="65" y="1624"/>
                    <a:pt x="516" y="2044"/>
                    <a:pt x="1053" y="2044"/>
                  </a:cubicBezTo>
                  <a:cubicBezTo>
                    <a:pt x="1073" y="2044"/>
                    <a:pt x="1093" y="2043"/>
                    <a:pt x="1113" y="2042"/>
                  </a:cubicBezTo>
                  <a:cubicBezTo>
                    <a:pt x="1676" y="2008"/>
                    <a:pt x="2106" y="1525"/>
                    <a:pt x="2073" y="963"/>
                  </a:cubicBezTo>
                  <a:cubicBezTo>
                    <a:pt x="2057" y="425"/>
                    <a:pt x="1618" y="0"/>
                    <a:pt x="108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1535;p43">
              <a:extLst>
                <a:ext uri="{FF2B5EF4-FFF2-40B4-BE49-F238E27FC236}">
                  <a16:creationId xmlns:a16="http://schemas.microsoft.com/office/drawing/2014/main" id="{8338AC77-2DF9-46B5-927D-00DFFD0C2B29}"/>
                </a:ext>
              </a:extLst>
            </p:cNvPr>
            <p:cNvSpPr/>
            <p:nvPr/>
          </p:nvSpPr>
          <p:spPr>
            <a:xfrm>
              <a:off x="4380556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3" y="207"/>
                  </a:moveTo>
                  <a:cubicBezTo>
                    <a:pt x="1540" y="207"/>
                    <a:pt x="1935" y="585"/>
                    <a:pt x="1951" y="1065"/>
                  </a:cubicBezTo>
                  <a:cubicBezTo>
                    <a:pt x="1950" y="1512"/>
                    <a:pt x="1604" y="1882"/>
                    <a:pt x="1157" y="1914"/>
                  </a:cubicBezTo>
                  <a:cubicBezTo>
                    <a:pt x="1137" y="1915"/>
                    <a:pt x="1117" y="1916"/>
                    <a:pt x="1097" y="1916"/>
                  </a:cubicBezTo>
                  <a:cubicBezTo>
                    <a:pt x="654" y="1916"/>
                    <a:pt x="279" y="1572"/>
                    <a:pt x="248" y="1123"/>
                  </a:cubicBezTo>
                  <a:cubicBezTo>
                    <a:pt x="215" y="653"/>
                    <a:pt x="569" y="245"/>
                    <a:pt x="1038" y="212"/>
                  </a:cubicBezTo>
                  <a:lnTo>
                    <a:pt x="1038" y="207"/>
                  </a:lnTo>
                  <a:cubicBezTo>
                    <a:pt x="1047" y="207"/>
                    <a:pt x="1055" y="207"/>
                    <a:pt x="1063" y="207"/>
                  </a:cubicBezTo>
                  <a:close/>
                  <a:moveTo>
                    <a:pt x="1099" y="0"/>
                  </a:moveTo>
                  <a:cubicBezTo>
                    <a:pt x="537" y="0"/>
                    <a:pt x="66" y="439"/>
                    <a:pt x="33" y="1007"/>
                  </a:cubicBezTo>
                  <a:cubicBezTo>
                    <a:pt x="1" y="1595"/>
                    <a:pt x="450" y="2098"/>
                    <a:pt x="1038" y="2131"/>
                  </a:cubicBezTo>
                  <a:cubicBezTo>
                    <a:pt x="1048" y="2131"/>
                    <a:pt x="1057" y="2131"/>
                    <a:pt x="1066" y="2131"/>
                  </a:cubicBezTo>
                  <a:cubicBezTo>
                    <a:pt x="1658" y="2131"/>
                    <a:pt x="2146" y="1660"/>
                    <a:pt x="2165" y="1065"/>
                  </a:cubicBezTo>
                  <a:cubicBezTo>
                    <a:pt x="2164" y="501"/>
                    <a:pt x="1722" y="33"/>
                    <a:pt x="1159" y="2"/>
                  </a:cubicBezTo>
                  <a:cubicBezTo>
                    <a:pt x="1139" y="1"/>
                    <a:pt x="1119" y="0"/>
                    <a:pt x="10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1536;p43">
              <a:extLst>
                <a:ext uri="{FF2B5EF4-FFF2-40B4-BE49-F238E27FC236}">
                  <a16:creationId xmlns:a16="http://schemas.microsoft.com/office/drawing/2014/main" id="{91D7CD07-E36D-4568-E691-B6D1FC6D2814}"/>
                </a:ext>
              </a:extLst>
            </p:cNvPr>
            <p:cNvSpPr/>
            <p:nvPr/>
          </p:nvSpPr>
          <p:spPr>
            <a:xfrm>
              <a:off x="4496923" y="4081026"/>
              <a:ext cx="103585" cy="100488"/>
            </a:xfrm>
            <a:custGeom>
              <a:avLst/>
              <a:gdLst/>
              <a:ahLst/>
              <a:cxnLst/>
              <a:rect l="l" t="t" r="r" b="b"/>
              <a:pathLst>
                <a:path w="2107" h="2044" extrusionOk="0">
                  <a:moveTo>
                    <a:pt x="1084" y="0"/>
                  </a:moveTo>
                  <a:cubicBezTo>
                    <a:pt x="1074" y="0"/>
                    <a:pt x="1064" y="0"/>
                    <a:pt x="1054" y="1"/>
                  </a:cubicBezTo>
                  <a:cubicBezTo>
                    <a:pt x="1034" y="1"/>
                    <a:pt x="1013" y="1"/>
                    <a:pt x="994" y="2"/>
                  </a:cubicBezTo>
                  <a:cubicBezTo>
                    <a:pt x="431" y="35"/>
                    <a:pt x="1" y="519"/>
                    <a:pt x="34" y="1082"/>
                  </a:cubicBezTo>
                  <a:cubicBezTo>
                    <a:pt x="65" y="1624"/>
                    <a:pt x="516" y="2044"/>
                    <a:pt x="1053" y="2044"/>
                  </a:cubicBezTo>
                  <a:cubicBezTo>
                    <a:pt x="1073" y="2044"/>
                    <a:pt x="1093" y="2043"/>
                    <a:pt x="1113" y="2042"/>
                  </a:cubicBezTo>
                  <a:cubicBezTo>
                    <a:pt x="1676" y="2008"/>
                    <a:pt x="2106" y="1525"/>
                    <a:pt x="2074" y="963"/>
                  </a:cubicBezTo>
                  <a:cubicBezTo>
                    <a:pt x="2057" y="425"/>
                    <a:pt x="1618" y="0"/>
                    <a:pt x="108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1537;p43">
              <a:extLst>
                <a:ext uri="{FF2B5EF4-FFF2-40B4-BE49-F238E27FC236}">
                  <a16:creationId xmlns:a16="http://schemas.microsoft.com/office/drawing/2014/main" id="{9AA90232-1D15-ECE6-D91D-501F79851E11}"/>
                </a:ext>
              </a:extLst>
            </p:cNvPr>
            <p:cNvSpPr/>
            <p:nvPr/>
          </p:nvSpPr>
          <p:spPr>
            <a:xfrm>
              <a:off x="4497661" y="4076060"/>
              <a:ext cx="106437" cy="104814"/>
            </a:xfrm>
            <a:custGeom>
              <a:avLst/>
              <a:gdLst/>
              <a:ahLst/>
              <a:cxnLst/>
              <a:rect l="l" t="t" r="r" b="b"/>
              <a:pathLst>
                <a:path w="2165" h="2132" extrusionOk="0">
                  <a:moveTo>
                    <a:pt x="1063" y="207"/>
                  </a:moveTo>
                  <a:cubicBezTo>
                    <a:pt x="1541" y="207"/>
                    <a:pt x="1935" y="585"/>
                    <a:pt x="1951" y="1065"/>
                  </a:cubicBezTo>
                  <a:cubicBezTo>
                    <a:pt x="1950" y="1512"/>
                    <a:pt x="1604" y="1882"/>
                    <a:pt x="1158" y="1914"/>
                  </a:cubicBezTo>
                  <a:cubicBezTo>
                    <a:pt x="1138" y="1915"/>
                    <a:pt x="1118" y="1916"/>
                    <a:pt x="1098" y="1916"/>
                  </a:cubicBezTo>
                  <a:cubicBezTo>
                    <a:pt x="654" y="1916"/>
                    <a:pt x="279" y="1572"/>
                    <a:pt x="248" y="1123"/>
                  </a:cubicBezTo>
                  <a:cubicBezTo>
                    <a:pt x="215" y="653"/>
                    <a:pt x="570" y="245"/>
                    <a:pt x="1039" y="212"/>
                  </a:cubicBezTo>
                  <a:lnTo>
                    <a:pt x="1039" y="207"/>
                  </a:lnTo>
                  <a:cubicBezTo>
                    <a:pt x="1047" y="207"/>
                    <a:pt x="1055" y="207"/>
                    <a:pt x="1063" y="207"/>
                  </a:cubicBezTo>
                  <a:close/>
                  <a:moveTo>
                    <a:pt x="1098" y="0"/>
                  </a:moveTo>
                  <a:cubicBezTo>
                    <a:pt x="537" y="0"/>
                    <a:pt x="65" y="439"/>
                    <a:pt x="34" y="1007"/>
                  </a:cubicBezTo>
                  <a:cubicBezTo>
                    <a:pt x="1" y="1595"/>
                    <a:pt x="450" y="2098"/>
                    <a:pt x="1039" y="2131"/>
                  </a:cubicBezTo>
                  <a:cubicBezTo>
                    <a:pt x="1048" y="2131"/>
                    <a:pt x="1057" y="2131"/>
                    <a:pt x="1066" y="2131"/>
                  </a:cubicBezTo>
                  <a:cubicBezTo>
                    <a:pt x="1658" y="2131"/>
                    <a:pt x="2147" y="1660"/>
                    <a:pt x="2164" y="1065"/>
                  </a:cubicBezTo>
                  <a:cubicBezTo>
                    <a:pt x="2164" y="501"/>
                    <a:pt x="1722" y="33"/>
                    <a:pt x="1158" y="2"/>
                  </a:cubicBezTo>
                  <a:cubicBezTo>
                    <a:pt x="1138" y="1"/>
                    <a:pt x="1117" y="0"/>
                    <a:pt x="109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1538;p43">
              <a:extLst>
                <a:ext uri="{FF2B5EF4-FFF2-40B4-BE49-F238E27FC236}">
                  <a16:creationId xmlns:a16="http://schemas.microsoft.com/office/drawing/2014/main" id="{5AB066B0-F1D6-2722-DC80-50D80A9C628B}"/>
                </a:ext>
              </a:extLst>
            </p:cNvPr>
            <p:cNvSpPr/>
            <p:nvPr/>
          </p:nvSpPr>
          <p:spPr>
            <a:xfrm>
              <a:off x="4614078" y="4081026"/>
              <a:ext cx="103536" cy="100488"/>
            </a:xfrm>
            <a:custGeom>
              <a:avLst/>
              <a:gdLst/>
              <a:ahLst/>
              <a:cxnLst/>
              <a:rect l="l" t="t" r="r" b="b"/>
              <a:pathLst>
                <a:path w="2106" h="2044" extrusionOk="0">
                  <a:moveTo>
                    <a:pt x="1084" y="0"/>
                  </a:moveTo>
                  <a:cubicBezTo>
                    <a:pt x="1073" y="0"/>
                    <a:pt x="1062" y="0"/>
                    <a:pt x="1051" y="1"/>
                  </a:cubicBezTo>
                  <a:cubicBezTo>
                    <a:pt x="1032" y="1"/>
                    <a:pt x="1013" y="1"/>
                    <a:pt x="993" y="2"/>
                  </a:cubicBezTo>
                  <a:cubicBezTo>
                    <a:pt x="429" y="35"/>
                    <a:pt x="0" y="519"/>
                    <a:pt x="33" y="1082"/>
                  </a:cubicBezTo>
                  <a:cubicBezTo>
                    <a:pt x="65" y="1624"/>
                    <a:pt x="516" y="2044"/>
                    <a:pt x="1052" y="2044"/>
                  </a:cubicBezTo>
                  <a:cubicBezTo>
                    <a:pt x="1072" y="2044"/>
                    <a:pt x="1092" y="2043"/>
                    <a:pt x="1112" y="2042"/>
                  </a:cubicBezTo>
                  <a:cubicBezTo>
                    <a:pt x="1675" y="2008"/>
                    <a:pt x="2106" y="1525"/>
                    <a:pt x="2073" y="963"/>
                  </a:cubicBezTo>
                  <a:lnTo>
                    <a:pt x="2073" y="961"/>
                  </a:lnTo>
                  <a:cubicBezTo>
                    <a:pt x="2055" y="424"/>
                    <a:pt x="1616" y="0"/>
                    <a:pt x="108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1539;p43">
              <a:extLst>
                <a:ext uri="{FF2B5EF4-FFF2-40B4-BE49-F238E27FC236}">
                  <a16:creationId xmlns:a16="http://schemas.microsoft.com/office/drawing/2014/main" id="{1385A059-A353-6BE3-8241-6FB845E67E58}"/>
                </a:ext>
              </a:extLst>
            </p:cNvPr>
            <p:cNvSpPr/>
            <p:nvPr/>
          </p:nvSpPr>
          <p:spPr>
            <a:xfrm>
              <a:off x="4614717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5" y="207"/>
                  </a:moveTo>
                  <a:cubicBezTo>
                    <a:pt x="1542" y="207"/>
                    <a:pt x="1937" y="584"/>
                    <a:pt x="1953" y="1065"/>
                  </a:cubicBezTo>
                  <a:cubicBezTo>
                    <a:pt x="1951" y="1512"/>
                    <a:pt x="1606" y="1881"/>
                    <a:pt x="1162" y="1914"/>
                  </a:cubicBezTo>
                  <a:cubicBezTo>
                    <a:pt x="1141" y="1915"/>
                    <a:pt x="1120" y="1916"/>
                    <a:pt x="1099" y="1916"/>
                  </a:cubicBezTo>
                  <a:cubicBezTo>
                    <a:pt x="656" y="1916"/>
                    <a:pt x="282" y="1574"/>
                    <a:pt x="249" y="1125"/>
                  </a:cubicBezTo>
                  <a:cubicBezTo>
                    <a:pt x="215" y="656"/>
                    <a:pt x="568" y="246"/>
                    <a:pt x="1038" y="212"/>
                  </a:cubicBezTo>
                  <a:lnTo>
                    <a:pt x="1037" y="212"/>
                  </a:lnTo>
                  <a:lnTo>
                    <a:pt x="1037" y="207"/>
                  </a:lnTo>
                  <a:cubicBezTo>
                    <a:pt x="1046" y="207"/>
                    <a:pt x="1055" y="207"/>
                    <a:pt x="1065" y="207"/>
                  </a:cubicBezTo>
                  <a:close/>
                  <a:moveTo>
                    <a:pt x="1099" y="0"/>
                  </a:moveTo>
                  <a:cubicBezTo>
                    <a:pt x="538" y="0"/>
                    <a:pt x="68" y="438"/>
                    <a:pt x="35" y="1005"/>
                  </a:cubicBezTo>
                  <a:cubicBezTo>
                    <a:pt x="1" y="1594"/>
                    <a:pt x="450" y="2097"/>
                    <a:pt x="1038" y="2131"/>
                  </a:cubicBezTo>
                  <a:cubicBezTo>
                    <a:pt x="1049" y="2131"/>
                    <a:pt x="1059" y="2132"/>
                    <a:pt x="1069" y="2132"/>
                  </a:cubicBezTo>
                  <a:cubicBezTo>
                    <a:pt x="1660" y="2132"/>
                    <a:pt x="2148" y="1661"/>
                    <a:pt x="2166" y="1065"/>
                  </a:cubicBezTo>
                  <a:cubicBezTo>
                    <a:pt x="2166" y="501"/>
                    <a:pt x="1725" y="35"/>
                    <a:pt x="1162" y="2"/>
                  </a:cubicBezTo>
                  <a:cubicBezTo>
                    <a:pt x="1141" y="1"/>
                    <a:pt x="1120" y="0"/>
                    <a:pt x="10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1540;p43">
              <a:extLst>
                <a:ext uri="{FF2B5EF4-FFF2-40B4-BE49-F238E27FC236}">
                  <a16:creationId xmlns:a16="http://schemas.microsoft.com/office/drawing/2014/main" id="{71C01295-3E10-BAB6-DB57-4EE2BF83E460}"/>
                </a:ext>
              </a:extLst>
            </p:cNvPr>
            <p:cNvSpPr/>
            <p:nvPr/>
          </p:nvSpPr>
          <p:spPr>
            <a:xfrm>
              <a:off x="4730740" y="4081026"/>
              <a:ext cx="103536" cy="100488"/>
            </a:xfrm>
            <a:custGeom>
              <a:avLst/>
              <a:gdLst/>
              <a:ahLst/>
              <a:cxnLst/>
              <a:rect l="l" t="t" r="r" b="b"/>
              <a:pathLst>
                <a:path w="2106" h="2044" extrusionOk="0">
                  <a:moveTo>
                    <a:pt x="1085" y="0"/>
                  </a:moveTo>
                  <a:cubicBezTo>
                    <a:pt x="1074" y="0"/>
                    <a:pt x="1063" y="0"/>
                    <a:pt x="1052" y="1"/>
                  </a:cubicBezTo>
                  <a:cubicBezTo>
                    <a:pt x="1032" y="1"/>
                    <a:pt x="1013" y="1"/>
                    <a:pt x="994" y="2"/>
                  </a:cubicBezTo>
                  <a:cubicBezTo>
                    <a:pt x="429" y="35"/>
                    <a:pt x="1" y="519"/>
                    <a:pt x="33" y="1082"/>
                  </a:cubicBezTo>
                  <a:cubicBezTo>
                    <a:pt x="65" y="1624"/>
                    <a:pt x="516" y="2044"/>
                    <a:pt x="1053" y="2044"/>
                  </a:cubicBezTo>
                  <a:cubicBezTo>
                    <a:pt x="1073" y="2044"/>
                    <a:pt x="1093" y="2043"/>
                    <a:pt x="1113" y="2042"/>
                  </a:cubicBezTo>
                  <a:cubicBezTo>
                    <a:pt x="1676" y="2008"/>
                    <a:pt x="2106" y="1525"/>
                    <a:pt x="2073" y="963"/>
                  </a:cubicBezTo>
                  <a:lnTo>
                    <a:pt x="2073" y="961"/>
                  </a:lnTo>
                  <a:cubicBezTo>
                    <a:pt x="2056" y="424"/>
                    <a:pt x="1616" y="0"/>
                    <a:pt x="108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1541;p43">
              <a:extLst>
                <a:ext uri="{FF2B5EF4-FFF2-40B4-BE49-F238E27FC236}">
                  <a16:creationId xmlns:a16="http://schemas.microsoft.com/office/drawing/2014/main" id="{BEA3E6F3-97E5-4842-D0F7-BB31DAAE205B}"/>
                </a:ext>
              </a:extLst>
            </p:cNvPr>
            <p:cNvSpPr/>
            <p:nvPr/>
          </p:nvSpPr>
          <p:spPr>
            <a:xfrm>
              <a:off x="4731822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5" y="207"/>
                  </a:moveTo>
                  <a:cubicBezTo>
                    <a:pt x="1542" y="207"/>
                    <a:pt x="1937" y="584"/>
                    <a:pt x="1953" y="1065"/>
                  </a:cubicBezTo>
                  <a:cubicBezTo>
                    <a:pt x="1951" y="1512"/>
                    <a:pt x="1606" y="1881"/>
                    <a:pt x="1161" y="1914"/>
                  </a:cubicBezTo>
                  <a:cubicBezTo>
                    <a:pt x="1140" y="1915"/>
                    <a:pt x="1119" y="1916"/>
                    <a:pt x="1098" y="1916"/>
                  </a:cubicBezTo>
                  <a:cubicBezTo>
                    <a:pt x="656" y="1916"/>
                    <a:pt x="282" y="1574"/>
                    <a:pt x="250" y="1125"/>
                  </a:cubicBezTo>
                  <a:cubicBezTo>
                    <a:pt x="215" y="656"/>
                    <a:pt x="568" y="246"/>
                    <a:pt x="1037" y="212"/>
                  </a:cubicBezTo>
                  <a:lnTo>
                    <a:pt x="1037" y="207"/>
                  </a:lnTo>
                  <a:cubicBezTo>
                    <a:pt x="1046" y="207"/>
                    <a:pt x="1056" y="207"/>
                    <a:pt x="1065" y="207"/>
                  </a:cubicBezTo>
                  <a:close/>
                  <a:moveTo>
                    <a:pt x="1099" y="0"/>
                  </a:moveTo>
                  <a:cubicBezTo>
                    <a:pt x="539" y="0"/>
                    <a:pt x="68" y="438"/>
                    <a:pt x="35" y="1005"/>
                  </a:cubicBezTo>
                  <a:cubicBezTo>
                    <a:pt x="1" y="1594"/>
                    <a:pt x="451" y="2097"/>
                    <a:pt x="1037" y="2131"/>
                  </a:cubicBezTo>
                  <a:cubicBezTo>
                    <a:pt x="1047" y="2131"/>
                    <a:pt x="1057" y="2132"/>
                    <a:pt x="1068" y="2132"/>
                  </a:cubicBezTo>
                  <a:cubicBezTo>
                    <a:pt x="1660" y="2132"/>
                    <a:pt x="2148" y="1661"/>
                    <a:pt x="2166" y="1065"/>
                  </a:cubicBezTo>
                  <a:cubicBezTo>
                    <a:pt x="2166" y="501"/>
                    <a:pt x="1725" y="35"/>
                    <a:pt x="1162" y="2"/>
                  </a:cubicBezTo>
                  <a:cubicBezTo>
                    <a:pt x="1141" y="1"/>
                    <a:pt x="1120" y="0"/>
                    <a:pt x="10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1542;p43">
              <a:extLst>
                <a:ext uri="{FF2B5EF4-FFF2-40B4-BE49-F238E27FC236}">
                  <a16:creationId xmlns:a16="http://schemas.microsoft.com/office/drawing/2014/main" id="{401D1D12-AFC1-F049-AA4B-B01CE638B4B9}"/>
                </a:ext>
              </a:extLst>
            </p:cNvPr>
            <p:cNvSpPr/>
            <p:nvPr/>
          </p:nvSpPr>
          <p:spPr>
            <a:xfrm>
              <a:off x="4847993" y="4081026"/>
              <a:ext cx="103880" cy="100636"/>
            </a:xfrm>
            <a:custGeom>
              <a:avLst/>
              <a:gdLst/>
              <a:ahLst/>
              <a:cxnLst/>
              <a:rect l="l" t="t" r="r" b="b"/>
              <a:pathLst>
                <a:path w="2113" h="2047" extrusionOk="0">
                  <a:moveTo>
                    <a:pt x="1087" y="0"/>
                  </a:moveTo>
                  <a:cubicBezTo>
                    <a:pt x="1077" y="0"/>
                    <a:pt x="1067" y="0"/>
                    <a:pt x="1056" y="1"/>
                  </a:cubicBezTo>
                  <a:cubicBezTo>
                    <a:pt x="1036" y="1"/>
                    <a:pt x="1015" y="1"/>
                    <a:pt x="995" y="2"/>
                  </a:cubicBezTo>
                  <a:cubicBezTo>
                    <a:pt x="431" y="36"/>
                    <a:pt x="1" y="522"/>
                    <a:pt x="35" y="1086"/>
                  </a:cubicBezTo>
                  <a:cubicBezTo>
                    <a:pt x="68" y="1629"/>
                    <a:pt x="518" y="2047"/>
                    <a:pt x="1056" y="2047"/>
                  </a:cubicBezTo>
                  <a:cubicBezTo>
                    <a:pt x="1077" y="2047"/>
                    <a:pt x="1098" y="2046"/>
                    <a:pt x="1119" y="2045"/>
                  </a:cubicBezTo>
                  <a:cubicBezTo>
                    <a:pt x="1682" y="2011"/>
                    <a:pt x="2112" y="1527"/>
                    <a:pt x="2078" y="963"/>
                  </a:cubicBezTo>
                  <a:cubicBezTo>
                    <a:pt x="2062" y="425"/>
                    <a:pt x="1621" y="0"/>
                    <a:pt x="10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1543;p43">
              <a:extLst>
                <a:ext uri="{FF2B5EF4-FFF2-40B4-BE49-F238E27FC236}">
                  <a16:creationId xmlns:a16="http://schemas.microsoft.com/office/drawing/2014/main" id="{0B318120-268C-F775-521D-4CC3E2F401BE}"/>
                </a:ext>
              </a:extLst>
            </p:cNvPr>
            <p:cNvSpPr/>
            <p:nvPr/>
          </p:nvSpPr>
          <p:spPr>
            <a:xfrm>
              <a:off x="4848976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1" y="207"/>
                  </a:moveTo>
                  <a:cubicBezTo>
                    <a:pt x="1540" y="207"/>
                    <a:pt x="1935" y="585"/>
                    <a:pt x="1952" y="1065"/>
                  </a:cubicBezTo>
                  <a:cubicBezTo>
                    <a:pt x="1951" y="1512"/>
                    <a:pt x="1605" y="1881"/>
                    <a:pt x="1160" y="1914"/>
                  </a:cubicBezTo>
                  <a:cubicBezTo>
                    <a:pt x="1139" y="1915"/>
                    <a:pt x="1118" y="1916"/>
                    <a:pt x="1097" y="1916"/>
                  </a:cubicBezTo>
                  <a:cubicBezTo>
                    <a:pt x="655" y="1916"/>
                    <a:pt x="280" y="1574"/>
                    <a:pt x="247" y="1125"/>
                  </a:cubicBezTo>
                  <a:cubicBezTo>
                    <a:pt x="215" y="656"/>
                    <a:pt x="567" y="246"/>
                    <a:pt x="1036" y="212"/>
                  </a:cubicBezTo>
                  <a:lnTo>
                    <a:pt x="1036" y="207"/>
                  </a:lnTo>
                  <a:cubicBezTo>
                    <a:pt x="1045" y="207"/>
                    <a:pt x="1053" y="207"/>
                    <a:pt x="1061" y="207"/>
                  </a:cubicBezTo>
                  <a:close/>
                  <a:moveTo>
                    <a:pt x="1097" y="0"/>
                  </a:moveTo>
                  <a:cubicBezTo>
                    <a:pt x="538" y="0"/>
                    <a:pt x="67" y="438"/>
                    <a:pt x="34" y="1005"/>
                  </a:cubicBezTo>
                  <a:cubicBezTo>
                    <a:pt x="0" y="1594"/>
                    <a:pt x="448" y="2097"/>
                    <a:pt x="1036" y="2131"/>
                  </a:cubicBezTo>
                  <a:cubicBezTo>
                    <a:pt x="1046" y="2131"/>
                    <a:pt x="1055" y="2131"/>
                    <a:pt x="1064" y="2131"/>
                  </a:cubicBezTo>
                  <a:cubicBezTo>
                    <a:pt x="1658" y="2131"/>
                    <a:pt x="2146" y="1660"/>
                    <a:pt x="2165" y="1065"/>
                  </a:cubicBezTo>
                  <a:cubicBezTo>
                    <a:pt x="2164" y="501"/>
                    <a:pt x="1724" y="35"/>
                    <a:pt x="1160" y="2"/>
                  </a:cubicBezTo>
                  <a:cubicBezTo>
                    <a:pt x="1139" y="1"/>
                    <a:pt x="1118" y="0"/>
                    <a:pt x="109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1544;p43">
              <a:extLst>
                <a:ext uri="{FF2B5EF4-FFF2-40B4-BE49-F238E27FC236}">
                  <a16:creationId xmlns:a16="http://schemas.microsoft.com/office/drawing/2014/main" id="{84455890-AEAF-1685-DD05-D7B446CFED2C}"/>
                </a:ext>
              </a:extLst>
            </p:cNvPr>
            <p:cNvSpPr/>
            <p:nvPr/>
          </p:nvSpPr>
          <p:spPr>
            <a:xfrm>
              <a:off x="4965147" y="4081026"/>
              <a:ext cx="103831" cy="100636"/>
            </a:xfrm>
            <a:custGeom>
              <a:avLst/>
              <a:gdLst/>
              <a:ahLst/>
              <a:cxnLst/>
              <a:rect l="l" t="t" r="r" b="b"/>
              <a:pathLst>
                <a:path w="2112" h="2047" extrusionOk="0">
                  <a:moveTo>
                    <a:pt x="1086" y="0"/>
                  </a:moveTo>
                  <a:cubicBezTo>
                    <a:pt x="1076" y="0"/>
                    <a:pt x="1066" y="0"/>
                    <a:pt x="1056" y="1"/>
                  </a:cubicBezTo>
                  <a:cubicBezTo>
                    <a:pt x="1035" y="1"/>
                    <a:pt x="1014" y="1"/>
                    <a:pt x="993" y="2"/>
                  </a:cubicBezTo>
                  <a:cubicBezTo>
                    <a:pt x="429" y="36"/>
                    <a:pt x="0" y="522"/>
                    <a:pt x="34" y="1086"/>
                  </a:cubicBezTo>
                  <a:cubicBezTo>
                    <a:pt x="66" y="1629"/>
                    <a:pt x="517" y="2047"/>
                    <a:pt x="1054" y="2047"/>
                  </a:cubicBezTo>
                  <a:cubicBezTo>
                    <a:pt x="1075" y="2047"/>
                    <a:pt x="1096" y="2046"/>
                    <a:pt x="1117" y="2045"/>
                  </a:cubicBezTo>
                  <a:cubicBezTo>
                    <a:pt x="1681" y="2011"/>
                    <a:pt x="2111" y="1527"/>
                    <a:pt x="2077" y="963"/>
                  </a:cubicBezTo>
                  <a:cubicBezTo>
                    <a:pt x="2060" y="425"/>
                    <a:pt x="1620" y="0"/>
                    <a:pt x="108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1545;p43">
              <a:extLst>
                <a:ext uri="{FF2B5EF4-FFF2-40B4-BE49-F238E27FC236}">
                  <a16:creationId xmlns:a16="http://schemas.microsoft.com/office/drawing/2014/main" id="{93A0F1E8-0160-0174-E0DC-D101D15D8FC4}"/>
                </a:ext>
              </a:extLst>
            </p:cNvPr>
            <p:cNvSpPr/>
            <p:nvPr/>
          </p:nvSpPr>
          <p:spPr>
            <a:xfrm>
              <a:off x="4966081" y="4076060"/>
              <a:ext cx="106486" cy="104814"/>
            </a:xfrm>
            <a:custGeom>
              <a:avLst/>
              <a:gdLst/>
              <a:ahLst/>
              <a:cxnLst/>
              <a:rect l="l" t="t" r="r" b="b"/>
              <a:pathLst>
                <a:path w="2166" h="2132" extrusionOk="0">
                  <a:moveTo>
                    <a:pt x="1064" y="207"/>
                  </a:moveTo>
                  <a:cubicBezTo>
                    <a:pt x="1542" y="207"/>
                    <a:pt x="1936" y="584"/>
                    <a:pt x="1951" y="1065"/>
                  </a:cubicBezTo>
                  <a:cubicBezTo>
                    <a:pt x="1951" y="1512"/>
                    <a:pt x="1606" y="1881"/>
                    <a:pt x="1160" y="1914"/>
                  </a:cubicBezTo>
                  <a:cubicBezTo>
                    <a:pt x="1139" y="1915"/>
                    <a:pt x="1118" y="1916"/>
                    <a:pt x="1098" y="1916"/>
                  </a:cubicBezTo>
                  <a:cubicBezTo>
                    <a:pt x="655" y="1916"/>
                    <a:pt x="280" y="1574"/>
                    <a:pt x="248" y="1125"/>
                  </a:cubicBezTo>
                  <a:cubicBezTo>
                    <a:pt x="213" y="656"/>
                    <a:pt x="566" y="246"/>
                    <a:pt x="1037" y="212"/>
                  </a:cubicBezTo>
                  <a:lnTo>
                    <a:pt x="1037" y="207"/>
                  </a:lnTo>
                  <a:cubicBezTo>
                    <a:pt x="1046" y="207"/>
                    <a:pt x="1055" y="207"/>
                    <a:pt x="1064" y="207"/>
                  </a:cubicBezTo>
                  <a:close/>
                  <a:moveTo>
                    <a:pt x="1097" y="0"/>
                  </a:moveTo>
                  <a:cubicBezTo>
                    <a:pt x="537" y="0"/>
                    <a:pt x="68" y="438"/>
                    <a:pt x="35" y="1005"/>
                  </a:cubicBezTo>
                  <a:cubicBezTo>
                    <a:pt x="0" y="1594"/>
                    <a:pt x="449" y="2097"/>
                    <a:pt x="1037" y="2131"/>
                  </a:cubicBezTo>
                  <a:cubicBezTo>
                    <a:pt x="1047" y="2131"/>
                    <a:pt x="1057" y="2132"/>
                    <a:pt x="1067" y="2132"/>
                  </a:cubicBezTo>
                  <a:cubicBezTo>
                    <a:pt x="1659" y="2132"/>
                    <a:pt x="2146" y="1661"/>
                    <a:pt x="2165" y="1065"/>
                  </a:cubicBezTo>
                  <a:cubicBezTo>
                    <a:pt x="2164" y="501"/>
                    <a:pt x="1723" y="35"/>
                    <a:pt x="1160" y="2"/>
                  </a:cubicBezTo>
                  <a:cubicBezTo>
                    <a:pt x="1139" y="1"/>
                    <a:pt x="1118" y="0"/>
                    <a:pt x="109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1546;p43">
              <a:extLst>
                <a:ext uri="{FF2B5EF4-FFF2-40B4-BE49-F238E27FC236}">
                  <a16:creationId xmlns:a16="http://schemas.microsoft.com/office/drawing/2014/main" id="{A6D580EF-CDC2-C506-FF1B-4C8A8C7F7AB5}"/>
                </a:ext>
              </a:extLst>
            </p:cNvPr>
            <p:cNvSpPr/>
            <p:nvPr/>
          </p:nvSpPr>
          <p:spPr>
            <a:xfrm>
              <a:off x="5082400" y="4081026"/>
              <a:ext cx="103536" cy="100488"/>
            </a:xfrm>
            <a:custGeom>
              <a:avLst/>
              <a:gdLst/>
              <a:ahLst/>
              <a:cxnLst/>
              <a:rect l="l" t="t" r="r" b="b"/>
              <a:pathLst>
                <a:path w="2106" h="2044" extrusionOk="0">
                  <a:moveTo>
                    <a:pt x="1083" y="0"/>
                  </a:moveTo>
                  <a:cubicBezTo>
                    <a:pt x="1073" y="0"/>
                    <a:pt x="1063" y="0"/>
                    <a:pt x="1053" y="1"/>
                  </a:cubicBezTo>
                  <a:cubicBezTo>
                    <a:pt x="1032" y="1"/>
                    <a:pt x="1013" y="1"/>
                    <a:pt x="994" y="2"/>
                  </a:cubicBezTo>
                  <a:cubicBezTo>
                    <a:pt x="429" y="35"/>
                    <a:pt x="0" y="519"/>
                    <a:pt x="33" y="1082"/>
                  </a:cubicBezTo>
                  <a:cubicBezTo>
                    <a:pt x="65" y="1624"/>
                    <a:pt x="516" y="2044"/>
                    <a:pt x="1052" y="2044"/>
                  </a:cubicBezTo>
                  <a:cubicBezTo>
                    <a:pt x="1072" y="2044"/>
                    <a:pt x="1092" y="2043"/>
                    <a:pt x="1113" y="2042"/>
                  </a:cubicBezTo>
                  <a:cubicBezTo>
                    <a:pt x="1675" y="2008"/>
                    <a:pt x="2106" y="1525"/>
                    <a:pt x="2073" y="963"/>
                  </a:cubicBezTo>
                  <a:cubicBezTo>
                    <a:pt x="2057" y="425"/>
                    <a:pt x="1616" y="0"/>
                    <a:pt x="108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1547;p43">
              <a:extLst>
                <a:ext uri="{FF2B5EF4-FFF2-40B4-BE49-F238E27FC236}">
                  <a16:creationId xmlns:a16="http://schemas.microsoft.com/office/drawing/2014/main" id="{39DC130D-EDD3-1303-54FA-FECD3FC85AB3}"/>
                </a:ext>
              </a:extLst>
            </p:cNvPr>
            <p:cNvSpPr/>
            <p:nvPr/>
          </p:nvSpPr>
          <p:spPr>
            <a:xfrm>
              <a:off x="5083137" y="4076060"/>
              <a:ext cx="106388" cy="104814"/>
            </a:xfrm>
            <a:custGeom>
              <a:avLst/>
              <a:gdLst/>
              <a:ahLst/>
              <a:cxnLst/>
              <a:rect l="l" t="t" r="r" b="b"/>
              <a:pathLst>
                <a:path w="2164" h="2132" extrusionOk="0">
                  <a:moveTo>
                    <a:pt x="1063" y="207"/>
                  </a:moveTo>
                  <a:cubicBezTo>
                    <a:pt x="1540" y="207"/>
                    <a:pt x="1935" y="585"/>
                    <a:pt x="1951" y="1065"/>
                  </a:cubicBezTo>
                  <a:cubicBezTo>
                    <a:pt x="1949" y="1512"/>
                    <a:pt x="1604" y="1882"/>
                    <a:pt x="1157" y="1914"/>
                  </a:cubicBezTo>
                  <a:cubicBezTo>
                    <a:pt x="1137" y="1915"/>
                    <a:pt x="1117" y="1916"/>
                    <a:pt x="1097" y="1916"/>
                  </a:cubicBezTo>
                  <a:cubicBezTo>
                    <a:pt x="654" y="1916"/>
                    <a:pt x="279" y="1572"/>
                    <a:pt x="247" y="1123"/>
                  </a:cubicBezTo>
                  <a:cubicBezTo>
                    <a:pt x="213" y="653"/>
                    <a:pt x="568" y="245"/>
                    <a:pt x="1038" y="212"/>
                  </a:cubicBezTo>
                  <a:lnTo>
                    <a:pt x="1038" y="207"/>
                  </a:lnTo>
                  <a:cubicBezTo>
                    <a:pt x="1046" y="207"/>
                    <a:pt x="1055" y="207"/>
                    <a:pt x="1063" y="207"/>
                  </a:cubicBezTo>
                  <a:close/>
                  <a:moveTo>
                    <a:pt x="1097" y="0"/>
                  </a:moveTo>
                  <a:cubicBezTo>
                    <a:pt x="535" y="0"/>
                    <a:pt x="65" y="439"/>
                    <a:pt x="33" y="1007"/>
                  </a:cubicBezTo>
                  <a:cubicBezTo>
                    <a:pt x="0" y="1595"/>
                    <a:pt x="450" y="2098"/>
                    <a:pt x="1038" y="2131"/>
                  </a:cubicBezTo>
                  <a:cubicBezTo>
                    <a:pt x="1047" y="2131"/>
                    <a:pt x="1056" y="2131"/>
                    <a:pt x="1066" y="2131"/>
                  </a:cubicBezTo>
                  <a:cubicBezTo>
                    <a:pt x="1658" y="2131"/>
                    <a:pt x="2146" y="1660"/>
                    <a:pt x="2164" y="1065"/>
                  </a:cubicBezTo>
                  <a:cubicBezTo>
                    <a:pt x="2164" y="501"/>
                    <a:pt x="1721" y="33"/>
                    <a:pt x="1157" y="2"/>
                  </a:cubicBezTo>
                  <a:cubicBezTo>
                    <a:pt x="1137" y="1"/>
                    <a:pt x="1117" y="0"/>
                    <a:pt x="109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1548;p43">
              <a:extLst>
                <a:ext uri="{FF2B5EF4-FFF2-40B4-BE49-F238E27FC236}">
                  <a16:creationId xmlns:a16="http://schemas.microsoft.com/office/drawing/2014/main" id="{6E7D0785-B62C-4558-435A-B75BBC336BA5}"/>
                </a:ext>
              </a:extLst>
            </p:cNvPr>
            <p:cNvSpPr/>
            <p:nvPr/>
          </p:nvSpPr>
          <p:spPr>
            <a:xfrm>
              <a:off x="3877771" y="4127386"/>
              <a:ext cx="1341841" cy="174478"/>
            </a:xfrm>
            <a:custGeom>
              <a:avLst/>
              <a:gdLst/>
              <a:ahLst/>
              <a:cxnLst/>
              <a:rect l="l" t="t" r="r" b="b"/>
              <a:pathLst>
                <a:path w="27294" h="3549" extrusionOk="0">
                  <a:moveTo>
                    <a:pt x="0" y="0"/>
                  </a:moveTo>
                  <a:lnTo>
                    <a:pt x="0" y="3548"/>
                  </a:lnTo>
                  <a:lnTo>
                    <a:pt x="27294" y="3548"/>
                  </a:lnTo>
                  <a:lnTo>
                    <a:pt x="2729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1549;p43">
              <a:extLst>
                <a:ext uri="{FF2B5EF4-FFF2-40B4-BE49-F238E27FC236}">
                  <a16:creationId xmlns:a16="http://schemas.microsoft.com/office/drawing/2014/main" id="{445BCDC3-E529-9798-DEB3-198AB6B91D27}"/>
                </a:ext>
              </a:extLst>
            </p:cNvPr>
            <p:cNvSpPr/>
            <p:nvPr/>
          </p:nvSpPr>
          <p:spPr>
            <a:xfrm>
              <a:off x="3872412" y="4122076"/>
              <a:ext cx="1352460" cy="185048"/>
            </a:xfrm>
            <a:custGeom>
              <a:avLst/>
              <a:gdLst/>
              <a:ahLst/>
              <a:cxnLst/>
              <a:rect l="l" t="t" r="r" b="b"/>
              <a:pathLst>
                <a:path w="27510" h="3764" extrusionOk="0">
                  <a:moveTo>
                    <a:pt x="27295" y="214"/>
                  </a:moveTo>
                  <a:lnTo>
                    <a:pt x="27295" y="3549"/>
                  </a:lnTo>
                  <a:lnTo>
                    <a:pt x="213" y="3549"/>
                  </a:lnTo>
                  <a:lnTo>
                    <a:pt x="213" y="214"/>
                  </a:lnTo>
                  <a:close/>
                  <a:moveTo>
                    <a:pt x="0" y="1"/>
                  </a:moveTo>
                  <a:lnTo>
                    <a:pt x="0" y="3764"/>
                  </a:lnTo>
                  <a:lnTo>
                    <a:pt x="27510" y="3764"/>
                  </a:lnTo>
                  <a:lnTo>
                    <a:pt x="2751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All About Artificial Intelligence by Slidesgo">
  <a:themeElements>
    <a:clrScheme name="Simple Light">
      <a:dk1>
        <a:srgbClr val="181818"/>
      </a:dk1>
      <a:lt1>
        <a:srgbClr val="F3F3F3"/>
      </a:lt1>
      <a:dk2>
        <a:srgbClr val="3D3D3B"/>
      </a:dk2>
      <a:lt2>
        <a:srgbClr val="C1C1C1"/>
      </a:lt2>
      <a:accent1>
        <a:srgbClr val="5D65BB"/>
      </a:accent1>
      <a:accent2>
        <a:srgbClr val="707BE0"/>
      </a:accent2>
      <a:accent3>
        <a:srgbClr val="BCC1E6"/>
      </a:accent3>
      <a:accent4>
        <a:srgbClr val="FFFFFF"/>
      </a:accent4>
      <a:accent5>
        <a:srgbClr val="FFFFFF"/>
      </a:accent5>
      <a:accent6>
        <a:srgbClr val="FFFFFF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913</Words>
  <Application>Microsoft Office PowerPoint</Application>
  <PresentationFormat>On-screen Show (16:9)</PresentationFormat>
  <Paragraphs>121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MuseoModerno Medium</vt:lpstr>
      <vt:lpstr>Proxima Nova Semibold</vt:lpstr>
      <vt:lpstr>Courier New</vt:lpstr>
      <vt:lpstr>Proxima Nova</vt:lpstr>
      <vt:lpstr>Nunito Light</vt:lpstr>
      <vt:lpstr>DM Sans</vt:lpstr>
      <vt:lpstr>Maven Pro</vt:lpstr>
      <vt:lpstr>Arial</vt:lpstr>
      <vt:lpstr>All About Artificial Intelligence by Slidesgo</vt:lpstr>
      <vt:lpstr>Slidesgo Final Pages</vt:lpstr>
      <vt:lpstr>Sherlog</vt:lpstr>
      <vt:lpstr>The worst bugs are the quiet ones</vt:lpstr>
      <vt:lpstr>Paste the complaint. Get the root cause.</vt:lpstr>
      <vt:lpstr>Price charged, but never activated</vt:lpstr>
      <vt:lpstr>What you will see</vt:lpstr>
      <vt:lpstr>An RCA a human would sign off on</vt:lpstr>
      <vt:lpstr>Five simple stages, one pipeline</vt:lpstr>
      <vt:lpstr>Things we did on purpose</vt:lpstr>
      <vt:lpstr>Tech  Stack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 AKM</dc:creator>
  <cp:lastModifiedBy>Daniel Aung Khant Moe</cp:lastModifiedBy>
  <cp:revision>3</cp:revision>
  <dcterms:modified xsi:type="dcterms:W3CDTF">2026-07-16T20:48:08Z</dcterms:modified>
</cp:coreProperties>
</file>